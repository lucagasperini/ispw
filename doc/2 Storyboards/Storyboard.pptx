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7.xml" ContentType="application/vnd.openxmlformats-officedocument.presentationml.notesSlide+xml"/>
  <Override PartName="/ppt/diagrams/quickStyle9.xml" ContentType="application/vnd.openxmlformats-officedocument.drawingml.diagramStyl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colors9.xml" ContentType="application/vnd.openxmlformats-officedocument.drawingml.diagramColors+xml"/>
  <Override PartName="/ppt/diagrams/layout9.xml" ContentType="application/vnd.openxmlformats-officedocument.drawingml.diagramLayout+xml"/>
  <Override PartName="/ppt/diagrams/drawing9.xml" ContentType="application/vnd.openxmlformats-officedocument.drawingml.diagramDrawing+xml"/>
  <Override PartName="/ppt/diagrams/layout8.xml" ContentType="application/vnd.openxmlformats-officedocument.drawingml.diagramLayout+xml"/>
  <Override PartName="/ppt/diagrams/data15.xml" ContentType="application/vnd.openxmlformats-officedocument.drawingml.diagramData+xml"/>
  <Override PartName="/ppt/diagrams/drawing8.xml" ContentType="application/vnd.openxmlformats-officedocument.drawingml.diagramDrawing+xml"/>
  <Override PartName="/ppt/diagrams/quickStyle12.xml" ContentType="application/vnd.openxmlformats-officedocument.drawingml.diagramStyle+xml"/>
  <Override PartName="/ppt/diagrams/layout16.xml" ContentType="application/vnd.openxmlformats-officedocument.drawingml.diagramLayout+xml"/>
  <Override PartName="/ppt/diagrams/data7.xml" ContentType="application/vnd.openxmlformats-officedocument.drawingml.diagramData+xml"/>
  <Override PartName="/ppt/diagrams/data6.xml" ContentType="application/vnd.openxmlformats-officedocument.drawingml.diagramData+xml"/>
  <Override PartName="/ppt/diagrams/quickStyle8.xml" ContentType="application/vnd.openxmlformats-officedocument.drawingml.diagramStyle+xml"/>
  <Override PartName="/ppt/diagrams/drawing7.xml" ContentType="application/vnd.openxmlformats-officedocument.drawingml.diagramDrawing+xml"/>
  <Override PartName="/ppt/notesSlides/notesSlide8.xml" ContentType="application/vnd.openxmlformats-officedocument.presentationml.notesSlide+xml"/>
  <Override PartName="/ppt/diagrams/drawing10.xml" ContentType="application/vnd.openxmlformats-officedocument.drawingml.diagramDrawing+xml"/>
  <Override PartName="/ppt/slides/slide18.xml" ContentType="application/vnd.openxmlformats-officedocument.presentationml.slide+xml"/>
  <Override PartName="/ppt/diagrams/data2.xml" ContentType="application/vnd.openxmlformats-officedocument.drawingml.diagramData+xml"/>
  <Override PartName="/ppt/diagrams/layout6.xml" ContentType="application/vnd.openxmlformats-officedocument.drawingml.diagramLayout+xml"/>
  <Override PartName="/ppt/diagrams/drawing13.xml" ContentType="application/vnd.openxmlformats-officedocument.drawingml.diagramDrawing+xml"/>
  <Override PartName="/ppt/diagrams/layout5.xml" ContentType="application/vnd.openxmlformats-officedocument.drawingml.diagramLayout+xml"/>
  <Override PartName="/ppt/notesSlides/notesSlide5.xml" ContentType="application/vnd.openxmlformats-officedocument.presentationml.notesSlide+xml"/>
  <Override PartName="/ppt/diagrams/drawing2.xml" ContentType="application/vnd.openxmlformats-officedocument.drawingml.diagramDrawing+xml"/>
  <Override PartName="/ppt/slideLayouts/slideLayout7.xml" ContentType="application/vnd.openxmlformats-officedocument.presentationml.slideLayout+xml"/>
  <Override PartName="/ppt/diagrams/colors7.xml" ContentType="application/vnd.openxmlformats-officedocument.drawingml.diagramColors+xml"/>
  <Override PartName="/ppt/diagrams/quickStyle5.xml" ContentType="application/vnd.openxmlformats-officedocument.drawingml.diagramStyle+xml"/>
  <Override PartName="/ppt/diagrams/layout10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4.xml" ContentType="application/vnd.openxmlformats-officedocument.drawingml.diagramColors+xml"/>
  <Override PartName="/ppt/slides/slide7.xml" ContentType="application/vnd.openxmlformats-officedocument.presentationml.slide+xml"/>
  <Override PartName="/ppt/diagrams/colors6.xml" ContentType="application/vnd.openxmlformats-officedocument.drawingml.diagramColors+xml"/>
  <Override PartName="/ppt/diagrams/layout4.xml" ContentType="application/vnd.openxmlformats-officedocument.drawingml.diagramLayout+xml"/>
  <Override PartName="/ppt/diagrams/layout1.xml" ContentType="application/vnd.openxmlformats-officedocument.drawingml.diagramLayout+xml"/>
  <Override PartName="/ppt/diagrams/quickStyle15.xml" ContentType="application/vnd.openxmlformats-officedocument.drawingml.diagramStyle+xml"/>
  <Override PartName="/ppt/slides/slide12.xml" ContentType="application/vnd.openxmlformats-officedocument.presentationml.slide+xml"/>
  <Override PartName="/ppt/diagrams/data9.xml" ContentType="application/vnd.openxmlformats-officedocument.drawingml.diagramData+xml"/>
  <Override PartName="/ppt/notesSlides/notesSlide1.xml" ContentType="application/vnd.openxmlformats-officedocument.presentationml.notesSlide+xml"/>
  <Override PartName="/ppt/diagrams/colors1.xml" ContentType="application/vnd.openxmlformats-officedocument.drawingml.diagramColors+xml"/>
  <Override PartName="/ppt/diagrams/layout7.xml" ContentType="application/vnd.openxmlformats-officedocument.drawingml.diagramLayout+xml"/>
  <Override PartName="/ppt/diagrams/drawing4.xml" ContentType="application/vnd.openxmlformats-officedocument.drawingml.diagramDrawing+xml"/>
  <Override PartName="/ppt/diagrams/colors5.xml" ContentType="application/vnd.openxmlformats-officedocument.drawingml.diagramColors+xml"/>
  <Override PartName="/ppt/slides/slide6.xml" ContentType="application/vnd.openxmlformats-officedocument.presentationml.slide+xml"/>
  <Override PartName="/ppt/diagrams/quickStyle10.xml" ContentType="application/vnd.openxmlformats-officedocument.drawingml.diagramStyle+xml"/>
  <Override PartName="/ppt/slideLayouts/slideLayout11.xml" ContentType="application/vnd.openxmlformats-officedocument.presentationml.slideLayout+xml"/>
  <Override PartName="/ppt/diagrams/quickStyle1.xml" ContentType="application/vnd.openxmlformats-officedocument.drawingml.diagramStyle+xml"/>
  <Override PartName="/ppt/diagrams/drawing3.xml" ContentType="application/vnd.openxmlformats-officedocument.drawingml.diagramDrawing+xml"/>
  <Override PartName="/ppt/diagrams/quickStyle7.xml" ContentType="application/vnd.openxmlformats-officedocument.drawingml.diagramStyle+xml"/>
  <Override PartName="/ppt/diagrams/quickStyle3.xml" ContentType="application/vnd.openxmlformats-officedocument.drawingml.diagramStyle+xml"/>
  <Override PartName="/ppt/notesSlides/notesSlide15.xml" ContentType="application/vnd.openxmlformats-officedocument.presentationml.notesSlide+xml"/>
  <Override PartName="/ppt/slides/slide13.xml" ContentType="application/vnd.openxmlformats-officedocument.presentationml.slide+xml"/>
  <Override PartName="/ppt/diagrams/data3.xml" ContentType="application/vnd.openxmlformats-officedocument.drawingml.diagramData+xml"/>
  <Override PartName="/ppt/diagrams/drawing1.xml" ContentType="application/vnd.openxmlformats-officedocument.drawingml.diagramDrawing+xml"/>
  <Override PartName="/ppt/diagrams/colors15.xml" ContentType="application/vnd.openxmlformats-officedocument.drawingml.diagramColors+xml"/>
  <Override PartName="/ppt/diagrams/data4.xml" ContentType="application/vnd.openxmlformats-officedocument.drawingml.diagramData+xml"/>
  <Override PartName="/ppt/diagrams/drawing5.xml" ContentType="application/vnd.openxmlformats-officedocument.drawingml.diagramDrawing+xml"/>
  <Override PartName="/ppt/diagrams/quickStyle4.xml" ContentType="application/vnd.openxmlformats-officedocument.drawingml.diagramStyle+xml"/>
  <Override PartName="/ppt/diagrams/drawing6.xml" ContentType="application/vnd.openxmlformats-officedocument.drawingml.diagramDrawing+xml"/>
  <Override PartName="/ppt/diagrams/data5.xml" ContentType="application/vnd.openxmlformats-officedocument.drawingml.diagramData+xml"/>
  <Override PartName="/ppt/diagrams/colors2.xml" ContentType="application/vnd.openxmlformats-officedocument.drawingml.diagramColors+xml"/>
  <Override PartName="/ppt/diagrams/data10.xml" ContentType="application/vnd.openxmlformats-officedocument.drawingml.diagramData+xml"/>
  <Override PartName="/ppt/diagrams/colors10.xml" ContentType="application/vnd.openxmlformats-officedocument.drawingml.diagramColors+xml"/>
  <Override PartName="/ppt/diagrams/drawing11.xml" ContentType="application/vnd.openxmlformats-officedocument.drawingml.diagramDrawing+xml"/>
  <Override PartName="/ppt/slides/slide4.xml" ContentType="application/vnd.openxmlformats-officedocument.presentationml.slide+xml"/>
  <Override PartName="/ppt/diagrams/data11.xml" ContentType="application/vnd.openxmlformats-officedocument.drawingml.diagramData+xml"/>
  <Override PartName="/ppt/diagrams/layout3.xml" ContentType="application/vnd.openxmlformats-officedocument.drawingml.diagramLayout+xml"/>
  <Override PartName="/ppt/diagrams/drawing16.xml" ContentType="application/vnd.openxmlformats-officedocument.drawingml.diagramDrawing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quickStyle6.xml" ContentType="application/vnd.openxmlformats-officedocument.drawingml.diagramStyle+xml"/>
  <Override PartName="/ppt/diagrams/drawing12.xml" ContentType="application/vnd.openxmlformats-officedocument.drawingml.diagramDrawing+xml"/>
  <Override PartName="/ppt/viewProps.xml" ContentType="application/vnd.openxmlformats-officedocument.presentationml.viewProps+xml"/>
  <Override PartName="/ppt/notesSlides/notesSlide13.xml" ContentType="application/vnd.openxmlformats-officedocument.presentationml.notesSlide+xml"/>
  <Override PartName="/ppt/diagrams/layout2.xml" ContentType="application/vnd.openxmlformats-officedocument.drawingml.diagramLayout+xml"/>
  <Override PartName="/ppt/diagrams/colors12.xml" ContentType="application/vnd.openxmlformats-officedocument.drawingml.diagramColors+xml"/>
  <Override PartName="/ppt/notesSlides/notesSlide14.xml" ContentType="application/vnd.openxmlformats-officedocument.presentationml.notesSlide+xml"/>
  <Override PartName="/ppt/diagrams/data8.xml" ContentType="application/vnd.openxmlformats-officedocument.drawingml.diagramData+xml"/>
  <Override PartName="/ppt/diagrams/layout12.xml" ContentType="application/vnd.openxmlformats-officedocument.drawingml.diagramLayout+xml"/>
  <Override PartName="/ppt/diagrams/colors13.xml" ContentType="application/vnd.openxmlformats-officedocument.drawingml.diagramColors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13.xml" ContentType="application/vnd.openxmlformats-officedocument.drawingml.diagramStyle+xml"/>
  <Override PartName="/ppt/diagrams/drawing14.xml" ContentType="application/vnd.openxmlformats-officedocument.drawingml.diagramDrawing+xml"/>
  <Override PartName="/docProps/core.xml" ContentType="application/vnd.openxmlformats-package.core-properties+xml"/>
  <Override PartName="/ppt/diagrams/layout13.xml" ContentType="application/vnd.openxmlformats-officedocument.drawingml.diagramLayout+xml"/>
  <Override PartName="/ppt/diagrams/data14.xml" ContentType="application/vnd.openxmlformats-officedocument.drawingml.diagramData+xml"/>
  <Override PartName="/docProps/app.xml" ContentType="application/vnd.openxmlformats-officedocument.extended-properties+xml"/>
  <Override PartName="/ppt/diagrams/colors11.xml" ContentType="application/vnd.openxmlformats-officedocument.drawingml.diagramColors+xml"/>
  <Override PartName="/ppt/diagrams/data12.xml" ContentType="application/vnd.openxmlformats-officedocument.drawingml.diagramData+xml"/>
  <Override PartName="/ppt/diagrams/layout14.xml" ContentType="application/vnd.openxmlformats-officedocument.drawingml.diagramLayout+xml"/>
  <Override PartName="/ppt/presProps.xml" ContentType="application/vnd.openxmlformats-officedocument.presentationml.presProps+xml"/>
  <Override PartName="/ppt/diagrams/quickStyle14.xml" ContentType="application/vnd.openxmlformats-officedocument.drawingml.diagramStyle+xml"/>
  <Override PartName="/ppt/diagrams/layout15.xml" ContentType="application/vnd.openxmlformats-officedocument.drawingml.diagramLayout+xml"/>
  <Override PartName="/ppt/diagrams/drawing15.xml" ContentType="application/vnd.openxmlformats-officedocument.drawingml.diagramDrawing+xml"/>
  <Override PartName="/ppt/tableStyles.xml" ContentType="application/vnd.openxmlformats-officedocument.presentationml.tableStyles+xml"/>
  <Override PartName="/ppt/diagrams/data16.xml" ContentType="application/vnd.openxmlformats-officedocument.drawingml.diagramData+xml"/>
  <Override PartName="/ppt/diagrams/colors16.xml" ContentType="application/vnd.openxmlformats-officedocument.drawingml.diagramColors+xml"/>
  <Override PartName="/ppt/diagrams/quickStyle16.xml" ContentType="application/vnd.openxmlformats-officedocument.drawingml.diagramStyle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diagrams/data13.xml" ContentType="application/vnd.openxmlformats-officedocument.drawingml.diagramData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colors8.xml" ContentType="application/vnd.openxmlformats-officedocument.drawingml.diagramColors+xml"/>
  <Override PartName="/ppt/diagrams/colors14.xml" ContentType="application/vnd.openxmlformats-officedocument.drawingml.diagramColor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it-IT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21E4AEA4-8DFA-4A89-87EB-49C32662AFE0}"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  <a:fill>
          <a:solidFill>
            <a:schemeClr val="accent2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990" y="31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 /><Relationship Id="rId24" Type="http://schemas.openxmlformats.org/officeDocument/2006/relationships/tableStyles" Target="tableStyles.xml" /><Relationship Id="rId25" Type="http://schemas.openxmlformats.org/officeDocument/2006/relationships/viewProps" Target="viewProps.xml" /></Relationships>
</file>

<file path=ppt/diagrams/_rels/data1.xml.rels><?xml version="1.0" encoding="UTF-8" standalone="yes"?><Relationships xmlns="http://schemas.openxmlformats.org/package/2006/relationships"></Relationships>
</file>

<file path=ppt/diagrams/_rels/data2.xml.rels><?xml version="1.0" encoding="UTF-8" standalone="yes"?><Relationships xmlns="http://schemas.openxmlformats.org/package/2006/relationships"></Relationships>
</file>

<file path=ppt/diagrams/_rels/data3.xml.rels><?xml version="1.0" encoding="UTF-8" standalone="yes"?><Relationships xmlns="http://schemas.openxmlformats.org/package/2006/relationships"></Relationships>
</file>

<file path=ppt/diagrams/_rels/data4.xml.rels><?xml version="1.0" encoding="UTF-8" standalone="yes"?><Relationships xmlns="http://schemas.openxmlformats.org/package/2006/relationships"></Relationships>
</file>

<file path=ppt/diagrams/_rels/data5.xml.rels><?xml version="1.0" encoding="UTF-8" standalone="yes"?><Relationships xmlns="http://schemas.openxmlformats.org/package/2006/relationships"></Relationships>
</file>

<file path=ppt/diagrams/_rels/data6.xml.rels><?xml version="1.0" encoding="UTF-8" standalone="yes"?><Relationships xmlns="http://schemas.openxmlformats.org/package/2006/relationships"></Relationships>
</file>

<file path=ppt/diagrams/_rels/data7.xml.rels><?xml version="1.0" encoding="UTF-8" standalone="yes"?><Relationships xmlns="http://schemas.openxmlformats.org/package/2006/relationships"></Relationships>
</file>

<file path=ppt/diagrams/_rels/data8.xml.rels><?xml version="1.0" encoding="UTF-8" standalone="yes"?><Relationships xmlns="http://schemas.openxmlformats.org/package/2006/relationships"></Relationships>
</file>

<file path=ppt/diagrams/_rels/data9.xml.rels><?xml version="1.0" encoding="UTF-8" standalone="yes"?><Relationships xmlns="http://schemas.openxmlformats.org/package/2006/relationships"></Relationships>
</file>

<file path=ppt/diagrams/_rels/data10.xml.rels><?xml version="1.0" encoding="UTF-8" standalone="yes"?><Relationships xmlns="http://schemas.openxmlformats.org/package/2006/relationships"></Relationships>
</file>

<file path=ppt/diagrams/_rels/data11.xml.rels><?xml version="1.0" encoding="UTF-8" standalone="yes"?><Relationships xmlns="http://schemas.openxmlformats.org/package/2006/relationships"></Relationships>
</file>

<file path=ppt/diagrams/_rels/data12.xml.rels><?xml version="1.0" encoding="UTF-8" standalone="yes"?><Relationships xmlns="http://schemas.openxmlformats.org/package/2006/relationships"></Relationships>
</file>

<file path=ppt/diagrams/_rels/data13.xml.rels><?xml version="1.0" encoding="UTF-8" standalone="yes"?><Relationships xmlns="http://schemas.openxmlformats.org/package/2006/relationships"></Relationships>
</file>

<file path=ppt/diagrams/_rels/data14.xml.rels><?xml version="1.0" encoding="UTF-8" standalone="yes"?><Relationships xmlns="http://schemas.openxmlformats.org/package/2006/relationships"></Relationships>
</file>

<file path=ppt/diagrams/_rels/data15.xml.rels><?xml version="1.0" encoding="UTF-8" standalone="yes"?><Relationships xmlns="http://schemas.openxmlformats.org/package/2006/relationships"></Relationships>
</file>

<file path=ppt/diagrams/_rels/data16.xml.rels><?xml version="1.0" encoding="UTF-8" standalone="yes"?><Relationships xmlns="http://schemas.openxmlformats.org/package/2006/relationships"></Relationships>
</file>

<file path=ppt/diagrams/_rels/drawing1.xml.rels><?xml version="1.0" encoding="UTF-8" standalone="yes"?><Relationships xmlns="http://schemas.openxmlformats.org/package/2006/relationships"></Relationships>
</file>

<file path=ppt/diagrams/_rels/drawing2.xml.rels><?xml version="1.0" encoding="UTF-8" standalone="yes"?><Relationships xmlns="http://schemas.openxmlformats.org/package/2006/relationships"></Relationships>
</file>

<file path=ppt/diagrams/_rels/drawing3.xml.rels><?xml version="1.0" encoding="UTF-8" standalone="yes"?><Relationships xmlns="http://schemas.openxmlformats.org/package/2006/relationships"></Relationships>
</file>

<file path=ppt/diagrams/_rels/drawing4.xml.rels><?xml version="1.0" encoding="UTF-8" standalone="yes"?><Relationships xmlns="http://schemas.openxmlformats.org/package/2006/relationships"></Relationships>
</file>

<file path=ppt/diagrams/_rels/drawing5.xml.rels><?xml version="1.0" encoding="UTF-8" standalone="yes"?><Relationships xmlns="http://schemas.openxmlformats.org/package/2006/relationships"></Relationships>
</file>

<file path=ppt/diagrams/_rels/drawing6.xml.rels><?xml version="1.0" encoding="UTF-8" standalone="yes"?><Relationships xmlns="http://schemas.openxmlformats.org/package/2006/relationships"></Relationships>
</file>

<file path=ppt/diagrams/_rels/drawing7.xml.rels><?xml version="1.0" encoding="UTF-8" standalone="yes"?><Relationships xmlns="http://schemas.openxmlformats.org/package/2006/relationships"></Relationships>
</file>

<file path=ppt/diagrams/_rels/drawing8.xml.rels><?xml version="1.0" encoding="UTF-8" standalone="yes"?><Relationships xmlns="http://schemas.openxmlformats.org/package/2006/relationships"></Relationships>
</file>

<file path=ppt/diagrams/_rels/drawing9.xml.rels><?xml version="1.0" encoding="UTF-8" standalone="yes"?><Relationships xmlns="http://schemas.openxmlformats.org/package/2006/relationships"></Relationships>
</file>

<file path=ppt/diagrams/_rels/drawing10.xml.rels><?xml version="1.0" encoding="UTF-8" standalone="yes"?><Relationships xmlns="http://schemas.openxmlformats.org/package/2006/relationships"></Relationships>
</file>

<file path=ppt/diagrams/_rels/drawing11.xml.rels><?xml version="1.0" encoding="UTF-8" standalone="yes"?><Relationships xmlns="http://schemas.openxmlformats.org/package/2006/relationships"></Relationships>
</file>

<file path=ppt/diagrams/_rels/drawing12.xml.rels><?xml version="1.0" encoding="UTF-8" standalone="yes"?><Relationships xmlns="http://schemas.openxmlformats.org/package/2006/relationships"></Relationships>
</file>

<file path=ppt/diagrams/_rels/drawing13.xml.rels><?xml version="1.0" encoding="UTF-8" standalone="yes"?><Relationships xmlns="http://schemas.openxmlformats.org/package/2006/relationships"></Relationships>
</file>

<file path=ppt/diagrams/_rels/drawing14.xml.rels><?xml version="1.0" encoding="UTF-8" standalone="yes"?><Relationships xmlns="http://schemas.openxmlformats.org/package/2006/relationships"></Relationships>
</file>

<file path=ppt/diagrams/_rels/drawing15.xml.rels><?xml version="1.0" encoding="UTF-8" standalone="yes"?><Relationships xmlns="http://schemas.openxmlformats.org/package/2006/relationships"></Relationships>
</file>

<file path=ppt/diagrams/_rels/drawing16.xml.rels><?xml version="1.0" encoding="UTF-8" standalone="yes"?><Relationships xmlns="http://schemas.openxmlformats.org/package/2006/relationships"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ln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vennNode1">
    <dgm:fillClrLst hueDir="cw" meth="repeat">
      <a:schemeClr val="lt1">
        <a:alpha val="5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3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4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ibTrans1D1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2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3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4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parCh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parChTrans2D2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2"/>
    </dgm:fillClrLst>
    <dgm:linClrLst hueDir="cw" meth="repeat">
      <a:schemeClr val="accent2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2"/>
    </dgm:fillClrLst>
    <dgm:linClrLst hueDir="cw" meth="repeat">
      <a:schemeClr val="accent2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2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2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accent2">
        <a:alpha val="4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2"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2">
        <a:shade val="8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2">
        <a:tint val="50000"/>
        <a:alpha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2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ln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vennNode1">
    <dgm:fillClrLst hueDir="cw" meth="repeat">
      <a:schemeClr val="lt1">
        <a:alpha val="5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3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4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ibTrans1D1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2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3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4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parCh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parChTrans2D2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2"/>
    </dgm:fillClrLst>
    <dgm:linClrLst hueDir="cw" meth="repeat">
      <a:schemeClr val="accent2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2"/>
    </dgm:fillClrLst>
    <dgm:linClrLst hueDir="cw" meth="repeat">
      <a:schemeClr val="accent2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2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2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accent2">
        <a:alpha val="4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2"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2">
        <a:shade val="8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2">
        <a:tint val="50000"/>
        <a:alpha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2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ln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vennNode1">
    <dgm:fillClrLst hueDir="cw" meth="repeat">
      <a:schemeClr val="lt1">
        <a:alpha val="5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3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4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ibTrans1D1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2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3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4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parCh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parChTrans2D2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2"/>
    </dgm:fillClrLst>
    <dgm:linClrLst hueDir="cw" meth="repeat">
      <a:schemeClr val="accent2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2"/>
    </dgm:fillClrLst>
    <dgm:linClrLst hueDir="cw" meth="repeat">
      <a:schemeClr val="accent2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2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2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accent2">
        <a:alpha val="4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2"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2">
        <a:shade val="8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2">
        <a:tint val="50000"/>
        <a:alpha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2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ln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vennNode1">
    <dgm:fillClrLst hueDir="cw" meth="repeat">
      <a:schemeClr val="lt1">
        <a:alpha val="5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3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4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ibTrans1D1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2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3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4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parCh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parChTrans2D2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2"/>
    </dgm:fillClrLst>
    <dgm:linClrLst hueDir="cw" meth="repeat">
      <a:schemeClr val="accent2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2"/>
    </dgm:fillClrLst>
    <dgm:linClrLst hueDir="cw" meth="repeat">
      <a:schemeClr val="accent2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2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2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accent2">
        <a:alpha val="4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2"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2">
        <a:shade val="8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2">
        <a:tint val="50000"/>
        <a:alpha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2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ln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vennNode1">
    <dgm:fillClrLst hueDir="cw" meth="repeat">
      <a:schemeClr val="lt1">
        <a:alpha val="5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3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4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ibTrans1D1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2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3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4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parCh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parChTrans2D2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2"/>
    </dgm:fillClrLst>
    <dgm:linClrLst hueDir="cw" meth="repeat">
      <a:schemeClr val="accent2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2"/>
    </dgm:fillClrLst>
    <dgm:linClrLst hueDir="cw" meth="repeat">
      <a:schemeClr val="accent2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2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2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accent2">
        <a:alpha val="4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2"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2">
        <a:shade val="8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2">
        <a:tint val="50000"/>
        <a:alpha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2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ln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vennNode1">
    <dgm:fillClrLst hueDir="cw" meth="repeat">
      <a:schemeClr val="lt1">
        <a:alpha val="5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3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4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ibTrans1D1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2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3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4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parCh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parChTrans2D2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2"/>
    </dgm:fillClrLst>
    <dgm:linClrLst hueDir="cw" meth="repeat">
      <a:schemeClr val="accent2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2"/>
    </dgm:fillClrLst>
    <dgm:linClrLst hueDir="cw" meth="repeat">
      <a:schemeClr val="accent2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2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2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accent2">
        <a:alpha val="4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2"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2">
        <a:shade val="8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2">
        <a:tint val="50000"/>
        <a:alpha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2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ln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vennNode1">
    <dgm:fillClrLst hueDir="cw" meth="repeat">
      <a:schemeClr val="lt1">
        <a:alpha val="5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3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4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ibTrans1D1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2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3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4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parCh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parChTrans2D2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2"/>
    </dgm:fillClrLst>
    <dgm:linClrLst hueDir="cw" meth="repeat">
      <a:schemeClr val="accent2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2"/>
    </dgm:fillClrLst>
    <dgm:linClrLst hueDir="cw" meth="repeat">
      <a:schemeClr val="accent2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2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2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accent2">
        <a:alpha val="4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2"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2">
        <a:shade val="8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2">
        <a:tint val="50000"/>
        <a:alpha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2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ln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vennNode1">
    <dgm:fillClrLst hueDir="cw" meth="repeat">
      <a:schemeClr val="lt1">
        <a:alpha val="5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3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4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ibTrans1D1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2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3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4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parCh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parChTrans2D2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2"/>
    </dgm:fillClrLst>
    <dgm:linClrLst hueDir="cw" meth="repeat">
      <a:schemeClr val="accent2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2"/>
    </dgm:fillClrLst>
    <dgm:linClrLst hueDir="cw" meth="repeat">
      <a:schemeClr val="accent2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2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2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accent2">
        <a:alpha val="4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2"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2">
        <a:shade val="8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2">
        <a:tint val="50000"/>
        <a:alpha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2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ln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vennNode1">
    <dgm:fillClrLst hueDir="cw" meth="repeat">
      <a:schemeClr val="lt1">
        <a:alpha val="5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3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4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ibTrans1D1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2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3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4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parCh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parChTrans2D2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2"/>
    </dgm:fillClrLst>
    <dgm:linClrLst hueDir="cw" meth="repeat">
      <a:schemeClr val="accent2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2"/>
    </dgm:fillClrLst>
    <dgm:linClrLst hueDir="cw" meth="repeat">
      <a:schemeClr val="accent2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2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2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accent2">
        <a:alpha val="4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2"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2">
        <a:shade val="8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2">
        <a:tint val="50000"/>
        <a:alpha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2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ln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vennNode1">
    <dgm:fillClrLst hueDir="cw" meth="repeat">
      <a:schemeClr val="lt1">
        <a:alpha val="5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3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4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ibTrans1D1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2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3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4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parCh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parChTrans2D2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2"/>
    </dgm:fillClrLst>
    <dgm:linClrLst hueDir="cw" meth="repeat">
      <a:schemeClr val="accent2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2"/>
    </dgm:fillClrLst>
    <dgm:linClrLst hueDir="cw" meth="repeat">
      <a:schemeClr val="accent2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2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2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accent2">
        <a:alpha val="4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2"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2">
        <a:shade val="8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2">
        <a:tint val="50000"/>
        <a:alpha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2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ln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vennNode1">
    <dgm:fillClrLst hueDir="cw" meth="repeat">
      <a:schemeClr val="lt1">
        <a:alpha val="5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3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4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ibTrans1D1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2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3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4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parCh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parChTrans2D2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2"/>
    </dgm:fillClrLst>
    <dgm:linClrLst hueDir="cw" meth="repeat">
      <a:schemeClr val="accent2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2"/>
    </dgm:fillClrLst>
    <dgm:linClrLst hueDir="cw" meth="repeat">
      <a:schemeClr val="accent2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2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2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accent2">
        <a:alpha val="4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2"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2">
        <a:shade val="8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2">
        <a:tint val="50000"/>
        <a:alpha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2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ln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vennNode1">
    <dgm:fillClrLst hueDir="cw" meth="repeat">
      <a:schemeClr val="lt1">
        <a:alpha val="5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3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4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ibTrans1D1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2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3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4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parCh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parChTrans2D2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2"/>
    </dgm:fillClrLst>
    <dgm:linClrLst hueDir="cw" meth="repeat">
      <a:schemeClr val="accent2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2"/>
    </dgm:fillClrLst>
    <dgm:linClrLst hueDir="cw" meth="repeat">
      <a:schemeClr val="accent2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2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2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accent2">
        <a:alpha val="4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2"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2">
        <a:shade val="8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2">
        <a:tint val="50000"/>
        <a:alpha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2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ln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vennNode1">
    <dgm:fillClrLst hueDir="cw" meth="repeat">
      <a:schemeClr val="lt1">
        <a:alpha val="5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3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4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ibTrans1D1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2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3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4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parCh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parChTrans2D2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2"/>
    </dgm:fillClrLst>
    <dgm:linClrLst hueDir="cw" meth="repeat">
      <a:schemeClr val="accent2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2"/>
    </dgm:fillClrLst>
    <dgm:linClrLst hueDir="cw" meth="repeat">
      <a:schemeClr val="accent2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2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2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accent2">
        <a:alpha val="4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2"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2">
        <a:shade val="8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2">
        <a:tint val="50000"/>
        <a:alpha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2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ln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vennNode1">
    <dgm:fillClrLst hueDir="cw" meth="repeat">
      <a:schemeClr val="lt1">
        <a:alpha val="5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3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4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ibTrans1D1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2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3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4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parCh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parChTrans2D2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2"/>
    </dgm:fillClrLst>
    <dgm:linClrLst hueDir="cw" meth="repeat">
      <a:schemeClr val="accent2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2"/>
    </dgm:fillClrLst>
    <dgm:linClrLst hueDir="cw" meth="repeat">
      <a:schemeClr val="accent2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2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2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accent2">
        <a:alpha val="4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2"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2">
        <a:shade val="8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2">
        <a:tint val="50000"/>
        <a:alpha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2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ln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vennNode1">
    <dgm:fillClrLst hueDir="cw" meth="repeat">
      <a:schemeClr val="lt1">
        <a:alpha val="5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3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4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ibTrans1D1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2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3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4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parCh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parChTrans2D2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2"/>
    </dgm:fillClrLst>
    <dgm:linClrLst hueDir="cw" meth="repeat">
      <a:schemeClr val="accent2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2"/>
    </dgm:fillClrLst>
    <dgm:linClrLst hueDir="cw" meth="repeat">
      <a:schemeClr val="accent2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2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2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accent2">
        <a:alpha val="4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2"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2">
        <a:shade val="8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2">
        <a:tint val="50000"/>
        <a:alpha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2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lnNode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vennNode1">
    <dgm:fillClrLst hueDir="cw" meth="repeat">
      <a:schemeClr val="lt1">
        <a:alpha val="5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3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node4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2">
        <a:tint val="4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ib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ibTrans1D1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1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2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3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sst4">
    <dgm:fillClrLst hueDir="cw" meth="repeat">
      <a:schemeClr val="lt1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parChTrans2D1">
    <dgm:fillClrLst hueDir="cw" meth="repeat">
      <a:schemeClr val="accent2">
        <a:tint val="60000"/>
      </a:schemeClr>
    </dgm:fillClrLst>
    <dgm:linClrLst hueDir="cw" meth="repeat">
      <a:schemeClr val="accent2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parChTrans2D2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2"/>
    </dgm:fillClrLst>
    <dgm:linClrLst hueDir="cw" meth="repeat">
      <a:schemeClr val="accent2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2"/>
    </dgm:fillClrLst>
    <dgm:linClrLst hueDir="cw" meth="repeat">
      <a:schemeClr val="accent2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2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2"/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accent2">
        <a:alpha val="4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lt1">
        <a:alpha val="90000"/>
        <a:tint val="40000"/>
      </a:schemeClr>
    </dgm:fillClrLst>
    <dgm:linClrLst hueDir="cw" meth="repeat">
      <a:schemeClr val="accent2"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accent2">
        <a:alpha val="90000"/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2">
        <a:tint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2">
        <a:shade val="8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2">
        <a:tint val="50000"/>
        <a:alpha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2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data1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901C6586-BCBD-4CE4-9830-89F1D9B4AE5F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 phldr="1"/>
      <dgm:spPr bwMode="auto"/>
      <dgm:t>
        <a:bodyPr/>
        <a:lstStyle/>
        <a:p>
          <a:pPr>
            <a:defRPr/>
          </a:pPr>
          <a:endParaRPr lang="it-IT"/>
        </a:p>
      </dgm:t>
    </dgm:pt>
    <dgm:pt modelId="{FFB3B67C-1440-48A0-8A3C-215F535DAEB6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Pasta di semola di grano duro</a:t>
          </a:r>
          <a:endParaRPr/>
        </a:p>
      </dgm:t>
    </dgm:pt>
    <dgm:pt modelId="{518085CE-D40D-4424-BF63-7CD1ED0A1257}" type="parTrans" cxnId="{5F11CBD9-5FBA-426E-9584-4988C06405B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DBE34E57-ADC3-4EFA-814C-31040430D082}" type="sibTrans" cxnId="{5F11CBD9-5FBA-426E-9584-4988C06405B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6EA496EA-1116-4392-82B2-3ABB000E63A9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Sale</a:t>
          </a:r>
          <a:endParaRPr/>
        </a:p>
      </dgm:t>
    </dgm:pt>
    <dgm:pt modelId="{AF68B59F-D7C0-4C91-BEDC-861FD980CEAD}" type="parTrans" cxnId="{4D0E3B83-6833-441A-8118-96718D68C6AA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24950D9D-C797-4876-8F64-C13AC3960C8E}" type="sibTrans" cxnId="{4D0E3B83-6833-441A-8118-96718D68C6AA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A0DAAF04-7AA3-4F22-9190-45111789109B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Tuorlo d’uovo di gallina</a:t>
          </a:r>
          <a:endParaRPr/>
        </a:p>
      </dgm:t>
    </dgm:pt>
    <dgm:pt modelId="{519D677F-6421-4B03-977C-6050410474A4}" type="parTrans" cxnId="{DDC82E43-C7DD-40B2-956E-47F81491CDE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7DAEC203-3C7C-436D-AFE8-B885FB723D85}" type="sibTrans" cxnId="{DDC82E43-C7DD-40B2-956E-47F81491CDE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73AC3690-75D5-41BB-9A06-C03A7F64BBF2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Guanciale (cotto)</a:t>
          </a:r>
          <a:endParaRPr/>
        </a:p>
      </dgm:t>
    </dgm:pt>
    <dgm:pt modelId="{A4521E31-F3AC-4493-9A35-5127AC507B4C}" type="parTrans" cxnId="{608F240C-6D31-4EC2-9A0B-44786FB0CFC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2635728D-9B92-4EB1-8DB0-A0DA76CA87F1}" type="sibTrans" cxnId="{608F240C-6D31-4EC2-9A0B-44786FB0CFC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D97B27A1-5A4D-4301-8556-F5EAABCCE635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Pecorino Romano</a:t>
          </a:r>
          <a:endParaRPr/>
        </a:p>
      </dgm:t>
    </dgm:pt>
    <dgm:pt modelId="{BB6EFE5A-55CD-474F-8C7E-F27622450C45}" type="parTrans" cxnId="{B1F385A6-FE47-4AB4-96E8-EFCE0CA60E3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F4007C5F-1DBD-402D-B72E-37ADD6DC429A}" type="sibTrans" cxnId="{B1F385A6-FE47-4AB4-96E8-EFCE0CA60E3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04BE9AEC-4552-474D-B071-212C041E0A84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Pepe</a:t>
          </a:r>
          <a:endParaRPr/>
        </a:p>
      </dgm:t>
    </dgm:pt>
    <dgm:pt modelId="{3CD93CC9-3E9F-4F4B-9788-E7167ABD90EA}" type="parTrans" cxnId="{DD17C3E7-9C5D-4FA0-9035-99B3043CF77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6DF7C04D-DC26-4403-B017-3946977266C3}" type="sibTrans" cxnId="{DD17C3E7-9C5D-4FA0-9035-99B3043CF77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508B34B0-8822-4B9D-8509-C86242B3F0FC}" type="node">
      <dgm:prSet phldrT="[Testo]" custT="1"/>
      <dgm:spPr bwMode="auto"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>
            <a:defRPr/>
          </a:pPr>
          <a:r>
            <a:rPr lang="it-IT" sz="1200" b="1">
              <a:solidFill>
                <a:schemeClr val="accent2">
                  <a:lumMod val="50000"/>
                </a:schemeClr>
              </a:solidFill>
            </a:rPr>
            <a:t>+ Aggiungi ingrediente</a:t>
          </a:r>
          <a:endParaRPr/>
        </a:p>
      </dgm:t>
    </dgm:pt>
    <dgm:pt modelId="{EAFBB4BE-EB34-4DE9-B37A-E90832B60FFA}" type="parTrans" cxnId="{B7E32D36-B923-43E1-B2CE-694DD99F3081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46A9A74D-28EB-459B-B131-E8A65D94C2ED}" type="sibTrans" cxnId="{B7E32D36-B923-43E1-B2CE-694DD99F3081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F0C0F86B-80BD-4520-9E83-6DC0219129D8}" type="node">
      <dgm:prSet phldrT="[Testo]" custT="1"/>
      <dgm:spPr bwMode="auto">
        <a:noFill/>
        <a:ln>
          <a:noFill/>
        </a:ln>
      </dgm:spPr>
      <dgm:t>
        <a:bodyPr/>
        <a:lstStyle/>
        <a:p>
          <a:pPr>
            <a:defRPr/>
          </a:pPr>
          <a:endParaRPr lang="it-IT" sz="1400"/>
        </a:p>
      </dgm:t>
    </dgm:pt>
    <dgm:pt modelId="{44D45EBF-5242-4CF5-A5A8-AFAF60963F21}" type="parTrans" cxnId="{CFC94C55-EB71-4B8A-A7FA-9C147C383FD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C995CE2-13AC-4CE2-AAC5-1607B79F7671}" type="sibTrans" cxnId="{CFC94C55-EB71-4B8A-A7FA-9C147C383FD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652193C-1628-4C0E-B5A7-BC01F5A15199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16E18BA-6997-4308-8595-2ABD5F716B04}" type="parTrans" cxnId="{AE973A5B-F97E-42BF-A08E-D4B7EDB8DC8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FE3BF33-8D9F-4796-965B-3521F5B590E9}" type="sibTrans" cxnId="{AE973A5B-F97E-42BF-A08E-D4B7EDB8DC8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B7537CF-254E-4683-88E0-15B5AC4525D1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C1C36E8-BCD2-44DC-BA2F-6CE86D49097E}" type="parTrans" cxnId="{63A1F80B-4FE5-44B6-AB9D-7CC620D0CEFD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FA58463C-1AF2-4D42-B86C-81BEFB42402D}" type="sibTrans" cxnId="{63A1F80B-4FE5-44B6-AB9D-7CC620D0CEFD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1994E72-8066-4A33-9CF0-BDC3BFED4B91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0B54F88-967B-4495-A296-0196625F8678}" type="parTrans" cxnId="{39D58A2D-9B32-481C-A133-05607B8D751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1DBF7EF-35D0-43D2-993E-83A013278857}" type="sibTrans" cxnId="{39D58A2D-9B32-481C-A133-05607B8D751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CCF1C336-351A-4986-8966-7334DAD19C58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F3FDFDB-28D8-441A-95DB-FBAEEF23CCF9}" type="parTrans" cxnId="{10A12EA6-BA59-48C5-9067-97E7AC23BB46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5F2E657-D8BE-409C-8503-980B9C48BDAC}" type="sibTrans" cxnId="{10A12EA6-BA59-48C5-9067-97E7AC23BB46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EF8C836-5809-4119-98F0-335893544027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086C1C3-793F-4C05-8BA3-B2FC14418D50}" type="parTrans" cxnId="{97B62132-225D-423B-9CF7-95D091B6AEC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1DF8A1A-87A4-4EFD-8026-AF72443C6C50}" type="sibTrans" cxnId="{97B62132-225D-423B-9CF7-95D091B6AEC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CE436C1-5497-4887-A29F-133ED153DBC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CFC12FF-E221-4CCE-BEB2-84BB792B6D21}" type="parTrans" cxnId="{7A1CC611-18BB-46A5-AC29-50ECD316701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547FCED-3454-4B91-9844-7B6987389CD8}" type="sibTrans" cxnId="{7A1CC611-18BB-46A5-AC29-50ECD316701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FFE4DFC2-83E3-4B88-8AA1-C916996E5F7B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E4834AA-6831-4C05-8916-8D82BEAE1FE8}" type="parTrans" cxnId="{E7E93ECF-F918-4024-BD3A-A12D6C61E8D6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784081E-86D0-433D-B238-1E93EE868D2E}" type="sibTrans" cxnId="{E7E93ECF-F918-4024-BD3A-A12D6C61E8D6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2B6E68A-4A4F-4AD7-83CD-F8175BCBCA64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C706831-F717-4F53-883B-B1360AA9AC7D}" type="parTrans" cxnId="{B85B8A65-27B7-4B4F-A48A-199B9D2E6D3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0BF1F8A-19B8-45CB-9B10-4160ABBE06C0}" type="sibTrans" cxnId="{B85B8A65-27B7-4B4F-A48A-199B9D2E6D3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7195878-9623-4A53-B73A-3510AE5062C5}" type="pres">
      <dgm:prSet presAssocID="{901C6586-BCBD-4CE4-9830-89F1D9B4AE5F}" presName="linear" presStyleCnt="0">
        <dgm:presLayoutVars>
          <dgm:animLvl val="lvl"/>
          <dgm:resizeHandles val="exact"/>
        </dgm:presLayoutVars>
      </dgm:prSet>
      <dgm:spPr bwMode="auto"/>
    </dgm:pt>
    <dgm:pt modelId="{2E63C274-9DA8-45B8-82CD-443D3F0D4117}" type="pres">
      <dgm:prSet custLinFactNeighborX="-2184" custLinFactNeighborY="-100000" custLinFactY="-68734" presAssocID="{FFB3B67C-1440-48A0-8A3C-215F535DAEB6}" presName="parentText" presStyleLbl="node1" presStyleIdx="0" presStyleCnt="8">
        <dgm:presLayoutVars>
          <dgm:chMax val="0"/>
          <dgm:bulletEnabled val="1"/>
        </dgm:presLayoutVars>
      </dgm:prSet>
      <dgm:spPr bwMode="auto"/>
    </dgm:pt>
    <dgm:pt modelId="{0ED22298-B8E4-4CC6-A1C0-09FB0D12D12D}" type="pres">
      <dgm:prSet presAssocID="{DBE34E57-ADC3-4EFA-814C-31040430D082}" presName="spacer" presStyleCnt="0"/>
      <dgm:spPr bwMode="auto"/>
    </dgm:pt>
    <dgm:pt modelId="{588B54E1-05A8-4440-8F0D-96AD752098A3}" type="pres">
      <dgm:prSet presAssocID="{6EA496EA-1116-4392-82B2-3ABB000E63A9}" presName="parentText" presStyleLbl="node1" presStyleIdx="1" presStyleCnt="8">
        <dgm:presLayoutVars>
          <dgm:chMax val="0"/>
          <dgm:bulletEnabled val="1"/>
        </dgm:presLayoutVars>
      </dgm:prSet>
      <dgm:spPr bwMode="auto"/>
    </dgm:pt>
    <dgm:pt modelId="{9EB2A054-C719-46C0-9B55-010E4B78980E}" type="pres">
      <dgm:prSet presAssocID="{24950D9D-C797-4876-8F64-C13AC3960C8E}" presName="spacer" presStyleCnt="0"/>
      <dgm:spPr bwMode="auto"/>
    </dgm:pt>
    <dgm:pt modelId="{920EF786-34AE-4CDF-83CF-7A159AE4B3C9}" type="pres">
      <dgm:prSet presAssocID="{A0DAAF04-7AA3-4F22-9190-45111789109B}" presName="parentText" presStyleLbl="node1" presStyleIdx="2" presStyleCnt="8">
        <dgm:presLayoutVars>
          <dgm:chMax val="0"/>
          <dgm:bulletEnabled val="1"/>
        </dgm:presLayoutVars>
      </dgm:prSet>
      <dgm:spPr bwMode="auto"/>
    </dgm:pt>
    <dgm:pt modelId="{2E27A52A-8957-471F-AA16-F337D37061A8}" type="pres">
      <dgm:prSet presAssocID="{7DAEC203-3C7C-436D-AFE8-B885FB723D85}" presName="spacer" presStyleCnt="0"/>
      <dgm:spPr bwMode="auto"/>
    </dgm:pt>
    <dgm:pt modelId="{60CFC448-A2E9-471D-B823-5CCB0A6A8936}" type="pres">
      <dgm:prSet presAssocID="{73AC3690-75D5-41BB-9A06-C03A7F64BBF2}" presName="parentText" presStyleLbl="node1" presStyleIdx="3" presStyleCnt="8">
        <dgm:presLayoutVars>
          <dgm:chMax val="0"/>
          <dgm:bulletEnabled val="1"/>
        </dgm:presLayoutVars>
      </dgm:prSet>
      <dgm:spPr bwMode="auto"/>
    </dgm:pt>
    <dgm:pt modelId="{0BC88EDA-9496-41A5-A1CB-3951BE1A3A94}" type="pres">
      <dgm:prSet presAssocID="{2635728D-9B92-4EB1-8DB0-A0DA76CA87F1}" presName="spacer" presStyleCnt="0"/>
      <dgm:spPr bwMode="auto"/>
    </dgm:pt>
    <dgm:pt modelId="{99CE9A2F-1CEC-4ABF-B168-15D47293304F}" type="pres">
      <dgm:prSet presAssocID="{D97B27A1-5A4D-4301-8556-F5EAABCCE635}" presName="parentText" presStyleLbl="node1" presStyleIdx="4" presStyleCnt="8">
        <dgm:presLayoutVars>
          <dgm:chMax val="0"/>
          <dgm:bulletEnabled val="1"/>
        </dgm:presLayoutVars>
      </dgm:prSet>
      <dgm:spPr bwMode="auto"/>
    </dgm:pt>
    <dgm:pt modelId="{98426BBA-1F64-4AFA-8957-D78168382DF4}" type="pres">
      <dgm:prSet presAssocID="{F4007C5F-1DBD-402D-B72E-37ADD6DC429A}" presName="spacer" presStyleCnt="0"/>
      <dgm:spPr bwMode="auto"/>
    </dgm:pt>
    <dgm:pt modelId="{EFDFAC03-7954-429E-A62B-58C691FD5CEA}" type="pres">
      <dgm:prSet presAssocID="{04BE9AEC-4552-474D-B071-212C041E0A84}" presName="parentText" presStyleLbl="node1" presStyleIdx="5" presStyleCnt="8">
        <dgm:presLayoutVars>
          <dgm:chMax val="0"/>
          <dgm:bulletEnabled val="1"/>
        </dgm:presLayoutVars>
      </dgm:prSet>
      <dgm:spPr bwMode="auto"/>
    </dgm:pt>
    <dgm:pt modelId="{6A65C1F9-B100-46A8-9C4E-C0AD1F6897D8}" type="pres">
      <dgm:prSet presAssocID="{04BE9AEC-4552-474D-B071-212C041E0A84}" presName="childText" presStyleLbl="revTx" presStyleIdx="0" presStyleCnt="1">
        <dgm:presLayoutVars>
          <dgm:bulletEnabled val="1"/>
        </dgm:presLayoutVars>
      </dgm:prSet>
      <dgm:spPr bwMode="auto"/>
    </dgm:pt>
    <dgm:pt modelId="{924A46D7-53D3-4C2B-A0D4-9593D2A096BF}" type="pres">
      <dgm:prSet presAssocID="{F0C0F86B-80BD-4520-9E83-6DC0219129D8}" presName="parentText" presStyleLbl="node1" presStyleIdx="6" presStyleCnt="8">
        <dgm:presLayoutVars>
          <dgm:chMax val="0"/>
          <dgm:bulletEnabled val="1"/>
        </dgm:presLayoutVars>
      </dgm:prSet>
      <dgm:spPr bwMode="auto"/>
    </dgm:pt>
    <dgm:pt modelId="{32B0200A-C088-4154-AC6B-FBD63EA3629B}" type="pres">
      <dgm:prSet presAssocID="{DC995CE2-13AC-4CE2-AAC5-1607B79F7671}" presName="spacer" presStyleCnt="0"/>
      <dgm:spPr bwMode="auto"/>
    </dgm:pt>
    <dgm:pt modelId="{A04F6C91-AEBF-4847-980F-C23A5906DCBB}" type="pres">
      <dgm:prSet custLinFactNeighborX="745" custLinFactNeighborY="200000" custLinFactY="140631" presAssocID="{508B34B0-8822-4B9D-8509-C86242B3F0FC}" presName="parentText" presStyleLbl="node1" presStyleIdx="7" presStyleCnt="8">
        <dgm:presLayoutVars>
          <dgm:chMax val="0"/>
          <dgm:bulletEnabled val="1"/>
        </dgm:presLayoutVars>
      </dgm:prSet>
      <dgm:spPr bwMode="auto"/>
    </dgm:pt>
  </dgm:ptLst>
  <dgm:cxnLst>
    <dgm:cxn modelId="{BB1F0707-D578-4BED-98B6-C211E6F07870}" type="presOf" srcId="{0CE436C1-5497-4887-A29F-133ED153DBCE}" destId="{6A65C1F9-B100-46A8-9C4E-C0AD1F6897D8}" srcOrd="0" destOrd="5" presId="urn:microsoft.com/office/officeart/2005/8/layout/vList2"/>
    <dgm:cxn modelId="{63A1F80B-4FE5-44B6-AB9D-7CC620D0CEFD}" type="parOf" srcId="{04BE9AEC-4552-474D-B071-212C041E0A84}" destId="{1B7537CF-254E-4683-88E0-15B5AC4525D1}" srcOrd="1" destOrd="0" parTransId="{7C1C36E8-BCD2-44DC-BA2F-6CE86D49097E}" sibTransId="{FA58463C-1AF2-4D42-B86C-81BEFB42402D}"/>
    <dgm:cxn modelId="{608F240C-6D31-4EC2-9A0B-44786FB0CFC9}" type="parOf" srcId="{901C6586-BCBD-4CE4-9830-89F1D9B4AE5F}" destId="{73AC3690-75D5-41BB-9A06-C03A7F64BBF2}" srcOrd="3" destOrd="0" parTransId="{A4521E31-F3AC-4493-9A35-5127AC507B4C}" sibTransId="{2635728D-9B92-4EB1-8DB0-A0DA76CA87F1}"/>
    <dgm:cxn modelId="{7A1CC611-18BB-46A5-AC29-50ECD3167017}" type="parOf" srcId="{04BE9AEC-4552-474D-B071-212C041E0A84}" destId="{0CE436C1-5497-4887-A29F-133ED153DBCE}" srcOrd="5" destOrd="0" parTransId="{6CFC12FF-E221-4CCE-BEB2-84BB792B6D21}" sibTransId="{E547FCED-3454-4B91-9844-7B6987389CD8}"/>
    <dgm:cxn modelId="{39D58A2D-9B32-481C-A133-05607B8D751C}" type="parOf" srcId="{04BE9AEC-4552-474D-B071-212C041E0A84}" destId="{81994E72-8066-4A33-9CF0-BDC3BFED4B91}" srcOrd="2" destOrd="0" parTransId="{B0B54F88-967B-4495-A296-0196625F8678}" sibTransId="{E1DBF7EF-35D0-43D2-993E-83A013278857}"/>
    <dgm:cxn modelId="{80B23730-46B5-4DC6-B88C-69C8BAA2CE9F}" type="presOf" srcId="{F0C0F86B-80BD-4520-9E83-6DC0219129D8}" destId="{924A46D7-53D3-4C2B-A0D4-9593D2A096BF}" srcOrd="0" destOrd="0" presId="urn:microsoft.com/office/officeart/2005/8/layout/vList2"/>
    <dgm:cxn modelId="{97B62132-225D-423B-9CF7-95D091B6AEC1}" type="parOf" srcId="{04BE9AEC-4552-474D-B071-212C041E0A84}" destId="{6EF8C836-5809-4119-98F0-335893544027}" srcOrd="4" destOrd="0" parTransId="{B086C1C3-793F-4C05-8BA3-B2FC14418D50}" sibTransId="{31DF8A1A-87A4-4EFD-8026-AF72443C6C50}"/>
    <dgm:cxn modelId="{B7E32D36-B923-43E1-B2CE-694DD99F3081}" type="parOf" srcId="{901C6586-BCBD-4CE4-9830-89F1D9B4AE5F}" destId="{508B34B0-8822-4B9D-8509-C86242B3F0FC}" srcOrd="7" destOrd="0" parTransId="{EAFBB4BE-EB34-4DE9-B37A-E90832B60FFA}" sibTransId="{46A9A74D-28EB-459B-B131-E8A65D94C2ED}"/>
    <dgm:cxn modelId="{AE973A5B-F97E-42BF-A08E-D4B7EDB8DC8A}" type="parOf" srcId="{04BE9AEC-4552-474D-B071-212C041E0A84}" destId="{2652193C-1628-4C0E-B5A7-BC01F5A15199}" srcOrd="0" destOrd="0" parTransId="{716E18BA-6997-4308-8595-2ABD5F716B04}" sibTransId="{8FE3BF33-8D9F-4796-965B-3521F5B590E9}"/>
    <dgm:cxn modelId="{8E5BB860-61D0-46E3-B9BC-2E3ABBA3BA72}" type="presOf" srcId="{FFE4DFC2-83E3-4B88-8AA1-C916996E5F7B}" destId="{6A65C1F9-B100-46A8-9C4E-C0AD1F6897D8}" srcOrd="0" destOrd="6" presId="urn:microsoft.com/office/officeart/2005/8/layout/vList2"/>
    <dgm:cxn modelId="{51219D41-94E6-4691-814E-FF6B39A29AF0}" type="presOf" srcId="{2652193C-1628-4C0E-B5A7-BC01F5A15199}" destId="{6A65C1F9-B100-46A8-9C4E-C0AD1F6897D8}" srcOrd="0" destOrd="0" presId="urn:microsoft.com/office/officeart/2005/8/layout/vList2"/>
    <dgm:cxn modelId="{DDC82E43-C7DD-40B2-956E-47F81491CDEC}" type="parOf" srcId="{901C6586-BCBD-4CE4-9830-89F1D9B4AE5F}" destId="{A0DAAF04-7AA3-4F22-9190-45111789109B}" srcOrd="2" destOrd="0" parTransId="{519D677F-6421-4B03-977C-6050410474A4}" sibTransId="{7DAEC203-3C7C-436D-AFE8-B885FB723D85}"/>
    <dgm:cxn modelId="{B85B8A65-27B7-4B4F-A48A-199B9D2E6D35}" type="parOf" srcId="{04BE9AEC-4552-474D-B071-212C041E0A84}" destId="{32B6E68A-4A4F-4AD7-83CD-F8175BCBCA64}" srcOrd="7" destOrd="0" parTransId="{1C706831-F717-4F53-883B-B1360AA9AC7D}" sibTransId="{20BF1F8A-19B8-45CB-9B10-4160ABBE06C0}"/>
    <dgm:cxn modelId="{EC8C6746-808B-47C7-8480-64BCD1E94515}" type="presOf" srcId="{04BE9AEC-4552-474D-B071-212C041E0A84}" destId="{EFDFAC03-7954-429E-A62B-58C691FD5CEA}" srcOrd="0" destOrd="0" presId="urn:microsoft.com/office/officeart/2005/8/layout/vList2"/>
    <dgm:cxn modelId="{1D942A47-B72A-4E69-9500-4819B447EF64}" type="presOf" srcId="{FFB3B67C-1440-48A0-8A3C-215F535DAEB6}" destId="{2E63C274-9DA8-45B8-82CD-443D3F0D4117}" srcOrd="0" destOrd="0" presId="urn:microsoft.com/office/officeart/2005/8/layout/vList2"/>
    <dgm:cxn modelId="{CFC94C55-EB71-4B8A-A7FA-9C147C383FD1}" type="parOf" srcId="{901C6586-BCBD-4CE4-9830-89F1D9B4AE5F}" destId="{F0C0F86B-80BD-4520-9E83-6DC0219129D8}" srcOrd="6" destOrd="0" parTransId="{44D45EBF-5242-4CF5-A5A8-AFAF60963F21}" sibTransId="{DC995CE2-13AC-4CE2-AAC5-1607B79F7671}"/>
    <dgm:cxn modelId="{4D0E3B83-6833-441A-8118-96718D68C6AA}" type="parOf" srcId="{901C6586-BCBD-4CE4-9830-89F1D9B4AE5F}" destId="{6EA496EA-1116-4392-82B2-3ABB000E63A9}" srcOrd="1" destOrd="0" parTransId="{AF68B59F-D7C0-4C91-BEDC-861FD980CEAD}" sibTransId="{24950D9D-C797-4876-8F64-C13AC3960C8E}"/>
    <dgm:cxn modelId="{FAD3268B-E4F1-48AB-8C19-D586D836EA40}" type="presOf" srcId="{A0DAAF04-7AA3-4F22-9190-45111789109B}" destId="{920EF786-34AE-4CDF-83CF-7A159AE4B3C9}" srcOrd="0" destOrd="0" presId="urn:microsoft.com/office/officeart/2005/8/layout/vList2"/>
    <dgm:cxn modelId="{FC89439E-1552-46F2-8777-1A8BC6AE4F45}" type="presOf" srcId="{6EF8C836-5809-4119-98F0-335893544027}" destId="{6A65C1F9-B100-46A8-9C4E-C0AD1F6897D8}" srcOrd="0" destOrd="4" presId="urn:microsoft.com/office/officeart/2005/8/layout/vList2"/>
    <dgm:cxn modelId="{10A12EA6-BA59-48C5-9067-97E7AC23BB46}" type="parOf" srcId="{04BE9AEC-4552-474D-B071-212C041E0A84}" destId="{CCF1C336-351A-4986-8966-7334DAD19C58}" srcOrd="3" destOrd="0" parTransId="{0F3FDFDB-28D8-441A-95DB-FBAEEF23CCF9}" sibTransId="{45F2E657-D8BE-409C-8503-980B9C48BDAC}"/>
    <dgm:cxn modelId="{B1F385A6-FE47-4AB4-96E8-EFCE0CA60E39}" type="parOf" srcId="{901C6586-BCBD-4CE4-9830-89F1D9B4AE5F}" destId="{D97B27A1-5A4D-4301-8556-F5EAABCCE635}" srcOrd="4" destOrd="0" parTransId="{BB6EFE5A-55CD-474F-8C7E-F27622450C45}" sibTransId="{F4007C5F-1DBD-402D-B72E-37ADD6DC429A}"/>
    <dgm:cxn modelId="{07D75AB2-D22E-49BF-9A3B-78AE14B504CE}" type="presOf" srcId="{901C6586-BCBD-4CE4-9830-89F1D9B4AE5F}" destId="{87195878-9623-4A53-B73A-3510AE5062C5}" srcOrd="0" destOrd="0" presId="urn:microsoft.com/office/officeart/2005/8/layout/vList2"/>
    <dgm:cxn modelId="{4CF470B3-41B6-4B42-AC9D-A70FAF68B449}" type="presOf" srcId="{CCF1C336-351A-4986-8966-7334DAD19C58}" destId="{6A65C1F9-B100-46A8-9C4E-C0AD1F6897D8}" srcOrd="0" destOrd="3" presId="urn:microsoft.com/office/officeart/2005/8/layout/vList2"/>
    <dgm:cxn modelId="{827569BF-6414-44BA-9C08-F4811FA8B7B8}" type="presOf" srcId="{73AC3690-75D5-41BB-9A06-C03A7F64BBF2}" destId="{60CFC448-A2E9-471D-B823-5CCB0A6A8936}" srcOrd="0" destOrd="0" presId="urn:microsoft.com/office/officeart/2005/8/layout/vList2"/>
    <dgm:cxn modelId="{B9487BC8-723F-4399-9032-A115D4BA276C}" type="presOf" srcId="{508B34B0-8822-4B9D-8509-C86242B3F0FC}" destId="{A04F6C91-AEBF-4847-980F-C23A5906DCBB}" srcOrd="0" destOrd="0" presId="urn:microsoft.com/office/officeart/2005/8/layout/vList2"/>
    <dgm:cxn modelId="{E7E93ECF-F918-4024-BD3A-A12D6C61E8D6}" type="parOf" srcId="{04BE9AEC-4552-474D-B071-212C041E0A84}" destId="{FFE4DFC2-83E3-4B88-8AA1-C916996E5F7B}" srcOrd="6" destOrd="0" parTransId="{1E4834AA-6831-4C05-8916-8D82BEAE1FE8}" sibTransId="{7784081E-86D0-433D-B238-1E93EE868D2E}"/>
    <dgm:cxn modelId="{31835AD6-F378-469D-8CFC-50022F13F148}" type="presOf" srcId="{6EA496EA-1116-4392-82B2-3ABB000E63A9}" destId="{588B54E1-05A8-4440-8F0D-96AD752098A3}" srcOrd="0" destOrd="0" presId="urn:microsoft.com/office/officeart/2005/8/layout/vList2"/>
    <dgm:cxn modelId="{5F11CBD9-5FBA-426E-9584-4988C06405BC}" type="parOf" srcId="{901C6586-BCBD-4CE4-9830-89F1D9B4AE5F}" destId="{FFB3B67C-1440-48A0-8A3C-215F535DAEB6}" srcOrd="0" destOrd="0" parTransId="{518085CE-D40D-4424-BF63-7CD1ED0A1257}" sibTransId="{DBE34E57-ADC3-4EFA-814C-31040430D082}"/>
    <dgm:cxn modelId="{0574F8D9-6724-4C38-A8B7-67928FF56A92}" type="presOf" srcId="{1B7537CF-254E-4683-88E0-15B5AC4525D1}" destId="{6A65C1F9-B100-46A8-9C4E-C0AD1F6897D8}" srcOrd="0" destOrd="1" presId="urn:microsoft.com/office/officeart/2005/8/layout/vList2"/>
    <dgm:cxn modelId="{1F7D7ADB-BC6B-4821-8390-EED4BFAE4065}" type="presOf" srcId="{D97B27A1-5A4D-4301-8556-F5EAABCCE635}" destId="{99CE9A2F-1CEC-4ABF-B168-15D47293304F}" srcOrd="0" destOrd="0" presId="urn:microsoft.com/office/officeart/2005/8/layout/vList2"/>
    <dgm:cxn modelId="{98AB5AE7-2320-4DEC-9822-EA4B08DACCC3}" type="presOf" srcId="{32B6E68A-4A4F-4AD7-83CD-F8175BCBCA64}" destId="{6A65C1F9-B100-46A8-9C4E-C0AD1F6897D8}" srcOrd="0" destOrd="7" presId="urn:microsoft.com/office/officeart/2005/8/layout/vList2"/>
    <dgm:cxn modelId="{DD17C3E7-9C5D-4FA0-9035-99B3043CF779}" type="parOf" srcId="{901C6586-BCBD-4CE4-9830-89F1D9B4AE5F}" destId="{04BE9AEC-4552-474D-B071-212C041E0A84}" srcOrd="5" destOrd="0" parTransId="{3CD93CC9-3E9F-4F4B-9788-E7167ABD90EA}" sibTransId="{6DF7C04D-DC26-4403-B017-3946977266C3}"/>
    <dgm:cxn modelId="{4AF856F7-A575-4582-B33C-F101922D292C}" type="presOf" srcId="{81994E72-8066-4A33-9CF0-BDC3BFED4B91}" destId="{6A65C1F9-B100-46A8-9C4E-C0AD1F6897D8}" srcOrd="0" destOrd="2" presId="urn:microsoft.com/office/officeart/2005/8/layout/vList2"/>
    <dgm:cxn modelId="{5B475918-8458-4E3F-8FDE-CBCDC36D4A12}" type="presParOf" srcId="{87195878-9623-4A53-B73A-3510AE5062C5}" destId="{2E63C274-9DA8-45B8-82CD-443D3F0D4117}" srcOrd="0" destOrd="0" presId="urn:microsoft.com/office/officeart/2005/8/layout/vList2"/>
    <dgm:cxn modelId="{027A12C7-1024-48CF-9DFB-75F634AC119C}" type="presParOf" srcId="{87195878-9623-4A53-B73A-3510AE5062C5}" destId="{0ED22298-B8E4-4CC6-A1C0-09FB0D12D12D}" srcOrd="1" destOrd="0" presId="urn:microsoft.com/office/officeart/2005/8/layout/vList2"/>
    <dgm:cxn modelId="{85AE3E9F-9EBC-4FDC-9CB9-946AC061D882}" type="presParOf" srcId="{87195878-9623-4A53-B73A-3510AE5062C5}" destId="{588B54E1-05A8-4440-8F0D-96AD752098A3}" srcOrd="2" destOrd="0" presId="urn:microsoft.com/office/officeart/2005/8/layout/vList2"/>
    <dgm:cxn modelId="{B994135C-0EC1-4EA0-98A0-C49DAD3B081D}" type="presParOf" srcId="{87195878-9623-4A53-B73A-3510AE5062C5}" destId="{9EB2A054-C719-46C0-9B55-010E4B78980E}" srcOrd="3" destOrd="0" presId="urn:microsoft.com/office/officeart/2005/8/layout/vList2"/>
    <dgm:cxn modelId="{E2906EFB-0CED-4A1A-AAF3-A07A3C15B7B3}" type="presParOf" srcId="{87195878-9623-4A53-B73A-3510AE5062C5}" destId="{920EF786-34AE-4CDF-83CF-7A159AE4B3C9}" srcOrd="4" destOrd="0" presId="urn:microsoft.com/office/officeart/2005/8/layout/vList2"/>
    <dgm:cxn modelId="{31E9E98B-E835-44FA-8048-6910B8C6C9CB}" type="presParOf" srcId="{87195878-9623-4A53-B73A-3510AE5062C5}" destId="{2E27A52A-8957-471F-AA16-F337D37061A8}" srcOrd="5" destOrd="0" presId="urn:microsoft.com/office/officeart/2005/8/layout/vList2"/>
    <dgm:cxn modelId="{87687FE9-9F82-4121-A0AA-AF853B8A0D6C}" type="presParOf" srcId="{87195878-9623-4A53-B73A-3510AE5062C5}" destId="{60CFC448-A2E9-471D-B823-5CCB0A6A8936}" srcOrd="6" destOrd="0" presId="urn:microsoft.com/office/officeart/2005/8/layout/vList2"/>
    <dgm:cxn modelId="{050D95BE-1BBD-4792-BB41-80F4980C3D27}" type="presParOf" srcId="{87195878-9623-4A53-B73A-3510AE5062C5}" destId="{0BC88EDA-9496-41A5-A1CB-3951BE1A3A94}" srcOrd="7" destOrd="0" presId="urn:microsoft.com/office/officeart/2005/8/layout/vList2"/>
    <dgm:cxn modelId="{C84C3944-EDCA-4BEE-A62F-E0192F0FE96A}" type="presParOf" srcId="{87195878-9623-4A53-B73A-3510AE5062C5}" destId="{99CE9A2F-1CEC-4ABF-B168-15D47293304F}" srcOrd="8" destOrd="0" presId="urn:microsoft.com/office/officeart/2005/8/layout/vList2"/>
    <dgm:cxn modelId="{EA66A9D7-CE7B-4F46-840F-3FC0EEC83C51}" type="presParOf" srcId="{87195878-9623-4A53-B73A-3510AE5062C5}" destId="{98426BBA-1F64-4AFA-8957-D78168382DF4}" srcOrd="9" destOrd="0" presId="urn:microsoft.com/office/officeart/2005/8/layout/vList2"/>
    <dgm:cxn modelId="{985E69CA-0E5B-428B-8D39-41E97FE1E5DC}" type="presParOf" srcId="{87195878-9623-4A53-B73A-3510AE5062C5}" destId="{EFDFAC03-7954-429E-A62B-58C691FD5CEA}" srcOrd="10" destOrd="0" presId="urn:microsoft.com/office/officeart/2005/8/layout/vList2"/>
    <dgm:cxn modelId="{83573241-D0AB-4C0D-A1F5-CB8E1022C968}" type="presParOf" srcId="{87195878-9623-4A53-B73A-3510AE5062C5}" destId="{6A65C1F9-B100-46A8-9C4E-C0AD1F6897D8}" srcOrd="11" destOrd="0" presId="urn:microsoft.com/office/officeart/2005/8/layout/vList2"/>
    <dgm:cxn modelId="{D722051E-A16F-4A16-95EE-AAE91990F0F4}" type="presParOf" srcId="{87195878-9623-4A53-B73A-3510AE5062C5}" destId="{924A46D7-53D3-4C2B-A0D4-9593D2A096BF}" srcOrd="12" destOrd="0" presId="urn:microsoft.com/office/officeart/2005/8/layout/vList2"/>
    <dgm:cxn modelId="{4D0230EF-8824-40DC-9612-2FD5C37D4C1D}" type="presParOf" srcId="{87195878-9623-4A53-B73A-3510AE5062C5}" destId="{32B0200A-C088-4154-AC6B-FBD63EA3629B}" srcOrd="13" destOrd="0" presId="urn:microsoft.com/office/officeart/2005/8/layout/vList2"/>
    <dgm:cxn modelId="{2318F9B4-15F5-44D3-BC47-52FC9C2DDABD}" type="presParOf" srcId="{87195878-9623-4A53-B73A-3510AE5062C5}" destId="{A04F6C91-AEBF-4847-980F-C23A5906DCBB}" srcOrd="14" destOrd="0" presId="urn:microsoft.com/office/officeart/2005/8/layout/vList2"/>
  </dgm:cxnLst>
  <dgm:bg>
    <a:solidFill>
      <a:schemeClr val="accent2"/>
    </a:solidFill>
  </dgm:bg>
  <dgm:whole/>
  <dgm:extLst>
    <a:ext uri="http://schemas.microsoft.com/office/drawing/2008/diagram">
      <dsp:dataModelExt xmlns:dsp="http://schemas.microsoft.com/office/drawing/2008/diagram" relId="rId4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901C6586-BCBD-4CE4-9830-89F1D9B4AE5F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 phldr="1"/>
      <dgm:spPr bwMode="auto"/>
      <dgm:t>
        <a:bodyPr/>
        <a:lstStyle/>
        <a:p>
          <a:pPr>
            <a:defRPr/>
          </a:pPr>
          <a:endParaRPr lang="it-IT"/>
        </a:p>
      </dgm:t>
    </dgm:pt>
    <dgm:pt modelId="{FFB3B67C-1440-48A0-8A3C-215F535DAEB6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Cereali contenenti glutine </a:t>
          </a: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e prodotti </a:t>
          </a: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derivati</a:t>
          </a:r>
          <a:endParaRPr/>
        </a:p>
      </dgm:t>
    </dgm:pt>
    <dgm:pt modelId="{518085CE-D40D-4424-BF63-7CD1ED0A1257}" type="parTrans" cxnId="{5F11CBD9-5FBA-426E-9584-4988C06405B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DBE34E57-ADC3-4EFA-814C-31040430D082}" type="sibTrans" cxnId="{5F11CBD9-5FBA-426E-9584-4988C06405B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6EA496EA-1116-4392-82B2-3ABB000E63A9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Uova e prodotti a base di uova</a:t>
          </a:r>
          <a:endParaRPr/>
        </a:p>
      </dgm:t>
    </dgm:pt>
    <dgm:pt modelId="{AF68B59F-D7C0-4C91-BEDC-861FD980CEAD}" type="parTrans" cxnId="{4D0E3B83-6833-441A-8118-96718D68C6AA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24950D9D-C797-4876-8F64-C13AC3960C8E}" type="sibTrans" cxnId="{4D0E3B83-6833-441A-8118-96718D68C6AA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508B34B0-8822-4B9D-8509-C86242B3F0FC}" type="node">
      <dgm:prSet phldrT="[Testo]" custT="1"/>
      <dgm:spPr bwMode="auto"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>
            <a:defRPr/>
          </a:pPr>
          <a:r>
            <a:rPr lang="it-IT" sz="1200" b="1">
              <a:solidFill>
                <a:schemeClr val="accent2">
                  <a:lumMod val="50000"/>
                </a:schemeClr>
              </a:solidFill>
            </a:rPr>
            <a:t>+ Aggiungi allergene</a:t>
          </a:r>
          <a:endParaRPr/>
        </a:p>
      </dgm:t>
    </dgm:pt>
    <dgm:pt modelId="{EAFBB4BE-EB34-4DE9-B37A-E90832B60FFA}" type="parTrans" cxnId="{B7E32D36-B923-43E1-B2CE-694DD99F3081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46A9A74D-28EB-459B-B131-E8A65D94C2ED}" type="sibTrans" cxnId="{B7E32D36-B923-43E1-B2CE-694DD99F3081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32B6E68A-4A4F-4AD7-83CD-F8175BCBCA64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C706831-F717-4F53-883B-B1360AA9AC7D}" type="parTrans" cxnId="{B85B8A65-27B7-4B4F-A48A-199B9D2E6D3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0BF1F8A-19B8-45CB-9B10-4160ABBE06C0}" type="sibTrans" cxnId="{B85B8A65-27B7-4B4F-A48A-199B9D2E6D3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0DAAF04-7AA3-4F22-9190-45111789109B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Latte e prodotti a base di latte</a:t>
          </a:r>
          <a:endParaRPr/>
        </a:p>
      </dgm:t>
    </dgm:pt>
    <dgm:pt modelId="{7DAEC203-3C7C-436D-AFE8-B885FB723D85}" type="sibTrans" cxnId="{DDC82E43-C7DD-40B2-956E-47F81491CDE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519D677F-6421-4B03-977C-6050410474A4}" type="parTrans" cxnId="{DDC82E43-C7DD-40B2-956E-47F81491CDE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C34A7D7A-9576-4FF6-A2D7-6570D2CE2B8A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0B94145-BE76-470E-8FFD-BB60C4FCD4CA}" type="parTrans" cxnId="{FD660CBE-2CF5-42EC-8AF9-679D895F3C8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7B86293-2F6E-4101-A11D-426BDDC0EA25}" type="sibTrans" cxnId="{FD660CBE-2CF5-42EC-8AF9-679D895F3C8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2047BF9-A353-4F3C-A439-D96C407B9F0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2086C2B-74CC-4B35-B2BF-BCAE78CDA663}" type="parTrans" cxnId="{E572CAAE-71B4-4325-89E0-64FCDEA29C9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3B0A022-0FFB-4040-B1DD-3816346EA22E}" type="sibTrans" cxnId="{E572CAAE-71B4-4325-89E0-64FCDEA29C9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CE0415A-EA7E-43E6-B296-E823DA52C3E7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C02ED2E-FE65-49F0-A336-729CC8871527}" type="parTrans" cxnId="{8F1BB440-FCE1-410A-833B-35AB93E1E2C9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4C4395D-AE35-4042-ADF9-3FAD159F2FB1}" type="sibTrans" cxnId="{8F1BB440-FCE1-410A-833B-35AB93E1E2C9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52BB327-7C1D-4E3A-B7EF-E38365B17D7F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88E99E5-E93D-4B20-B245-67F822D41D0F}" type="parTrans" cxnId="{2AE79A6E-A8BB-4A3F-94E2-2A598D0C039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D3A8F43-FEAF-4DD5-AA09-6CDA1232D4B2}" type="sibTrans" cxnId="{2AE79A6E-A8BB-4A3F-94E2-2A598D0C039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0AE0E32-10DD-47C1-96AD-AF530C66C69F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AA467C5-10D8-403F-BA8D-BFCC130A425C}" type="parTrans" cxnId="{A96476CA-D1B5-44F9-9949-520AD730380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EE5D31C-34CC-4DAD-B4C3-5DD3F7C41B85}" type="sibTrans" cxnId="{A96476CA-D1B5-44F9-9949-520AD730380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FB50813-E4F9-4251-A4BC-99F4EBDB6D0F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C09961B3-4796-43AE-96C7-E2854E4E95D7}" type="parTrans" cxnId="{D9EF36C3-A46A-4E11-B4C0-6A628044D22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FBA3D7A3-4780-4F1C-855F-2AD9D20B7032}" type="sibTrans" cxnId="{D9EF36C3-A46A-4E11-B4C0-6A628044D22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386D88B-396C-48A0-B8B3-DDC7DD755106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1B81EEC-407E-44C2-A435-18144803555A}" type="parTrans" cxnId="{8CD4D00E-EB2C-46B9-B893-6652049FCB5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CA51C94-3F2D-4EDD-BAED-39580F2B5FAC}" type="sibTrans" cxnId="{8CD4D00E-EB2C-46B9-B893-6652049FCB5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432918B-338E-4857-9F62-37E85883726A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9B13764-165B-40E4-9392-FE5D8D14CCBA}" type="parTrans" cxnId="{135D7BEA-3A80-4F09-A1FF-C9D11B398AF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CB420957-73CE-4141-B49B-F6619252C1E5}" type="sibTrans" cxnId="{135D7BEA-3A80-4F09-A1FF-C9D11B398AF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844263D-2440-4798-B552-36A93B2AFAB1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F5517B3-C4EE-4F19-AEA3-0CEFBDDCC5C9}" type="parTrans" cxnId="{C97AD203-857D-4C7D-9461-DB2B94885A8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C412F20-2E27-439F-8A7A-E1BAC0A6E9BA}" type="sibTrans" cxnId="{C97AD203-857D-4C7D-9461-DB2B94885A8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C9D5C68-6FCA-4A10-980A-33E11658865B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5C080D9-7998-4F50-8D45-825B25DCD512}" type="parTrans" cxnId="{1BF672CF-E1A3-4F5D-B648-482844D04C03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212E12E-385E-41E0-B53E-F948B797600D}" type="sibTrans" cxnId="{1BF672CF-E1A3-4F5D-B648-482844D04C03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638AB69-7239-4385-87A9-010C4FF9B007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E83447B-1AB4-451A-A1A6-3ABD965CF691}" type="parTrans" cxnId="{1243DCC8-42AD-49AA-93E8-F1C1AD188C3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B2FE155-865C-4F6B-9B2B-8548AC163E2E}" type="sibTrans" cxnId="{1243DCC8-42AD-49AA-93E8-F1C1AD188C3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B58BD59-636A-4FE6-A40D-0833FB603B00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BBEDE51-F33E-4C9C-A8A2-A1A6827E7EE9}" type="parTrans" cxnId="{06E14152-B839-4161-8FFE-8A65F019E37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CE0364A-BBB8-471B-8DC9-72865C561CFC}" type="sibTrans" cxnId="{06E14152-B839-4161-8FFE-8A65F019E37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17ACEB7-010C-4DEB-B58D-581CB7427475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2A92083-BEF8-48AF-BB93-86E9154A27F3}" type="parTrans" cxnId="{707C5A6D-100E-4E3E-ADE7-9F59D266F88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4541D56-2B87-4071-AF57-D565B29C9F5E}" type="sibTrans" cxnId="{707C5A6D-100E-4E3E-ADE7-9F59D266F88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389B19E-1899-4F2C-82AB-0EB53E354BF4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E30DF53-89B9-4DAC-B9F2-249480BBA67D}" type="parTrans" cxnId="{3471C0E8-EC31-4315-81C3-9929CFFE970F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6B2617F-83E8-4A87-BC2F-863B0D9F1899}" type="sibTrans" cxnId="{3471C0E8-EC31-4315-81C3-9929CFFE970F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73A2A02-CD75-4BE2-9405-002E606E9995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4631488-F0B1-491C-914F-76E4CF04B6E4}" type="parTrans" cxnId="{C8E44EEB-8ABD-48A1-8A47-088DC6DB768E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E6D53D1-48DA-486A-8547-7350941664DC}" type="sibTrans" cxnId="{C8E44EEB-8ABD-48A1-8A47-088DC6DB768E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C9A7F4F6-8A47-4ED0-AA4B-5FDE33E534D3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96E119F-FF69-4EE8-9F83-6B154E7DDA22}" type="parTrans" cxnId="{161D42FF-2957-4609-B458-FFBBE222441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3954DD8-D408-44E6-96BA-417CCEA76CA6}" type="sibTrans" cxnId="{161D42FF-2957-4609-B458-FFBBE222441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FAF025BF-D22F-4618-A1C6-B73B104074E3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CEBD54A-5FF9-4520-8D27-422579A83F10}" type="parTrans" cxnId="{DC2D0E1F-B65F-459A-91B7-FDA2792EC4A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8241217-5FDE-47B0-B45F-D1FC788ABA52}" type="sibTrans" cxnId="{DC2D0E1F-B65F-459A-91B7-FDA2792EC4A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6C1D3AC-4E1E-4207-AAF3-48F6286EB818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16AE1A0-4A85-440E-8D1D-E88720F2AA97}" type="parTrans" cxnId="{25047110-F888-4DCC-9191-F10C0AF02413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4EE6A8A-6B36-4586-B550-E39804E8F92A}" type="sibTrans" cxnId="{25047110-F888-4DCC-9191-F10C0AF02413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112AADC-B90B-4409-886C-74D8914FBA90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63FE461-EB55-422D-82D0-C92AFF7A0F6A}" type="parTrans" cxnId="{01E1DA61-20FA-4656-B020-7182F6EA12F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F358168-077C-4822-934A-1E887F958ECA}" type="sibTrans" cxnId="{01E1DA61-20FA-4656-B020-7182F6EA12F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BF0969C-9363-4AAE-AC35-B61B5CF042BC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1F35008-D55D-407F-ABDE-4B1DB123579C}" type="parTrans" cxnId="{3CC53FB2-908B-4BCA-9F2D-36B4708A553E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E5B4BDF-9393-4EE6-8B37-4F3CE75E9A52}" type="sibTrans" cxnId="{3CC53FB2-908B-4BCA-9F2D-36B4708A553E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1B43E14-8216-4550-8E33-3EC59F2423C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69E2B12-3987-4C45-9E46-4263F458446D}" type="parTrans" cxnId="{0CBEEE25-9303-4605-B24B-CF6BD72576DD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79BBC1F-08BE-415F-8ADA-BDBB9A58E67C}" type="sibTrans" cxnId="{0CBEEE25-9303-4605-B24B-CF6BD72576DD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527CF90-2636-4A37-8562-22BB4FF1529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3F896ED-7E3D-4360-9602-C2874C608373}" type="parTrans" cxnId="{117AA14E-48D4-46B9-822B-5A556FFF77C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F4DEBA9-FB8F-481C-B471-857A83309FBC}" type="sibTrans" cxnId="{117AA14E-48D4-46B9-822B-5A556FFF77C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28D5B42-8B89-4AC7-8BAC-C8B3759D325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5612D30-4F9E-40FC-8BAB-9998422A09C7}" type="parTrans" cxnId="{71570C21-101F-48E8-BED3-B4627B240FF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0A87C9B-8E9E-4717-9872-D01B16379833}" type="sibTrans" cxnId="{71570C21-101F-48E8-BED3-B4627B240FF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41F902F-C66D-488A-8DD8-597A3019E2C7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8B6770A-755A-4722-B974-5093021C5A09}" type="parTrans" cxnId="{FC4E8ED7-220E-4BC1-B6AF-8ACEDACC20C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F21C6AF-E34D-447C-89B5-ABEA023C79C6}" type="sibTrans" cxnId="{FC4E8ED7-220E-4BC1-B6AF-8ACEDACC20C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7195878-9623-4A53-B73A-3510AE5062C5}" type="pres">
      <dgm:prSet presAssocID="{901C6586-BCBD-4CE4-9830-89F1D9B4AE5F}" presName="linear" presStyleCnt="0">
        <dgm:presLayoutVars>
          <dgm:animLvl val="lvl"/>
          <dgm:resizeHandles val="exact"/>
        </dgm:presLayoutVars>
      </dgm:prSet>
      <dgm:spPr bwMode="auto"/>
    </dgm:pt>
    <dgm:pt modelId="{2E63C274-9DA8-45B8-82CD-443D3F0D4117}" type="pres">
      <dgm:prSet custLinFactNeighborX="-2184" custLinFactNeighborY="-100000" custLinFactY="-68734" presAssocID="{FFB3B67C-1440-48A0-8A3C-215F535DAEB6}" presName="parentText" presStyleLbl="node1" presStyleIdx="0" presStyleCnt="4">
        <dgm:presLayoutVars>
          <dgm:chMax val="0"/>
          <dgm:bulletEnabled val="1"/>
        </dgm:presLayoutVars>
      </dgm:prSet>
      <dgm:spPr bwMode="auto"/>
    </dgm:pt>
    <dgm:pt modelId="{0ED22298-B8E4-4CC6-A1C0-09FB0D12D12D}" type="pres">
      <dgm:prSet presAssocID="{DBE34E57-ADC3-4EFA-814C-31040430D082}" presName="spacer" presStyleCnt="0"/>
      <dgm:spPr bwMode="auto"/>
    </dgm:pt>
    <dgm:pt modelId="{588B54E1-05A8-4440-8F0D-96AD752098A3}" type="pres">
      <dgm:prSet presAssocID="{6EA496EA-1116-4392-82B2-3ABB000E63A9}" presName="parentText" presStyleLbl="node1" presStyleIdx="1" presStyleCnt="4">
        <dgm:presLayoutVars>
          <dgm:chMax val="0"/>
          <dgm:bulletEnabled val="1"/>
        </dgm:presLayoutVars>
      </dgm:prSet>
      <dgm:spPr bwMode="auto"/>
    </dgm:pt>
    <dgm:pt modelId="{9EB2A054-C719-46C0-9B55-010E4B78980E}" type="pres">
      <dgm:prSet presAssocID="{24950D9D-C797-4876-8F64-C13AC3960C8E}" presName="spacer" presStyleCnt="0"/>
      <dgm:spPr bwMode="auto"/>
    </dgm:pt>
    <dgm:pt modelId="{920EF786-34AE-4CDF-83CF-7A159AE4B3C9}" type="pres">
      <dgm:prSet presAssocID="{A0DAAF04-7AA3-4F22-9190-45111789109B}" presName="parentText" presStyleLbl="node1" presStyleIdx="2" presStyleCnt="4">
        <dgm:presLayoutVars>
          <dgm:chMax val="0"/>
          <dgm:bulletEnabled val="1"/>
        </dgm:presLayoutVars>
      </dgm:prSet>
      <dgm:spPr bwMode="auto"/>
    </dgm:pt>
    <dgm:pt modelId="{07C4600B-39FA-46BA-A953-69A47F2CFAAA}" type="pres">
      <dgm:prSet presAssocID="{A0DAAF04-7AA3-4F22-9190-45111789109B}" presName="childText" presStyleLbl="revTx" presStyleIdx="0" presStyleCnt="1">
        <dgm:presLayoutVars>
          <dgm:bulletEnabled val="1"/>
        </dgm:presLayoutVars>
      </dgm:prSet>
      <dgm:spPr bwMode="auto"/>
    </dgm:pt>
    <dgm:pt modelId="{A04F6C91-AEBF-4847-980F-C23A5906DCBB}" type="pres">
      <dgm:prSet custLinFactNeighborX="745" custLinFactNeighborY="200000" custLinFactY="140631" presAssocID="{508B34B0-8822-4B9D-8509-C86242B3F0FC}" presName="parentText" presStyleLbl="node1" presStyleIdx="3" presStyleCnt="4">
        <dgm:presLayoutVars>
          <dgm:chMax val="0"/>
          <dgm:bulletEnabled val="1"/>
        </dgm:presLayoutVars>
      </dgm:prSet>
      <dgm:spPr bwMode="auto"/>
    </dgm:pt>
  </dgm:ptLst>
  <dgm:cxnLst>
    <dgm:cxn modelId="{C97AD203-857D-4C7D-9461-DB2B94885A82}" type="parOf" srcId="{A0DAAF04-7AA3-4F22-9190-45111789109B}" destId="{5844263D-2440-4798-B552-36A93B2AFAB1}" srcOrd="8" destOrd="0" parTransId="{9F5517B3-C4EE-4F19-AEA3-0CEFBDDCC5C9}" sibTransId="{2C412F20-2E27-439F-8A7A-E1BAC0A6E9BA}"/>
    <dgm:cxn modelId="{8CD4D00E-EB2C-46B9-B893-6652049FCB55}" type="parOf" srcId="{A0DAAF04-7AA3-4F22-9190-45111789109B}" destId="{8386D88B-396C-48A0-B8B3-DDC7DD755106}" srcOrd="6" destOrd="0" parTransId="{91B81EEC-407E-44C2-A435-18144803555A}" sibTransId="{4CA51C94-3F2D-4EDD-BAED-39580F2B5FAC}"/>
    <dgm:cxn modelId="{25047110-F888-4DCC-9191-F10C0AF02413}" type="parOf" srcId="{A0DAAF04-7AA3-4F22-9190-45111789109B}" destId="{D6C1D3AC-4E1E-4207-AAF3-48F6286EB818}" srcOrd="17" destOrd="0" parTransId="{016AE1A0-4A85-440E-8D1D-E88720F2AA97}" sibTransId="{A4EE6A8A-6B36-4586-B550-E39804E8F92A}"/>
    <dgm:cxn modelId="{9919BE1E-FE1F-4EE1-8B3F-4C86C3188EDC}" type="presOf" srcId="{E527CF90-2636-4A37-8562-22BB4FF1529E}" destId="{07C4600B-39FA-46BA-A953-69A47F2CFAAA}" srcOrd="0" destOrd="21" presId="urn:microsoft.com/office/officeart/2005/8/layout/vList2"/>
    <dgm:cxn modelId="{DC2D0E1F-B65F-459A-91B7-FDA2792EC4A2}" type="parOf" srcId="{A0DAAF04-7AA3-4F22-9190-45111789109B}" destId="{FAF025BF-D22F-4618-A1C6-B73B104074E3}" srcOrd="16" destOrd="0" parTransId="{ACEBD54A-5FF9-4520-8D27-422579A83F10}" sibTransId="{58241217-5FDE-47B0-B45F-D1FC788ABA52}"/>
    <dgm:cxn modelId="{71570C21-101F-48E8-BED3-B4627B240FFA}" type="parOf" srcId="{A0DAAF04-7AA3-4F22-9190-45111789109B}" destId="{128D5B42-8B89-4AC7-8BAC-C8B3759D325E}" srcOrd="22" destOrd="0" parTransId="{45612D30-4F9E-40FC-8BAB-9998422A09C7}" sibTransId="{90A87C9B-8E9E-4717-9872-D01B16379833}"/>
    <dgm:cxn modelId="{1EB3AD21-F4DB-4D2B-9CB5-27E9BE9E791E}" type="presOf" srcId="{0112AADC-B90B-4409-886C-74D8914FBA90}" destId="{07C4600B-39FA-46BA-A953-69A47F2CFAAA}" srcOrd="0" destOrd="18" presId="urn:microsoft.com/office/officeart/2005/8/layout/vList2"/>
    <dgm:cxn modelId="{0CBEEE25-9303-4605-B24B-CF6BD72576DD}" type="parOf" srcId="{A0DAAF04-7AA3-4F22-9190-45111789109B}" destId="{E1B43E14-8216-4550-8E33-3EC59F2423CE}" srcOrd="20" destOrd="0" parTransId="{669E2B12-3987-4C45-9E46-4263F458446D}" sibTransId="{779BBC1F-08BE-415F-8ADA-BDBB9A58E67C}"/>
    <dgm:cxn modelId="{EE4FFC30-0341-40FE-A06C-D0EA27CF6D28}" type="presOf" srcId="{A41F902F-C66D-488A-8DD8-597A3019E2C7}" destId="{07C4600B-39FA-46BA-A953-69A47F2CFAAA}" srcOrd="0" destOrd="23" presId="urn:microsoft.com/office/officeart/2005/8/layout/vList2"/>
    <dgm:cxn modelId="{8C07B635-4C76-4BC1-A3B5-4F0B7DC38D29}" type="presOf" srcId="{D6C1D3AC-4E1E-4207-AAF3-48F6286EB818}" destId="{07C4600B-39FA-46BA-A953-69A47F2CFAAA}" srcOrd="0" destOrd="17" presId="urn:microsoft.com/office/officeart/2005/8/layout/vList2"/>
    <dgm:cxn modelId="{B7E32D36-B923-43E1-B2CE-694DD99F3081}" type="parOf" srcId="{901C6586-BCBD-4CE4-9830-89F1D9B4AE5F}" destId="{508B34B0-8822-4B9D-8509-C86242B3F0FC}" srcOrd="3" destOrd="0" parTransId="{EAFBB4BE-EB34-4DE9-B37A-E90832B60FFA}" sibTransId="{46A9A74D-28EB-459B-B131-E8A65D94C2ED}"/>
    <dgm:cxn modelId="{98D9C03C-5D24-47D0-B701-664E30C10D17}" type="presOf" srcId="{FAF025BF-D22F-4618-A1C6-B73B104074E3}" destId="{07C4600B-39FA-46BA-A953-69A47F2CFAAA}" srcOrd="0" destOrd="16" presId="urn:microsoft.com/office/officeart/2005/8/layout/vList2"/>
    <dgm:cxn modelId="{8F1BB440-FCE1-410A-833B-35AB93E1E2C9}" type="parOf" srcId="{A0DAAF04-7AA3-4F22-9190-45111789109B}" destId="{BCE0415A-EA7E-43E6-B296-E823DA52C3E7}" srcOrd="2" destOrd="0" parTransId="{6C02ED2E-FE65-49F0-A336-729CC8871527}" sibTransId="{D4C4395D-AE35-4042-ADF9-3FAD159F2FB1}"/>
    <dgm:cxn modelId="{01E1DA61-20FA-4656-B020-7182F6EA12FC}" type="parOf" srcId="{A0DAAF04-7AA3-4F22-9190-45111789109B}" destId="{0112AADC-B90B-4409-886C-74D8914FBA90}" srcOrd="18" destOrd="0" parTransId="{663FE461-EB55-422D-82D0-C92AFF7A0F6A}" sibTransId="{3F358168-077C-4822-934A-1E887F958ECA}"/>
    <dgm:cxn modelId="{44C05742-DB24-4C11-A5FC-3691F6D87F25}" type="presOf" srcId="{20AE0E32-10DD-47C1-96AD-AF530C66C69F}" destId="{07C4600B-39FA-46BA-A953-69A47F2CFAAA}" srcOrd="0" destOrd="4" presId="urn:microsoft.com/office/officeart/2005/8/layout/vList2"/>
    <dgm:cxn modelId="{DDC82E43-C7DD-40B2-956E-47F81491CDEC}" type="parOf" srcId="{901C6586-BCBD-4CE4-9830-89F1D9B4AE5F}" destId="{A0DAAF04-7AA3-4F22-9190-45111789109B}" srcOrd="2" destOrd="0" parTransId="{519D677F-6421-4B03-977C-6050410474A4}" sibTransId="{7DAEC203-3C7C-436D-AFE8-B885FB723D85}"/>
    <dgm:cxn modelId="{B85B8A65-27B7-4B4F-A48A-199B9D2E6D35}" type="parOf" srcId="{A0DAAF04-7AA3-4F22-9190-45111789109B}" destId="{32B6E68A-4A4F-4AD7-83CD-F8175BCBCA64}" srcOrd="24" destOrd="0" parTransId="{1C706831-F717-4F53-883B-B1360AA9AC7D}" sibTransId="{20BF1F8A-19B8-45CB-9B10-4160ABBE06C0}"/>
    <dgm:cxn modelId="{1D942A47-B72A-4E69-9500-4819B447EF64}" type="presOf" srcId="{FFB3B67C-1440-48A0-8A3C-215F535DAEB6}" destId="{2E63C274-9DA8-45B8-82CD-443D3F0D4117}" srcOrd="0" destOrd="0" presId="urn:microsoft.com/office/officeart/2005/8/layout/vList2"/>
    <dgm:cxn modelId="{CF367968-BFA9-4392-8289-98F406AAF0E8}" type="presOf" srcId="{C9A7F4F6-8A47-4ED0-AA4B-5FDE33E534D3}" destId="{07C4600B-39FA-46BA-A953-69A47F2CFAAA}" srcOrd="0" destOrd="15" presId="urn:microsoft.com/office/officeart/2005/8/layout/vList2"/>
    <dgm:cxn modelId="{707C5A6D-100E-4E3E-ADE7-9F59D266F887}" type="parOf" srcId="{A0DAAF04-7AA3-4F22-9190-45111789109B}" destId="{117ACEB7-010C-4DEB-B58D-581CB7427475}" srcOrd="12" destOrd="0" parTransId="{22A92083-BEF8-48AF-BB93-86E9154A27F3}" sibTransId="{E4541D56-2B87-4071-AF57-D565B29C9F5E}"/>
    <dgm:cxn modelId="{2AE79A6E-A8BB-4A3F-94E2-2A598D0C039A}" type="parOf" srcId="{A0DAAF04-7AA3-4F22-9190-45111789109B}" destId="{952BB327-7C1D-4E3A-B7EF-E38365B17D7F}" srcOrd="3" destOrd="0" parTransId="{B88E99E5-E93D-4B20-B245-67F822D41D0F}" sibTransId="{5D3A8F43-FEAF-4DD5-AA09-6CDA1232D4B2}"/>
    <dgm:cxn modelId="{117AA14E-48D4-46B9-822B-5A556FFF77CA}" type="parOf" srcId="{A0DAAF04-7AA3-4F22-9190-45111789109B}" destId="{E527CF90-2636-4A37-8562-22BB4FF1529E}" srcOrd="21" destOrd="0" parTransId="{03F896ED-7E3D-4360-9602-C2874C608373}" sibTransId="{9F4DEBA9-FB8F-481C-B471-857A83309FBC}"/>
    <dgm:cxn modelId="{E85AAB6E-C20C-473D-92F7-F58C239A6B04}" type="presOf" srcId="{E1B43E14-8216-4550-8E33-3EC59F2423CE}" destId="{07C4600B-39FA-46BA-A953-69A47F2CFAAA}" srcOrd="0" destOrd="20" presId="urn:microsoft.com/office/officeart/2005/8/layout/vList2"/>
    <dgm:cxn modelId="{6F86DF71-E338-416C-AD21-1179C10CB4BE}" type="presOf" srcId="{128D5B42-8B89-4AC7-8BAC-C8B3759D325E}" destId="{07C4600B-39FA-46BA-A953-69A47F2CFAAA}" srcOrd="0" destOrd="22" presId="urn:microsoft.com/office/officeart/2005/8/layout/vList2"/>
    <dgm:cxn modelId="{4A60E751-4FCD-40F1-98A8-9D1C5FC1DACE}" type="presOf" srcId="{D638AB69-7239-4385-87A9-010C4FF9B007}" destId="{07C4600B-39FA-46BA-A953-69A47F2CFAAA}" srcOrd="0" destOrd="10" presId="urn:microsoft.com/office/officeart/2005/8/layout/vList2"/>
    <dgm:cxn modelId="{06E14152-B839-4161-8FFE-8A65F019E372}" type="parOf" srcId="{A0DAAF04-7AA3-4F22-9190-45111789109B}" destId="{AB58BD59-636A-4FE6-A40D-0833FB603B00}" srcOrd="11" destOrd="0" parTransId="{5BBEDE51-F33E-4C9C-A8A2-A1A6827E7EE9}" sibTransId="{BCE0364A-BBB8-471B-8DC9-72865C561CFC}"/>
    <dgm:cxn modelId="{92914E75-873F-42EA-A5F7-4321FEDB6693}" type="presOf" srcId="{A432918B-338E-4857-9F62-37E85883726A}" destId="{07C4600B-39FA-46BA-A953-69A47F2CFAAA}" srcOrd="0" destOrd="7" presId="urn:microsoft.com/office/officeart/2005/8/layout/vList2"/>
    <dgm:cxn modelId="{17F79A79-44C1-4907-A6E6-38E034033BC8}" type="presOf" srcId="{BFB50813-E4F9-4251-A4BC-99F4EBDB6D0F}" destId="{07C4600B-39FA-46BA-A953-69A47F2CFAAA}" srcOrd="0" destOrd="5" presId="urn:microsoft.com/office/officeart/2005/8/layout/vList2"/>
    <dgm:cxn modelId="{39F3AB7B-8BCA-49DC-A047-1958789117F4}" type="presOf" srcId="{AB58BD59-636A-4FE6-A40D-0833FB603B00}" destId="{07C4600B-39FA-46BA-A953-69A47F2CFAAA}" srcOrd="0" destOrd="11" presId="urn:microsoft.com/office/officeart/2005/8/layout/vList2"/>
    <dgm:cxn modelId="{4D0E3B83-6833-441A-8118-96718D68C6AA}" type="parOf" srcId="{901C6586-BCBD-4CE4-9830-89F1D9B4AE5F}" destId="{6EA496EA-1116-4392-82B2-3ABB000E63A9}" srcOrd="1" destOrd="0" parTransId="{AF68B59F-D7C0-4C91-BEDC-861FD980CEAD}" sibTransId="{24950D9D-C797-4876-8F64-C13AC3960C8E}"/>
    <dgm:cxn modelId="{FAD3268B-E4F1-48AB-8C19-D586D836EA40}" type="presOf" srcId="{A0DAAF04-7AA3-4F22-9190-45111789109B}" destId="{920EF786-34AE-4CDF-83CF-7A159AE4B3C9}" srcOrd="0" destOrd="0" presId="urn:microsoft.com/office/officeart/2005/8/layout/vList2"/>
    <dgm:cxn modelId="{B58D2F93-4384-495D-89D7-8B664473065E}" type="presOf" srcId="{952BB327-7C1D-4E3A-B7EF-E38365B17D7F}" destId="{07C4600B-39FA-46BA-A953-69A47F2CFAAA}" srcOrd="0" destOrd="3" presId="urn:microsoft.com/office/officeart/2005/8/layout/vList2"/>
    <dgm:cxn modelId="{81AF73A0-4C43-4AE9-97B3-ED7379133625}" type="presOf" srcId="{9389B19E-1899-4F2C-82AB-0EB53E354BF4}" destId="{07C4600B-39FA-46BA-A953-69A47F2CFAAA}" srcOrd="0" destOrd="13" presId="urn:microsoft.com/office/officeart/2005/8/layout/vList2"/>
    <dgm:cxn modelId="{673BDFA4-A09E-4981-B65F-A1370197E0A5}" type="presOf" srcId="{52047BF9-A353-4F3C-A439-D96C407B9F0E}" destId="{07C4600B-39FA-46BA-A953-69A47F2CFAAA}" srcOrd="0" destOrd="1" presId="urn:microsoft.com/office/officeart/2005/8/layout/vList2"/>
    <dgm:cxn modelId="{0864A6AA-4B8A-498A-8B74-C94CAF5CA0AF}" type="presOf" srcId="{773A2A02-CD75-4BE2-9405-002E606E9995}" destId="{07C4600B-39FA-46BA-A953-69A47F2CFAAA}" srcOrd="0" destOrd="14" presId="urn:microsoft.com/office/officeart/2005/8/layout/vList2"/>
    <dgm:cxn modelId="{645FA0AB-BDD0-4742-8B33-A1B7474B039B}" type="presOf" srcId="{117ACEB7-010C-4DEB-B58D-581CB7427475}" destId="{07C4600B-39FA-46BA-A953-69A47F2CFAAA}" srcOrd="0" destOrd="12" presId="urn:microsoft.com/office/officeart/2005/8/layout/vList2"/>
    <dgm:cxn modelId="{A9E4B6AC-64A4-4B63-8725-EB5B8F752AED}" type="presOf" srcId="{BCE0415A-EA7E-43E6-B296-E823DA52C3E7}" destId="{07C4600B-39FA-46BA-A953-69A47F2CFAAA}" srcOrd="0" destOrd="2" presId="urn:microsoft.com/office/officeart/2005/8/layout/vList2"/>
    <dgm:cxn modelId="{E6FA5EAD-4AB5-4580-92AD-8DAA80755A0C}" type="presOf" srcId="{5844263D-2440-4798-B552-36A93B2AFAB1}" destId="{07C4600B-39FA-46BA-A953-69A47F2CFAAA}" srcOrd="0" destOrd="8" presId="urn:microsoft.com/office/officeart/2005/8/layout/vList2"/>
    <dgm:cxn modelId="{E572CAAE-71B4-4325-89E0-64FCDEA29C97}" type="parOf" srcId="{A0DAAF04-7AA3-4F22-9190-45111789109B}" destId="{52047BF9-A353-4F3C-A439-D96C407B9F0E}" srcOrd="1" destOrd="0" parTransId="{B2086C2B-74CC-4B35-B2BF-BCAE78CDA663}" sibTransId="{B3B0A022-0FFB-4040-B1DD-3816346EA22E}"/>
    <dgm:cxn modelId="{3CC53FB2-908B-4BCA-9F2D-36B4708A553E}" type="parOf" srcId="{A0DAAF04-7AA3-4F22-9190-45111789109B}" destId="{9BF0969C-9363-4AAE-AC35-B61B5CF042BC}" srcOrd="19" destOrd="0" parTransId="{71F35008-D55D-407F-ABDE-4B1DB123579C}" sibTransId="{EE5B4BDF-9393-4EE6-8B37-4F3CE75E9A52}"/>
    <dgm:cxn modelId="{07D75AB2-D22E-49BF-9A3B-78AE14B504CE}" type="presOf" srcId="{901C6586-BCBD-4CE4-9830-89F1D9B4AE5F}" destId="{87195878-9623-4A53-B73A-3510AE5062C5}" srcOrd="0" destOrd="0" presId="urn:microsoft.com/office/officeart/2005/8/layout/vList2"/>
    <dgm:cxn modelId="{3FA983B9-A930-4FF4-8E8C-98B7DCBB0293}" type="presOf" srcId="{3C9D5C68-6FCA-4A10-980A-33E11658865B}" destId="{07C4600B-39FA-46BA-A953-69A47F2CFAAA}" srcOrd="0" destOrd="9" presId="urn:microsoft.com/office/officeart/2005/8/layout/vList2"/>
    <dgm:cxn modelId="{FD660CBE-2CF5-42EC-8AF9-679D895F3C81}" type="parOf" srcId="{A0DAAF04-7AA3-4F22-9190-45111789109B}" destId="{C34A7D7A-9576-4FF6-A2D7-6570D2CE2B8A}" srcOrd="0" destOrd="0" parTransId="{B0B94145-BE76-470E-8FFD-BB60C4FCD4CA}" sibTransId="{07B86293-2F6E-4101-A11D-426BDDC0EA25}"/>
    <dgm:cxn modelId="{D9EF36C3-A46A-4E11-B4C0-6A628044D227}" type="parOf" srcId="{A0DAAF04-7AA3-4F22-9190-45111789109B}" destId="{BFB50813-E4F9-4251-A4BC-99F4EBDB6D0F}" srcOrd="5" destOrd="0" parTransId="{C09961B3-4796-43AE-96C7-E2854E4E95D7}" sibTransId="{FBA3D7A3-4780-4F1C-855F-2AD9D20B7032}"/>
    <dgm:cxn modelId="{B9487BC8-723F-4399-9032-A115D4BA276C}" type="presOf" srcId="{508B34B0-8822-4B9D-8509-C86242B3F0FC}" destId="{A04F6C91-AEBF-4847-980F-C23A5906DCBB}" srcOrd="0" destOrd="0" presId="urn:microsoft.com/office/officeart/2005/8/layout/vList2"/>
    <dgm:cxn modelId="{1243DCC8-42AD-49AA-93E8-F1C1AD188C30}" type="parOf" srcId="{A0DAAF04-7AA3-4F22-9190-45111789109B}" destId="{D638AB69-7239-4385-87A9-010C4FF9B007}" srcOrd="10" destOrd="0" parTransId="{3E83447B-1AB4-451A-A1A6-3ABD965CF691}" sibTransId="{2B2FE155-865C-4F6B-9B2B-8548AC163E2E}"/>
    <dgm:cxn modelId="{A96476CA-D1B5-44F9-9949-520AD7303805}" type="parOf" srcId="{A0DAAF04-7AA3-4F22-9190-45111789109B}" destId="{20AE0E32-10DD-47C1-96AD-AF530C66C69F}" srcOrd="4" destOrd="0" parTransId="{BAA467C5-10D8-403F-BA8D-BFCC130A425C}" sibTransId="{3EE5D31C-34CC-4DAD-B4C3-5DD3F7C41B85}"/>
    <dgm:cxn modelId="{1BF672CF-E1A3-4F5D-B648-482844D04C03}" type="parOf" srcId="{A0DAAF04-7AA3-4F22-9190-45111789109B}" destId="{3C9D5C68-6FCA-4A10-980A-33E11658865B}" srcOrd="9" destOrd="0" parTransId="{05C080D9-7998-4F50-8D45-825B25DCD512}" sibTransId="{D212E12E-385E-41E0-B53E-F948B797600D}"/>
    <dgm:cxn modelId="{7E7615D3-5325-4A3D-A3EE-317371958DB8}" type="presOf" srcId="{9BF0969C-9363-4AAE-AC35-B61B5CF042BC}" destId="{07C4600B-39FA-46BA-A953-69A47F2CFAAA}" srcOrd="0" destOrd="19" presId="urn:microsoft.com/office/officeart/2005/8/layout/vList2"/>
    <dgm:cxn modelId="{31835AD6-F378-469D-8CFC-50022F13F148}" type="presOf" srcId="{6EA496EA-1116-4392-82B2-3ABB000E63A9}" destId="{588B54E1-05A8-4440-8F0D-96AD752098A3}" srcOrd="0" destOrd="0" presId="urn:microsoft.com/office/officeart/2005/8/layout/vList2"/>
    <dgm:cxn modelId="{FC4E8ED7-220E-4BC1-B6AF-8ACEDACC20C0}" type="parOf" srcId="{A0DAAF04-7AA3-4F22-9190-45111789109B}" destId="{A41F902F-C66D-488A-8DD8-597A3019E2C7}" srcOrd="23" destOrd="0" parTransId="{88B6770A-755A-4722-B974-5093021C5A09}" sibTransId="{0F21C6AF-E34D-447C-89B5-ABEA023C79C6}"/>
    <dgm:cxn modelId="{5F11CBD9-5FBA-426E-9584-4988C06405BC}" type="parOf" srcId="{901C6586-BCBD-4CE4-9830-89F1D9B4AE5F}" destId="{FFB3B67C-1440-48A0-8A3C-215F535DAEB6}" srcOrd="0" destOrd="0" parTransId="{518085CE-D40D-4424-BF63-7CD1ED0A1257}" sibTransId="{DBE34E57-ADC3-4EFA-814C-31040430D082}"/>
    <dgm:cxn modelId="{3C0C2EE1-CEF1-4DDB-9409-3B6CF5B85AE9}" type="presOf" srcId="{8386D88B-396C-48A0-B8B3-DDC7DD755106}" destId="{07C4600B-39FA-46BA-A953-69A47F2CFAAA}" srcOrd="0" destOrd="6" presId="urn:microsoft.com/office/officeart/2005/8/layout/vList2"/>
    <dgm:cxn modelId="{6BB423E7-7D0D-4DC1-8275-8578E7F50C16}" type="presOf" srcId="{32B6E68A-4A4F-4AD7-83CD-F8175BCBCA64}" destId="{07C4600B-39FA-46BA-A953-69A47F2CFAAA}" srcOrd="0" destOrd="24" presId="urn:microsoft.com/office/officeart/2005/8/layout/vList2"/>
    <dgm:cxn modelId="{3471C0E8-EC31-4315-81C3-9929CFFE970F}" type="parOf" srcId="{A0DAAF04-7AA3-4F22-9190-45111789109B}" destId="{9389B19E-1899-4F2C-82AB-0EB53E354BF4}" srcOrd="13" destOrd="0" parTransId="{6E30DF53-89B9-4DAC-B9F2-249480BBA67D}" sibTransId="{B6B2617F-83E8-4A87-BC2F-863B0D9F1899}"/>
    <dgm:cxn modelId="{135D7BEA-3A80-4F09-A1FF-C9D11B398AFC}" type="parOf" srcId="{A0DAAF04-7AA3-4F22-9190-45111789109B}" destId="{A432918B-338E-4857-9F62-37E85883726A}" srcOrd="7" destOrd="0" parTransId="{69B13764-165B-40E4-9392-FE5D8D14CCBA}" sibTransId="{CB420957-73CE-4141-B49B-F6619252C1E5}"/>
    <dgm:cxn modelId="{C8E44EEB-8ABD-48A1-8A47-088DC6DB768E}" type="parOf" srcId="{A0DAAF04-7AA3-4F22-9190-45111789109B}" destId="{773A2A02-CD75-4BE2-9405-002E606E9995}" srcOrd="14" destOrd="0" parTransId="{A4631488-F0B1-491C-914F-76E4CF04B6E4}" sibTransId="{3E6D53D1-48DA-486A-8547-7350941664DC}"/>
    <dgm:cxn modelId="{239286EC-555D-470D-8B52-5B28D94D4E39}" type="presOf" srcId="{C34A7D7A-9576-4FF6-A2D7-6570D2CE2B8A}" destId="{07C4600B-39FA-46BA-A953-69A47F2CFAAA}" srcOrd="0" destOrd="0" presId="urn:microsoft.com/office/officeart/2005/8/layout/vList2"/>
    <dgm:cxn modelId="{161D42FF-2957-4609-B458-FFBBE2224410}" type="parOf" srcId="{A0DAAF04-7AA3-4F22-9190-45111789109B}" destId="{C9A7F4F6-8A47-4ED0-AA4B-5FDE33E534D3}" srcOrd="15" destOrd="0" parTransId="{496E119F-FF69-4EE8-9F83-6B154E7DDA22}" sibTransId="{43954DD8-D408-44E6-96BA-417CCEA76CA6}"/>
    <dgm:cxn modelId="{5B475918-8458-4E3F-8FDE-CBCDC36D4A12}" type="presParOf" srcId="{87195878-9623-4A53-B73A-3510AE5062C5}" destId="{2E63C274-9DA8-45B8-82CD-443D3F0D4117}" srcOrd="0" destOrd="0" presId="urn:microsoft.com/office/officeart/2005/8/layout/vList2"/>
    <dgm:cxn modelId="{027A12C7-1024-48CF-9DFB-75F634AC119C}" type="presParOf" srcId="{87195878-9623-4A53-B73A-3510AE5062C5}" destId="{0ED22298-B8E4-4CC6-A1C0-09FB0D12D12D}" srcOrd="1" destOrd="0" presId="urn:microsoft.com/office/officeart/2005/8/layout/vList2"/>
    <dgm:cxn modelId="{85AE3E9F-9EBC-4FDC-9CB9-946AC061D882}" type="presParOf" srcId="{87195878-9623-4A53-B73A-3510AE5062C5}" destId="{588B54E1-05A8-4440-8F0D-96AD752098A3}" srcOrd="2" destOrd="0" presId="urn:microsoft.com/office/officeart/2005/8/layout/vList2"/>
    <dgm:cxn modelId="{B994135C-0EC1-4EA0-98A0-C49DAD3B081D}" type="presParOf" srcId="{87195878-9623-4A53-B73A-3510AE5062C5}" destId="{9EB2A054-C719-46C0-9B55-010E4B78980E}" srcOrd="3" destOrd="0" presId="urn:microsoft.com/office/officeart/2005/8/layout/vList2"/>
    <dgm:cxn modelId="{E2906EFB-0CED-4A1A-AAF3-A07A3C15B7B3}" type="presParOf" srcId="{87195878-9623-4A53-B73A-3510AE5062C5}" destId="{920EF786-34AE-4CDF-83CF-7A159AE4B3C9}" srcOrd="4" destOrd="0" presId="urn:microsoft.com/office/officeart/2005/8/layout/vList2"/>
    <dgm:cxn modelId="{8FED8C11-F2BB-45D5-96CD-D9FE03C44E67}" type="presParOf" srcId="{87195878-9623-4A53-B73A-3510AE5062C5}" destId="{07C4600B-39FA-46BA-A953-69A47F2CFAAA}" srcOrd="5" destOrd="0" presId="urn:microsoft.com/office/officeart/2005/8/layout/vList2"/>
    <dgm:cxn modelId="{2318F9B4-15F5-44D3-BC47-52FC9C2DDABD}" type="presParOf" srcId="{87195878-9623-4A53-B73A-3510AE5062C5}" destId="{A04F6C91-AEBF-4847-980F-C23A5906DCBB}" srcOrd="6" destOrd="0" presId="urn:microsoft.com/office/officeart/2005/8/layout/vList2"/>
  </dgm:cxnLst>
  <dgm:bg>
    <a:solidFill>
      <a:schemeClr val="accent2"/>
    </a:solidFill>
  </dgm:bg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901C6586-BCBD-4CE4-9830-89F1D9B4AE5F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 phldr="1"/>
      <dgm:spPr bwMode="auto"/>
      <dgm:t>
        <a:bodyPr/>
        <a:lstStyle/>
        <a:p>
          <a:pPr>
            <a:defRPr/>
          </a:pPr>
          <a:endParaRPr lang="it-IT"/>
        </a:p>
      </dgm:t>
    </dgm:pt>
    <dgm:pt modelId="{FFB3B67C-1440-48A0-8A3C-215F535DAEB6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Pasta di semola di grano duro</a:t>
          </a:r>
          <a:endParaRPr/>
        </a:p>
      </dgm:t>
    </dgm:pt>
    <dgm:pt modelId="{518085CE-D40D-4424-BF63-7CD1ED0A1257}" type="parTrans" cxnId="{5F11CBD9-5FBA-426E-9584-4988C06405B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DBE34E57-ADC3-4EFA-814C-31040430D082}" type="sibTrans" cxnId="{5F11CBD9-5FBA-426E-9584-4988C06405B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6EA496EA-1116-4392-82B2-3ABB000E63A9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Sale</a:t>
          </a:r>
          <a:endParaRPr/>
        </a:p>
      </dgm:t>
    </dgm:pt>
    <dgm:pt modelId="{AF68B59F-D7C0-4C91-BEDC-861FD980CEAD}" type="parTrans" cxnId="{4D0E3B83-6833-441A-8118-96718D68C6AA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24950D9D-C797-4876-8F64-C13AC3960C8E}" type="sibTrans" cxnId="{4D0E3B83-6833-441A-8118-96718D68C6AA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A0DAAF04-7AA3-4F22-9190-45111789109B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Tuorlo d’uovo di gallina</a:t>
          </a:r>
          <a:endParaRPr/>
        </a:p>
      </dgm:t>
    </dgm:pt>
    <dgm:pt modelId="{519D677F-6421-4B03-977C-6050410474A4}" type="parTrans" cxnId="{DDC82E43-C7DD-40B2-956E-47F81491CDE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7DAEC203-3C7C-436D-AFE8-B885FB723D85}" type="sibTrans" cxnId="{DDC82E43-C7DD-40B2-956E-47F81491CDE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73AC3690-75D5-41BB-9A06-C03A7F64BBF2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Guanciale (cotto)</a:t>
          </a:r>
          <a:endParaRPr/>
        </a:p>
      </dgm:t>
    </dgm:pt>
    <dgm:pt modelId="{A4521E31-F3AC-4493-9A35-5127AC507B4C}" type="parTrans" cxnId="{608F240C-6D31-4EC2-9A0B-44786FB0CFC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2635728D-9B92-4EB1-8DB0-A0DA76CA87F1}" type="sibTrans" cxnId="{608F240C-6D31-4EC2-9A0B-44786FB0CFC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D97B27A1-5A4D-4301-8556-F5EAABCCE635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Pecorino Romano</a:t>
          </a:r>
          <a:endParaRPr/>
        </a:p>
      </dgm:t>
    </dgm:pt>
    <dgm:pt modelId="{BB6EFE5A-55CD-474F-8C7E-F27622450C45}" type="parTrans" cxnId="{B1F385A6-FE47-4AB4-96E8-EFCE0CA60E3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F4007C5F-1DBD-402D-B72E-37ADD6DC429A}" type="sibTrans" cxnId="{B1F385A6-FE47-4AB4-96E8-EFCE0CA60E3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04BE9AEC-4552-474D-B071-212C041E0A84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Pepe</a:t>
          </a:r>
          <a:endParaRPr/>
        </a:p>
      </dgm:t>
    </dgm:pt>
    <dgm:pt modelId="{3CD93CC9-3E9F-4F4B-9788-E7167ABD90EA}" type="parTrans" cxnId="{DD17C3E7-9C5D-4FA0-9035-99B3043CF77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6DF7C04D-DC26-4403-B017-3946977266C3}" type="sibTrans" cxnId="{DD17C3E7-9C5D-4FA0-9035-99B3043CF77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508B34B0-8822-4B9D-8509-C86242B3F0FC}" type="node">
      <dgm:prSet phldrT="[Testo]" custT="1"/>
      <dgm:spPr bwMode="auto"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>
            <a:defRPr/>
          </a:pPr>
          <a:r>
            <a:rPr lang="it-IT" sz="1200" b="1">
              <a:solidFill>
                <a:schemeClr val="accent2">
                  <a:lumMod val="50000"/>
                </a:schemeClr>
              </a:solidFill>
            </a:rPr>
            <a:t>+ Aggiungi ingrediente</a:t>
          </a:r>
          <a:endParaRPr/>
        </a:p>
      </dgm:t>
    </dgm:pt>
    <dgm:pt modelId="{EAFBB4BE-EB34-4DE9-B37A-E90832B60FFA}" type="parTrans" cxnId="{B7E32D36-B923-43E1-B2CE-694DD99F3081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46A9A74D-28EB-459B-B131-E8A65D94C2ED}" type="sibTrans" cxnId="{B7E32D36-B923-43E1-B2CE-694DD99F3081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F0C0F86B-80BD-4520-9E83-6DC0219129D8}" type="node">
      <dgm:prSet phldrT="[Testo]" custT="1"/>
      <dgm:spPr bwMode="auto">
        <a:noFill/>
        <a:ln>
          <a:noFill/>
        </a:ln>
      </dgm:spPr>
      <dgm:t>
        <a:bodyPr/>
        <a:lstStyle/>
        <a:p>
          <a:pPr>
            <a:defRPr/>
          </a:pPr>
          <a:endParaRPr lang="it-IT" sz="1400"/>
        </a:p>
      </dgm:t>
    </dgm:pt>
    <dgm:pt modelId="{44D45EBF-5242-4CF5-A5A8-AFAF60963F21}" type="parTrans" cxnId="{CFC94C55-EB71-4B8A-A7FA-9C147C383FD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C995CE2-13AC-4CE2-AAC5-1607B79F7671}" type="sibTrans" cxnId="{CFC94C55-EB71-4B8A-A7FA-9C147C383FD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652193C-1628-4C0E-B5A7-BC01F5A15199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16E18BA-6997-4308-8595-2ABD5F716B04}" type="parTrans" cxnId="{AE973A5B-F97E-42BF-A08E-D4B7EDB8DC8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FE3BF33-8D9F-4796-965B-3521F5B590E9}" type="sibTrans" cxnId="{AE973A5B-F97E-42BF-A08E-D4B7EDB8DC8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B7537CF-254E-4683-88E0-15B5AC4525D1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C1C36E8-BCD2-44DC-BA2F-6CE86D49097E}" type="parTrans" cxnId="{63A1F80B-4FE5-44B6-AB9D-7CC620D0CEFD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FA58463C-1AF2-4D42-B86C-81BEFB42402D}" type="sibTrans" cxnId="{63A1F80B-4FE5-44B6-AB9D-7CC620D0CEFD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1994E72-8066-4A33-9CF0-BDC3BFED4B91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0B54F88-967B-4495-A296-0196625F8678}" type="parTrans" cxnId="{39D58A2D-9B32-481C-A133-05607B8D751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1DBF7EF-35D0-43D2-993E-83A013278857}" type="sibTrans" cxnId="{39D58A2D-9B32-481C-A133-05607B8D751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CCF1C336-351A-4986-8966-7334DAD19C58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F3FDFDB-28D8-441A-95DB-FBAEEF23CCF9}" type="parTrans" cxnId="{10A12EA6-BA59-48C5-9067-97E7AC23BB46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5F2E657-D8BE-409C-8503-980B9C48BDAC}" type="sibTrans" cxnId="{10A12EA6-BA59-48C5-9067-97E7AC23BB46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EF8C836-5809-4119-98F0-335893544027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086C1C3-793F-4C05-8BA3-B2FC14418D50}" type="parTrans" cxnId="{97B62132-225D-423B-9CF7-95D091B6AEC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1DF8A1A-87A4-4EFD-8026-AF72443C6C50}" type="sibTrans" cxnId="{97B62132-225D-423B-9CF7-95D091B6AEC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CE436C1-5497-4887-A29F-133ED153DBC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CFC12FF-E221-4CCE-BEB2-84BB792B6D21}" type="parTrans" cxnId="{7A1CC611-18BB-46A5-AC29-50ECD316701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547FCED-3454-4B91-9844-7B6987389CD8}" type="sibTrans" cxnId="{7A1CC611-18BB-46A5-AC29-50ECD316701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FFE4DFC2-83E3-4B88-8AA1-C916996E5F7B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E4834AA-6831-4C05-8916-8D82BEAE1FE8}" type="parTrans" cxnId="{E7E93ECF-F918-4024-BD3A-A12D6C61E8D6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784081E-86D0-433D-B238-1E93EE868D2E}" type="sibTrans" cxnId="{E7E93ECF-F918-4024-BD3A-A12D6C61E8D6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2B6E68A-4A4F-4AD7-83CD-F8175BCBCA64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C706831-F717-4F53-883B-B1360AA9AC7D}" type="parTrans" cxnId="{B85B8A65-27B7-4B4F-A48A-199B9D2E6D3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0BF1F8A-19B8-45CB-9B10-4160ABBE06C0}" type="sibTrans" cxnId="{B85B8A65-27B7-4B4F-A48A-199B9D2E6D3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7195878-9623-4A53-B73A-3510AE5062C5}" type="pres">
      <dgm:prSet presAssocID="{901C6586-BCBD-4CE4-9830-89F1D9B4AE5F}" presName="linear" presStyleCnt="0">
        <dgm:presLayoutVars>
          <dgm:animLvl val="lvl"/>
          <dgm:resizeHandles val="exact"/>
        </dgm:presLayoutVars>
      </dgm:prSet>
      <dgm:spPr bwMode="auto"/>
    </dgm:pt>
    <dgm:pt modelId="{2E63C274-9DA8-45B8-82CD-443D3F0D4117}" type="pres">
      <dgm:prSet custLinFactNeighborX="-2184" custLinFactNeighborY="-100000" custLinFactY="-68734" presAssocID="{FFB3B67C-1440-48A0-8A3C-215F535DAEB6}" presName="parentText" presStyleLbl="node1" presStyleIdx="0" presStyleCnt="8">
        <dgm:presLayoutVars>
          <dgm:chMax val="0"/>
          <dgm:bulletEnabled val="1"/>
        </dgm:presLayoutVars>
      </dgm:prSet>
      <dgm:spPr bwMode="auto"/>
    </dgm:pt>
    <dgm:pt modelId="{0ED22298-B8E4-4CC6-A1C0-09FB0D12D12D}" type="pres">
      <dgm:prSet presAssocID="{DBE34E57-ADC3-4EFA-814C-31040430D082}" presName="spacer" presStyleCnt="0"/>
      <dgm:spPr bwMode="auto"/>
    </dgm:pt>
    <dgm:pt modelId="{588B54E1-05A8-4440-8F0D-96AD752098A3}" type="pres">
      <dgm:prSet presAssocID="{6EA496EA-1116-4392-82B2-3ABB000E63A9}" presName="parentText" presStyleLbl="node1" presStyleIdx="1" presStyleCnt="8">
        <dgm:presLayoutVars>
          <dgm:chMax val="0"/>
          <dgm:bulletEnabled val="1"/>
        </dgm:presLayoutVars>
      </dgm:prSet>
      <dgm:spPr bwMode="auto"/>
    </dgm:pt>
    <dgm:pt modelId="{9EB2A054-C719-46C0-9B55-010E4B78980E}" type="pres">
      <dgm:prSet presAssocID="{24950D9D-C797-4876-8F64-C13AC3960C8E}" presName="spacer" presStyleCnt="0"/>
      <dgm:spPr bwMode="auto"/>
    </dgm:pt>
    <dgm:pt modelId="{920EF786-34AE-4CDF-83CF-7A159AE4B3C9}" type="pres">
      <dgm:prSet presAssocID="{A0DAAF04-7AA3-4F22-9190-45111789109B}" presName="parentText" presStyleLbl="node1" presStyleIdx="2" presStyleCnt="8">
        <dgm:presLayoutVars>
          <dgm:chMax val="0"/>
          <dgm:bulletEnabled val="1"/>
        </dgm:presLayoutVars>
      </dgm:prSet>
      <dgm:spPr bwMode="auto"/>
    </dgm:pt>
    <dgm:pt modelId="{2E27A52A-8957-471F-AA16-F337D37061A8}" type="pres">
      <dgm:prSet presAssocID="{7DAEC203-3C7C-436D-AFE8-B885FB723D85}" presName="spacer" presStyleCnt="0"/>
      <dgm:spPr bwMode="auto"/>
    </dgm:pt>
    <dgm:pt modelId="{60CFC448-A2E9-471D-B823-5CCB0A6A8936}" type="pres">
      <dgm:prSet presAssocID="{73AC3690-75D5-41BB-9A06-C03A7F64BBF2}" presName="parentText" presStyleLbl="node1" presStyleIdx="3" presStyleCnt="8">
        <dgm:presLayoutVars>
          <dgm:chMax val="0"/>
          <dgm:bulletEnabled val="1"/>
        </dgm:presLayoutVars>
      </dgm:prSet>
      <dgm:spPr bwMode="auto"/>
    </dgm:pt>
    <dgm:pt modelId="{0BC88EDA-9496-41A5-A1CB-3951BE1A3A94}" type="pres">
      <dgm:prSet presAssocID="{2635728D-9B92-4EB1-8DB0-A0DA76CA87F1}" presName="spacer" presStyleCnt="0"/>
      <dgm:spPr bwMode="auto"/>
    </dgm:pt>
    <dgm:pt modelId="{99CE9A2F-1CEC-4ABF-B168-15D47293304F}" type="pres">
      <dgm:prSet presAssocID="{D97B27A1-5A4D-4301-8556-F5EAABCCE635}" presName="parentText" presStyleLbl="node1" presStyleIdx="4" presStyleCnt="8">
        <dgm:presLayoutVars>
          <dgm:chMax val="0"/>
          <dgm:bulletEnabled val="1"/>
        </dgm:presLayoutVars>
      </dgm:prSet>
      <dgm:spPr bwMode="auto"/>
    </dgm:pt>
    <dgm:pt modelId="{98426BBA-1F64-4AFA-8957-D78168382DF4}" type="pres">
      <dgm:prSet presAssocID="{F4007C5F-1DBD-402D-B72E-37ADD6DC429A}" presName="spacer" presStyleCnt="0"/>
      <dgm:spPr bwMode="auto"/>
    </dgm:pt>
    <dgm:pt modelId="{EFDFAC03-7954-429E-A62B-58C691FD5CEA}" type="pres">
      <dgm:prSet presAssocID="{04BE9AEC-4552-474D-B071-212C041E0A84}" presName="parentText" presStyleLbl="node1" presStyleIdx="5" presStyleCnt="8">
        <dgm:presLayoutVars>
          <dgm:chMax val="0"/>
          <dgm:bulletEnabled val="1"/>
        </dgm:presLayoutVars>
      </dgm:prSet>
      <dgm:spPr bwMode="auto"/>
    </dgm:pt>
    <dgm:pt modelId="{6A65C1F9-B100-46A8-9C4E-C0AD1F6897D8}" type="pres">
      <dgm:prSet presAssocID="{04BE9AEC-4552-474D-B071-212C041E0A84}" presName="childText" presStyleLbl="revTx" presStyleIdx="0" presStyleCnt="1">
        <dgm:presLayoutVars>
          <dgm:bulletEnabled val="1"/>
        </dgm:presLayoutVars>
      </dgm:prSet>
      <dgm:spPr bwMode="auto"/>
    </dgm:pt>
    <dgm:pt modelId="{924A46D7-53D3-4C2B-A0D4-9593D2A096BF}" type="pres">
      <dgm:prSet presAssocID="{F0C0F86B-80BD-4520-9E83-6DC0219129D8}" presName="parentText" presStyleLbl="node1" presStyleIdx="6" presStyleCnt="8">
        <dgm:presLayoutVars>
          <dgm:chMax val="0"/>
          <dgm:bulletEnabled val="1"/>
        </dgm:presLayoutVars>
      </dgm:prSet>
      <dgm:spPr bwMode="auto"/>
    </dgm:pt>
    <dgm:pt modelId="{32B0200A-C088-4154-AC6B-FBD63EA3629B}" type="pres">
      <dgm:prSet presAssocID="{DC995CE2-13AC-4CE2-AAC5-1607B79F7671}" presName="spacer" presStyleCnt="0"/>
      <dgm:spPr bwMode="auto"/>
    </dgm:pt>
    <dgm:pt modelId="{A04F6C91-AEBF-4847-980F-C23A5906DCBB}" type="pres">
      <dgm:prSet custLinFactNeighborX="745" custLinFactNeighborY="200000" custLinFactY="140631" presAssocID="{508B34B0-8822-4B9D-8509-C86242B3F0FC}" presName="parentText" presStyleLbl="node1" presStyleIdx="7" presStyleCnt="8">
        <dgm:presLayoutVars>
          <dgm:chMax val="0"/>
          <dgm:bulletEnabled val="1"/>
        </dgm:presLayoutVars>
      </dgm:prSet>
      <dgm:spPr bwMode="auto"/>
    </dgm:pt>
  </dgm:ptLst>
  <dgm:cxnLst>
    <dgm:cxn modelId="{BB1F0707-D578-4BED-98B6-C211E6F07870}" type="presOf" srcId="{0CE436C1-5497-4887-A29F-133ED153DBCE}" destId="{6A65C1F9-B100-46A8-9C4E-C0AD1F6897D8}" srcOrd="0" destOrd="5" presId="urn:microsoft.com/office/officeart/2005/8/layout/vList2"/>
    <dgm:cxn modelId="{63A1F80B-4FE5-44B6-AB9D-7CC620D0CEFD}" type="parOf" srcId="{04BE9AEC-4552-474D-B071-212C041E0A84}" destId="{1B7537CF-254E-4683-88E0-15B5AC4525D1}" srcOrd="1" destOrd="0" parTransId="{7C1C36E8-BCD2-44DC-BA2F-6CE86D49097E}" sibTransId="{FA58463C-1AF2-4D42-B86C-81BEFB42402D}"/>
    <dgm:cxn modelId="{608F240C-6D31-4EC2-9A0B-44786FB0CFC9}" type="parOf" srcId="{901C6586-BCBD-4CE4-9830-89F1D9B4AE5F}" destId="{73AC3690-75D5-41BB-9A06-C03A7F64BBF2}" srcOrd="3" destOrd="0" parTransId="{A4521E31-F3AC-4493-9A35-5127AC507B4C}" sibTransId="{2635728D-9B92-4EB1-8DB0-A0DA76CA87F1}"/>
    <dgm:cxn modelId="{7A1CC611-18BB-46A5-AC29-50ECD3167017}" type="parOf" srcId="{04BE9AEC-4552-474D-B071-212C041E0A84}" destId="{0CE436C1-5497-4887-A29F-133ED153DBCE}" srcOrd="5" destOrd="0" parTransId="{6CFC12FF-E221-4CCE-BEB2-84BB792B6D21}" sibTransId="{E547FCED-3454-4B91-9844-7B6987389CD8}"/>
    <dgm:cxn modelId="{39D58A2D-9B32-481C-A133-05607B8D751C}" type="parOf" srcId="{04BE9AEC-4552-474D-B071-212C041E0A84}" destId="{81994E72-8066-4A33-9CF0-BDC3BFED4B91}" srcOrd="2" destOrd="0" parTransId="{B0B54F88-967B-4495-A296-0196625F8678}" sibTransId="{E1DBF7EF-35D0-43D2-993E-83A013278857}"/>
    <dgm:cxn modelId="{80B23730-46B5-4DC6-B88C-69C8BAA2CE9F}" type="presOf" srcId="{F0C0F86B-80BD-4520-9E83-6DC0219129D8}" destId="{924A46D7-53D3-4C2B-A0D4-9593D2A096BF}" srcOrd="0" destOrd="0" presId="urn:microsoft.com/office/officeart/2005/8/layout/vList2"/>
    <dgm:cxn modelId="{97B62132-225D-423B-9CF7-95D091B6AEC1}" type="parOf" srcId="{04BE9AEC-4552-474D-B071-212C041E0A84}" destId="{6EF8C836-5809-4119-98F0-335893544027}" srcOrd="4" destOrd="0" parTransId="{B086C1C3-793F-4C05-8BA3-B2FC14418D50}" sibTransId="{31DF8A1A-87A4-4EFD-8026-AF72443C6C50}"/>
    <dgm:cxn modelId="{B7E32D36-B923-43E1-B2CE-694DD99F3081}" type="parOf" srcId="{901C6586-BCBD-4CE4-9830-89F1D9B4AE5F}" destId="{508B34B0-8822-4B9D-8509-C86242B3F0FC}" srcOrd="7" destOrd="0" parTransId="{EAFBB4BE-EB34-4DE9-B37A-E90832B60FFA}" sibTransId="{46A9A74D-28EB-459B-B131-E8A65D94C2ED}"/>
    <dgm:cxn modelId="{AE973A5B-F97E-42BF-A08E-D4B7EDB8DC8A}" type="parOf" srcId="{04BE9AEC-4552-474D-B071-212C041E0A84}" destId="{2652193C-1628-4C0E-B5A7-BC01F5A15199}" srcOrd="0" destOrd="0" parTransId="{716E18BA-6997-4308-8595-2ABD5F716B04}" sibTransId="{8FE3BF33-8D9F-4796-965B-3521F5B590E9}"/>
    <dgm:cxn modelId="{8E5BB860-61D0-46E3-B9BC-2E3ABBA3BA72}" type="presOf" srcId="{FFE4DFC2-83E3-4B88-8AA1-C916996E5F7B}" destId="{6A65C1F9-B100-46A8-9C4E-C0AD1F6897D8}" srcOrd="0" destOrd="6" presId="urn:microsoft.com/office/officeart/2005/8/layout/vList2"/>
    <dgm:cxn modelId="{51219D41-94E6-4691-814E-FF6B39A29AF0}" type="presOf" srcId="{2652193C-1628-4C0E-B5A7-BC01F5A15199}" destId="{6A65C1F9-B100-46A8-9C4E-C0AD1F6897D8}" srcOrd="0" destOrd="0" presId="urn:microsoft.com/office/officeart/2005/8/layout/vList2"/>
    <dgm:cxn modelId="{DDC82E43-C7DD-40B2-956E-47F81491CDEC}" type="parOf" srcId="{901C6586-BCBD-4CE4-9830-89F1D9B4AE5F}" destId="{A0DAAF04-7AA3-4F22-9190-45111789109B}" srcOrd="2" destOrd="0" parTransId="{519D677F-6421-4B03-977C-6050410474A4}" sibTransId="{7DAEC203-3C7C-436D-AFE8-B885FB723D85}"/>
    <dgm:cxn modelId="{B85B8A65-27B7-4B4F-A48A-199B9D2E6D35}" type="parOf" srcId="{04BE9AEC-4552-474D-B071-212C041E0A84}" destId="{32B6E68A-4A4F-4AD7-83CD-F8175BCBCA64}" srcOrd="7" destOrd="0" parTransId="{1C706831-F717-4F53-883B-B1360AA9AC7D}" sibTransId="{20BF1F8A-19B8-45CB-9B10-4160ABBE06C0}"/>
    <dgm:cxn modelId="{EC8C6746-808B-47C7-8480-64BCD1E94515}" type="presOf" srcId="{04BE9AEC-4552-474D-B071-212C041E0A84}" destId="{EFDFAC03-7954-429E-A62B-58C691FD5CEA}" srcOrd="0" destOrd="0" presId="urn:microsoft.com/office/officeart/2005/8/layout/vList2"/>
    <dgm:cxn modelId="{1D942A47-B72A-4E69-9500-4819B447EF64}" type="presOf" srcId="{FFB3B67C-1440-48A0-8A3C-215F535DAEB6}" destId="{2E63C274-9DA8-45B8-82CD-443D3F0D4117}" srcOrd="0" destOrd="0" presId="urn:microsoft.com/office/officeart/2005/8/layout/vList2"/>
    <dgm:cxn modelId="{CFC94C55-EB71-4B8A-A7FA-9C147C383FD1}" type="parOf" srcId="{901C6586-BCBD-4CE4-9830-89F1D9B4AE5F}" destId="{F0C0F86B-80BD-4520-9E83-6DC0219129D8}" srcOrd="6" destOrd="0" parTransId="{44D45EBF-5242-4CF5-A5A8-AFAF60963F21}" sibTransId="{DC995CE2-13AC-4CE2-AAC5-1607B79F7671}"/>
    <dgm:cxn modelId="{4D0E3B83-6833-441A-8118-96718D68C6AA}" type="parOf" srcId="{901C6586-BCBD-4CE4-9830-89F1D9B4AE5F}" destId="{6EA496EA-1116-4392-82B2-3ABB000E63A9}" srcOrd="1" destOrd="0" parTransId="{AF68B59F-D7C0-4C91-BEDC-861FD980CEAD}" sibTransId="{24950D9D-C797-4876-8F64-C13AC3960C8E}"/>
    <dgm:cxn modelId="{FAD3268B-E4F1-48AB-8C19-D586D836EA40}" type="presOf" srcId="{A0DAAF04-7AA3-4F22-9190-45111789109B}" destId="{920EF786-34AE-4CDF-83CF-7A159AE4B3C9}" srcOrd="0" destOrd="0" presId="urn:microsoft.com/office/officeart/2005/8/layout/vList2"/>
    <dgm:cxn modelId="{FC89439E-1552-46F2-8777-1A8BC6AE4F45}" type="presOf" srcId="{6EF8C836-5809-4119-98F0-335893544027}" destId="{6A65C1F9-B100-46A8-9C4E-C0AD1F6897D8}" srcOrd="0" destOrd="4" presId="urn:microsoft.com/office/officeart/2005/8/layout/vList2"/>
    <dgm:cxn modelId="{10A12EA6-BA59-48C5-9067-97E7AC23BB46}" type="parOf" srcId="{04BE9AEC-4552-474D-B071-212C041E0A84}" destId="{CCF1C336-351A-4986-8966-7334DAD19C58}" srcOrd="3" destOrd="0" parTransId="{0F3FDFDB-28D8-441A-95DB-FBAEEF23CCF9}" sibTransId="{45F2E657-D8BE-409C-8503-980B9C48BDAC}"/>
    <dgm:cxn modelId="{B1F385A6-FE47-4AB4-96E8-EFCE0CA60E39}" type="parOf" srcId="{901C6586-BCBD-4CE4-9830-89F1D9B4AE5F}" destId="{D97B27A1-5A4D-4301-8556-F5EAABCCE635}" srcOrd="4" destOrd="0" parTransId="{BB6EFE5A-55CD-474F-8C7E-F27622450C45}" sibTransId="{F4007C5F-1DBD-402D-B72E-37ADD6DC429A}"/>
    <dgm:cxn modelId="{07D75AB2-D22E-49BF-9A3B-78AE14B504CE}" type="presOf" srcId="{901C6586-BCBD-4CE4-9830-89F1D9B4AE5F}" destId="{87195878-9623-4A53-B73A-3510AE5062C5}" srcOrd="0" destOrd="0" presId="urn:microsoft.com/office/officeart/2005/8/layout/vList2"/>
    <dgm:cxn modelId="{4CF470B3-41B6-4B42-AC9D-A70FAF68B449}" type="presOf" srcId="{CCF1C336-351A-4986-8966-7334DAD19C58}" destId="{6A65C1F9-B100-46A8-9C4E-C0AD1F6897D8}" srcOrd="0" destOrd="3" presId="urn:microsoft.com/office/officeart/2005/8/layout/vList2"/>
    <dgm:cxn modelId="{827569BF-6414-44BA-9C08-F4811FA8B7B8}" type="presOf" srcId="{73AC3690-75D5-41BB-9A06-C03A7F64BBF2}" destId="{60CFC448-A2E9-471D-B823-5CCB0A6A8936}" srcOrd="0" destOrd="0" presId="urn:microsoft.com/office/officeart/2005/8/layout/vList2"/>
    <dgm:cxn modelId="{B9487BC8-723F-4399-9032-A115D4BA276C}" type="presOf" srcId="{508B34B0-8822-4B9D-8509-C86242B3F0FC}" destId="{A04F6C91-AEBF-4847-980F-C23A5906DCBB}" srcOrd="0" destOrd="0" presId="urn:microsoft.com/office/officeart/2005/8/layout/vList2"/>
    <dgm:cxn modelId="{E7E93ECF-F918-4024-BD3A-A12D6C61E8D6}" type="parOf" srcId="{04BE9AEC-4552-474D-B071-212C041E0A84}" destId="{FFE4DFC2-83E3-4B88-8AA1-C916996E5F7B}" srcOrd="6" destOrd="0" parTransId="{1E4834AA-6831-4C05-8916-8D82BEAE1FE8}" sibTransId="{7784081E-86D0-433D-B238-1E93EE868D2E}"/>
    <dgm:cxn modelId="{31835AD6-F378-469D-8CFC-50022F13F148}" type="presOf" srcId="{6EA496EA-1116-4392-82B2-3ABB000E63A9}" destId="{588B54E1-05A8-4440-8F0D-96AD752098A3}" srcOrd="0" destOrd="0" presId="urn:microsoft.com/office/officeart/2005/8/layout/vList2"/>
    <dgm:cxn modelId="{5F11CBD9-5FBA-426E-9584-4988C06405BC}" type="parOf" srcId="{901C6586-BCBD-4CE4-9830-89F1D9B4AE5F}" destId="{FFB3B67C-1440-48A0-8A3C-215F535DAEB6}" srcOrd="0" destOrd="0" parTransId="{518085CE-D40D-4424-BF63-7CD1ED0A1257}" sibTransId="{DBE34E57-ADC3-4EFA-814C-31040430D082}"/>
    <dgm:cxn modelId="{0574F8D9-6724-4C38-A8B7-67928FF56A92}" type="presOf" srcId="{1B7537CF-254E-4683-88E0-15B5AC4525D1}" destId="{6A65C1F9-B100-46A8-9C4E-C0AD1F6897D8}" srcOrd="0" destOrd="1" presId="urn:microsoft.com/office/officeart/2005/8/layout/vList2"/>
    <dgm:cxn modelId="{1F7D7ADB-BC6B-4821-8390-EED4BFAE4065}" type="presOf" srcId="{D97B27A1-5A4D-4301-8556-F5EAABCCE635}" destId="{99CE9A2F-1CEC-4ABF-B168-15D47293304F}" srcOrd="0" destOrd="0" presId="urn:microsoft.com/office/officeart/2005/8/layout/vList2"/>
    <dgm:cxn modelId="{98AB5AE7-2320-4DEC-9822-EA4B08DACCC3}" type="presOf" srcId="{32B6E68A-4A4F-4AD7-83CD-F8175BCBCA64}" destId="{6A65C1F9-B100-46A8-9C4E-C0AD1F6897D8}" srcOrd="0" destOrd="7" presId="urn:microsoft.com/office/officeart/2005/8/layout/vList2"/>
    <dgm:cxn modelId="{DD17C3E7-9C5D-4FA0-9035-99B3043CF779}" type="parOf" srcId="{901C6586-BCBD-4CE4-9830-89F1D9B4AE5F}" destId="{04BE9AEC-4552-474D-B071-212C041E0A84}" srcOrd="5" destOrd="0" parTransId="{3CD93CC9-3E9F-4F4B-9788-E7167ABD90EA}" sibTransId="{6DF7C04D-DC26-4403-B017-3946977266C3}"/>
    <dgm:cxn modelId="{4AF856F7-A575-4582-B33C-F101922D292C}" type="presOf" srcId="{81994E72-8066-4A33-9CF0-BDC3BFED4B91}" destId="{6A65C1F9-B100-46A8-9C4E-C0AD1F6897D8}" srcOrd="0" destOrd="2" presId="urn:microsoft.com/office/officeart/2005/8/layout/vList2"/>
    <dgm:cxn modelId="{5B475918-8458-4E3F-8FDE-CBCDC36D4A12}" type="presParOf" srcId="{87195878-9623-4A53-B73A-3510AE5062C5}" destId="{2E63C274-9DA8-45B8-82CD-443D3F0D4117}" srcOrd="0" destOrd="0" presId="urn:microsoft.com/office/officeart/2005/8/layout/vList2"/>
    <dgm:cxn modelId="{027A12C7-1024-48CF-9DFB-75F634AC119C}" type="presParOf" srcId="{87195878-9623-4A53-B73A-3510AE5062C5}" destId="{0ED22298-B8E4-4CC6-A1C0-09FB0D12D12D}" srcOrd="1" destOrd="0" presId="urn:microsoft.com/office/officeart/2005/8/layout/vList2"/>
    <dgm:cxn modelId="{85AE3E9F-9EBC-4FDC-9CB9-946AC061D882}" type="presParOf" srcId="{87195878-9623-4A53-B73A-3510AE5062C5}" destId="{588B54E1-05A8-4440-8F0D-96AD752098A3}" srcOrd="2" destOrd="0" presId="urn:microsoft.com/office/officeart/2005/8/layout/vList2"/>
    <dgm:cxn modelId="{B994135C-0EC1-4EA0-98A0-C49DAD3B081D}" type="presParOf" srcId="{87195878-9623-4A53-B73A-3510AE5062C5}" destId="{9EB2A054-C719-46C0-9B55-010E4B78980E}" srcOrd="3" destOrd="0" presId="urn:microsoft.com/office/officeart/2005/8/layout/vList2"/>
    <dgm:cxn modelId="{E2906EFB-0CED-4A1A-AAF3-A07A3C15B7B3}" type="presParOf" srcId="{87195878-9623-4A53-B73A-3510AE5062C5}" destId="{920EF786-34AE-4CDF-83CF-7A159AE4B3C9}" srcOrd="4" destOrd="0" presId="urn:microsoft.com/office/officeart/2005/8/layout/vList2"/>
    <dgm:cxn modelId="{31E9E98B-E835-44FA-8048-6910B8C6C9CB}" type="presParOf" srcId="{87195878-9623-4A53-B73A-3510AE5062C5}" destId="{2E27A52A-8957-471F-AA16-F337D37061A8}" srcOrd="5" destOrd="0" presId="urn:microsoft.com/office/officeart/2005/8/layout/vList2"/>
    <dgm:cxn modelId="{87687FE9-9F82-4121-A0AA-AF853B8A0D6C}" type="presParOf" srcId="{87195878-9623-4A53-B73A-3510AE5062C5}" destId="{60CFC448-A2E9-471D-B823-5CCB0A6A8936}" srcOrd="6" destOrd="0" presId="urn:microsoft.com/office/officeart/2005/8/layout/vList2"/>
    <dgm:cxn modelId="{050D95BE-1BBD-4792-BB41-80F4980C3D27}" type="presParOf" srcId="{87195878-9623-4A53-B73A-3510AE5062C5}" destId="{0BC88EDA-9496-41A5-A1CB-3951BE1A3A94}" srcOrd="7" destOrd="0" presId="urn:microsoft.com/office/officeart/2005/8/layout/vList2"/>
    <dgm:cxn modelId="{C84C3944-EDCA-4BEE-A62F-E0192F0FE96A}" type="presParOf" srcId="{87195878-9623-4A53-B73A-3510AE5062C5}" destId="{99CE9A2F-1CEC-4ABF-B168-15D47293304F}" srcOrd="8" destOrd="0" presId="urn:microsoft.com/office/officeart/2005/8/layout/vList2"/>
    <dgm:cxn modelId="{EA66A9D7-CE7B-4F46-840F-3FC0EEC83C51}" type="presParOf" srcId="{87195878-9623-4A53-B73A-3510AE5062C5}" destId="{98426BBA-1F64-4AFA-8957-D78168382DF4}" srcOrd="9" destOrd="0" presId="urn:microsoft.com/office/officeart/2005/8/layout/vList2"/>
    <dgm:cxn modelId="{985E69CA-0E5B-428B-8D39-41E97FE1E5DC}" type="presParOf" srcId="{87195878-9623-4A53-B73A-3510AE5062C5}" destId="{EFDFAC03-7954-429E-A62B-58C691FD5CEA}" srcOrd="10" destOrd="0" presId="urn:microsoft.com/office/officeart/2005/8/layout/vList2"/>
    <dgm:cxn modelId="{83573241-D0AB-4C0D-A1F5-CB8E1022C968}" type="presParOf" srcId="{87195878-9623-4A53-B73A-3510AE5062C5}" destId="{6A65C1F9-B100-46A8-9C4E-C0AD1F6897D8}" srcOrd="11" destOrd="0" presId="urn:microsoft.com/office/officeart/2005/8/layout/vList2"/>
    <dgm:cxn modelId="{D722051E-A16F-4A16-95EE-AAE91990F0F4}" type="presParOf" srcId="{87195878-9623-4A53-B73A-3510AE5062C5}" destId="{924A46D7-53D3-4C2B-A0D4-9593D2A096BF}" srcOrd="12" destOrd="0" presId="urn:microsoft.com/office/officeart/2005/8/layout/vList2"/>
    <dgm:cxn modelId="{4D0230EF-8824-40DC-9612-2FD5C37D4C1D}" type="presParOf" srcId="{87195878-9623-4A53-B73A-3510AE5062C5}" destId="{32B0200A-C088-4154-AC6B-FBD63EA3629B}" srcOrd="13" destOrd="0" presId="urn:microsoft.com/office/officeart/2005/8/layout/vList2"/>
    <dgm:cxn modelId="{2318F9B4-15F5-44D3-BC47-52FC9C2DDABD}" type="presParOf" srcId="{87195878-9623-4A53-B73A-3510AE5062C5}" destId="{A04F6C91-AEBF-4847-980F-C23A5906DCBB}" srcOrd="14" destOrd="0" presId="urn:microsoft.com/office/officeart/2005/8/layout/vList2"/>
  </dgm:cxnLst>
  <dgm:bg>
    <a:solidFill>
      <a:schemeClr val="accent2"/>
    </a:solidFill>
  </dgm:bg>
  <dgm:whole/>
  <dgm:extLst>
    <a:ext uri="http://schemas.microsoft.com/office/drawing/2008/diagram">
      <dsp:dataModelExt xmlns:dsp="http://schemas.microsoft.com/office/drawing/2008/diagram" relId="rId4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901C6586-BCBD-4CE4-9830-89F1D9B4AE5F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 phldr="1"/>
      <dgm:spPr bwMode="auto"/>
      <dgm:t>
        <a:bodyPr/>
        <a:lstStyle/>
        <a:p>
          <a:pPr>
            <a:defRPr/>
          </a:pPr>
          <a:endParaRPr lang="it-IT"/>
        </a:p>
      </dgm:t>
    </dgm:pt>
    <dgm:pt modelId="{FFB3B67C-1440-48A0-8A3C-215F535DAEB6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Cereali contenenti glutine </a:t>
          </a: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e prodotti </a:t>
          </a: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derivati</a:t>
          </a:r>
          <a:endParaRPr/>
        </a:p>
      </dgm:t>
    </dgm:pt>
    <dgm:pt modelId="{518085CE-D40D-4424-BF63-7CD1ED0A1257}" type="parTrans" cxnId="{5F11CBD9-5FBA-426E-9584-4988C06405B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DBE34E57-ADC3-4EFA-814C-31040430D082}" type="sibTrans" cxnId="{5F11CBD9-5FBA-426E-9584-4988C06405B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6EA496EA-1116-4392-82B2-3ABB000E63A9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Uova e prodotti a base di uova</a:t>
          </a:r>
          <a:endParaRPr/>
        </a:p>
      </dgm:t>
    </dgm:pt>
    <dgm:pt modelId="{AF68B59F-D7C0-4C91-BEDC-861FD980CEAD}" type="parTrans" cxnId="{4D0E3B83-6833-441A-8118-96718D68C6AA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24950D9D-C797-4876-8F64-C13AC3960C8E}" type="sibTrans" cxnId="{4D0E3B83-6833-441A-8118-96718D68C6AA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508B34B0-8822-4B9D-8509-C86242B3F0FC}" type="node">
      <dgm:prSet phldrT="[Testo]" custT="1"/>
      <dgm:spPr bwMode="auto"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>
            <a:defRPr/>
          </a:pPr>
          <a:r>
            <a:rPr lang="it-IT" sz="1200" b="1">
              <a:solidFill>
                <a:schemeClr val="accent2">
                  <a:lumMod val="50000"/>
                </a:schemeClr>
              </a:solidFill>
            </a:rPr>
            <a:t>+ Aggiungi allergene</a:t>
          </a:r>
          <a:endParaRPr/>
        </a:p>
      </dgm:t>
    </dgm:pt>
    <dgm:pt modelId="{EAFBB4BE-EB34-4DE9-B37A-E90832B60FFA}" type="parTrans" cxnId="{B7E32D36-B923-43E1-B2CE-694DD99F3081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46A9A74D-28EB-459B-B131-E8A65D94C2ED}" type="sibTrans" cxnId="{B7E32D36-B923-43E1-B2CE-694DD99F3081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32B6E68A-4A4F-4AD7-83CD-F8175BCBCA64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C706831-F717-4F53-883B-B1360AA9AC7D}" type="parTrans" cxnId="{B85B8A65-27B7-4B4F-A48A-199B9D2E6D3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0BF1F8A-19B8-45CB-9B10-4160ABBE06C0}" type="sibTrans" cxnId="{B85B8A65-27B7-4B4F-A48A-199B9D2E6D3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0DAAF04-7AA3-4F22-9190-45111789109B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Latte e prodotti a base di latte</a:t>
          </a:r>
          <a:endParaRPr/>
        </a:p>
      </dgm:t>
    </dgm:pt>
    <dgm:pt modelId="{7DAEC203-3C7C-436D-AFE8-B885FB723D85}" type="sibTrans" cxnId="{DDC82E43-C7DD-40B2-956E-47F81491CDE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519D677F-6421-4B03-977C-6050410474A4}" type="parTrans" cxnId="{DDC82E43-C7DD-40B2-956E-47F81491CDE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C34A7D7A-9576-4FF6-A2D7-6570D2CE2B8A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0B94145-BE76-470E-8FFD-BB60C4FCD4CA}" type="parTrans" cxnId="{FD660CBE-2CF5-42EC-8AF9-679D895F3C8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7B86293-2F6E-4101-A11D-426BDDC0EA25}" type="sibTrans" cxnId="{FD660CBE-2CF5-42EC-8AF9-679D895F3C8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2047BF9-A353-4F3C-A439-D96C407B9F0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2086C2B-74CC-4B35-B2BF-BCAE78CDA663}" type="parTrans" cxnId="{E572CAAE-71B4-4325-89E0-64FCDEA29C9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3B0A022-0FFB-4040-B1DD-3816346EA22E}" type="sibTrans" cxnId="{E572CAAE-71B4-4325-89E0-64FCDEA29C9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CE0415A-EA7E-43E6-B296-E823DA52C3E7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C02ED2E-FE65-49F0-A336-729CC8871527}" type="parTrans" cxnId="{8F1BB440-FCE1-410A-833B-35AB93E1E2C9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4C4395D-AE35-4042-ADF9-3FAD159F2FB1}" type="sibTrans" cxnId="{8F1BB440-FCE1-410A-833B-35AB93E1E2C9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52BB327-7C1D-4E3A-B7EF-E38365B17D7F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88E99E5-E93D-4B20-B245-67F822D41D0F}" type="parTrans" cxnId="{2AE79A6E-A8BB-4A3F-94E2-2A598D0C039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D3A8F43-FEAF-4DD5-AA09-6CDA1232D4B2}" type="sibTrans" cxnId="{2AE79A6E-A8BB-4A3F-94E2-2A598D0C039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0AE0E32-10DD-47C1-96AD-AF530C66C69F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AA467C5-10D8-403F-BA8D-BFCC130A425C}" type="parTrans" cxnId="{A96476CA-D1B5-44F9-9949-520AD730380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EE5D31C-34CC-4DAD-B4C3-5DD3F7C41B85}" type="sibTrans" cxnId="{A96476CA-D1B5-44F9-9949-520AD730380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FB50813-E4F9-4251-A4BC-99F4EBDB6D0F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C09961B3-4796-43AE-96C7-E2854E4E95D7}" type="parTrans" cxnId="{D9EF36C3-A46A-4E11-B4C0-6A628044D22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FBA3D7A3-4780-4F1C-855F-2AD9D20B7032}" type="sibTrans" cxnId="{D9EF36C3-A46A-4E11-B4C0-6A628044D22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386D88B-396C-48A0-B8B3-DDC7DD755106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1B81EEC-407E-44C2-A435-18144803555A}" type="parTrans" cxnId="{8CD4D00E-EB2C-46B9-B893-6652049FCB5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CA51C94-3F2D-4EDD-BAED-39580F2B5FAC}" type="sibTrans" cxnId="{8CD4D00E-EB2C-46B9-B893-6652049FCB5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432918B-338E-4857-9F62-37E85883726A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9B13764-165B-40E4-9392-FE5D8D14CCBA}" type="parTrans" cxnId="{135D7BEA-3A80-4F09-A1FF-C9D11B398AF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CB420957-73CE-4141-B49B-F6619252C1E5}" type="sibTrans" cxnId="{135D7BEA-3A80-4F09-A1FF-C9D11B398AF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844263D-2440-4798-B552-36A93B2AFAB1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F5517B3-C4EE-4F19-AEA3-0CEFBDDCC5C9}" type="parTrans" cxnId="{C97AD203-857D-4C7D-9461-DB2B94885A8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C412F20-2E27-439F-8A7A-E1BAC0A6E9BA}" type="sibTrans" cxnId="{C97AD203-857D-4C7D-9461-DB2B94885A8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C9D5C68-6FCA-4A10-980A-33E11658865B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5C080D9-7998-4F50-8D45-825B25DCD512}" type="parTrans" cxnId="{1BF672CF-E1A3-4F5D-B648-482844D04C03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212E12E-385E-41E0-B53E-F948B797600D}" type="sibTrans" cxnId="{1BF672CF-E1A3-4F5D-B648-482844D04C03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638AB69-7239-4385-87A9-010C4FF9B007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E83447B-1AB4-451A-A1A6-3ABD965CF691}" type="parTrans" cxnId="{1243DCC8-42AD-49AA-93E8-F1C1AD188C3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B2FE155-865C-4F6B-9B2B-8548AC163E2E}" type="sibTrans" cxnId="{1243DCC8-42AD-49AA-93E8-F1C1AD188C3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B58BD59-636A-4FE6-A40D-0833FB603B00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BBEDE51-F33E-4C9C-A8A2-A1A6827E7EE9}" type="parTrans" cxnId="{06E14152-B839-4161-8FFE-8A65F019E37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CE0364A-BBB8-471B-8DC9-72865C561CFC}" type="sibTrans" cxnId="{06E14152-B839-4161-8FFE-8A65F019E37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17ACEB7-010C-4DEB-B58D-581CB7427475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2A92083-BEF8-48AF-BB93-86E9154A27F3}" type="parTrans" cxnId="{707C5A6D-100E-4E3E-ADE7-9F59D266F88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4541D56-2B87-4071-AF57-D565B29C9F5E}" type="sibTrans" cxnId="{707C5A6D-100E-4E3E-ADE7-9F59D266F88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389B19E-1899-4F2C-82AB-0EB53E354BF4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E30DF53-89B9-4DAC-B9F2-249480BBA67D}" type="parTrans" cxnId="{3471C0E8-EC31-4315-81C3-9929CFFE970F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6B2617F-83E8-4A87-BC2F-863B0D9F1899}" type="sibTrans" cxnId="{3471C0E8-EC31-4315-81C3-9929CFFE970F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73A2A02-CD75-4BE2-9405-002E606E9995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4631488-F0B1-491C-914F-76E4CF04B6E4}" type="parTrans" cxnId="{C8E44EEB-8ABD-48A1-8A47-088DC6DB768E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E6D53D1-48DA-486A-8547-7350941664DC}" type="sibTrans" cxnId="{C8E44EEB-8ABD-48A1-8A47-088DC6DB768E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C9A7F4F6-8A47-4ED0-AA4B-5FDE33E534D3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96E119F-FF69-4EE8-9F83-6B154E7DDA22}" type="parTrans" cxnId="{161D42FF-2957-4609-B458-FFBBE222441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3954DD8-D408-44E6-96BA-417CCEA76CA6}" type="sibTrans" cxnId="{161D42FF-2957-4609-B458-FFBBE222441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FAF025BF-D22F-4618-A1C6-B73B104074E3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CEBD54A-5FF9-4520-8D27-422579A83F10}" type="parTrans" cxnId="{DC2D0E1F-B65F-459A-91B7-FDA2792EC4A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8241217-5FDE-47B0-B45F-D1FC788ABA52}" type="sibTrans" cxnId="{DC2D0E1F-B65F-459A-91B7-FDA2792EC4A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6C1D3AC-4E1E-4207-AAF3-48F6286EB818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16AE1A0-4A85-440E-8D1D-E88720F2AA97}" type="parTrans" cxnId="{25047110-F888-4DCC-9191-F10C0AF02413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4EE6A8A-6B36-4586-B550-E39804E8F92A}" type="sibTrans" cxnId="{25047110-F888-4DCC-9191-F10C0AF02413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112AADC-B90B-4409-886C-74D8914FBA90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63FE461-EB55-422D-82D0-C92AFF7A0F6A}" type="parTrans" cxnId="{01E1DA61-20FA-4656-B020-7182F6EA12F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F358168-077C-4822-934A-1E887F958ECA}" type="sibTrans" cxnId="{01E1DA61-20FA-4656-B020-7182F6EA12F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BF0969C-9363-4AAE-AC35-B61B5CF042BC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1F35008-D55D-407F-ABDE-4B1DB123579C}" type="parTrans" cxnId="{3CC53FB2-908B-4BCA-9F2D-36B4708A553E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E5B4BDF-9393-4EE6-8B37-4F3CE75E9A52}" type="sibTrans" cxnId="{3CC53FB2-908B-4BCA-9F2D-36B4708A553E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1B43E14-8216-4550-8E33-3EC59F2423C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69E2B12-3987-4C45-9E46-4263F458446D}" type="parTrans" cxnId="{0CBEEE25-9303-4605-B24B-CF6BD72576DD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79BBC1F-08BE-415F-8ADA-BDBB9A58E67C}" type="sibTrans" cxnId="{0CBEEE25-9303-4605-B24B-CF6BD72576DD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527CF90-2636-4A37-8562-22BB4FF1529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3F896ED-7E3D-4360-9602-C2874C608373}" type="parTrans" cxnId="{117AA14E-48D4-46B9-822B-5A556FFF77C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F4DEBA9-FB8F-481C-B471-857A83309FBC}" type="sibTrans" cxnId="{117AA14E-48D4-46B9-822B-5A556FFF77C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28D5B42-8B89-4AC7-8BAC-C8B3759D325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5612D30-4F9E-40FC-8BAB-9998422A09C7}" type="parTrans" cxnId="{71570C21-101F-48E8-BED3-B4627B240FF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0A87C9B-8E9E-4717-9872-D01B16379833}" type="sibTrans" cxnId="{71570C21-101F-48E8-BED3-B4627B240FF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41F902F-C66D-488A-8DD8-597A3019E2C7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8B6770A-755A-4722-B974-5093021C5A09}" type="parTrans" cxnId="{FC4E8ED7-220E-4BC1-B6AF-8ACEDACC20C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F21C6AF-E34D-447C-89B5-ABEA023C79C6}" type="sibTrans" cxnId="{FC4E8ED7-220E-4BC1-B6AF-8ACEDACC20C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7195878-9623-4A53-B73A-3510AE5062C5}" type="pres">
      <dgm:prSet presAssocID="{901C6586-BCBD-4CE4-9830-89F1D9B4AE5F}" presName="linear" presStyleCnt="0">
        <dgm:presLayoutVars>
          <dgm:animLvl val="lvl"/>
          <dgm:resizeHandles val="exact"/>
        </dgm:presLayoutVars>
      </dgm:prSet>
      <dgm:spPr bwMode="auto"/>
    </dgm:pt>
    <dgm:pt modelId="{2E63C274-9DA8-45B8-82CD-443D3F0D4117}" type="pres">
      <dgm:prSet custLinFactNeighborX="-2184" custLinFactNeighborY="-100000" custLinFactY="-68734" presAssocID="{FFB3B67C-1440-48A0-8A3C-215F535DAEB6}" presName="parentText" presStyleLbl="node1" presStyleIdx="0" presStyleCnt="4">
        <dgm:presLayoutVars>
          <dgm:chMax val="0"/>
          <dgm:bulletEnabled val="1"/>
        </dgm:presLayoutVars>
      </dgm:prSet>
      <dgm:spPr bwMode="auto"/>
    </dgm:pt>
    <dgm:pt modelId="{0ED22298-B8E4-4CC6-A1C0-09FB0D12D12D}" type="pres">
      <dgm:prSet presAssocID="{DBE34E57-ADC3-4EFA-814C-31040430D082}" presName="spacer" presStyleCnt="0"/>
      <dgm:spPr bwMode="auto"/>
    </dgm:pt>
    <dgm:pt modelId="{588B54E1-05A8-4440-8F0D-96AD752098A3}" type="pres">
      <dgm:prSet presAssocID="{6EA496EA-1116-4392-82B2-3ABB000E63A9}" presName="parentText" presStyleLbl="node1" presStyleIdx="1" presStyleCnt="4">
        <dgm:presLayoutVars>
          <dgm:chMax val="0"/>
          <dgm:bulletEnabled val="1"/>
        </dgm:presLayoutVars>
      </dgm:prSet>
      <dgm:spPr bwMode="auto"/>
    </dgm:pt>
    <dgm:pt modelId="{9EB2A054-C719-46C0-9B55-010E4B78980E}" type="pres">
      <dgm:prSet presAssocID="{24950D9D-C797-4876-8F64-C13AC3960C8E}" presName="spacer" presStyleCnt="0"/>
      <dgm:spPr bwMode="auto"/>
    </dgm:pt>
    <dgm:pt modelId="{920EF786-34AE-4CDF-83CF-7A159AE4B3C9}" type="pres">
      <dgm:prSet presAssocID="{A0DAAF04-7AA3-4F22-9190-45111789109B}" presName="parentText" presStyleLbl="node1" presStyleIdx="2" presStyleCnt="4">
        <dgm:presLayoutVars>
          <dgm:chMax val="0"/>
          <dgm:bulletEnabled val="1"/>
        </dgm:presLayoutVars>
      </dgm:prSet>
      <dgm:spPr bwMode="auto"/>
    </dgm:pt>
    <dgm:pt modelId="{07C4600B-39FA-46BA-A953-69A47F2CFAAA}" type="pres">
      <dgm:prSet presAssocID="{A0DAAF04-7AA3-4F22-9190-45111789109B}" presName="childText" presStyleLbl="revTx" presStyleIdx="0" presStyleCnt="1">
        <dgm:presLayoutVars>
          <dgm:bulletEnabled val="1"/>
        </dgm:presLayoutVars>
      </dgm:prSet>
      <dgm:spPr bwMode="auto"/>
    </dgm:pt>
    <dgm:pt modelId="{A04F6C91-AEBF-4847-980F-C23A5906DCBB}" type="pres">
      <dgm:prSet custLinFactNeighborX="745" custLinFactNeighborY="200000" custLinFactY="140631" presAssocID="{508B34B0-8822-4B9D-8509-C86242B3F0FC}" presName="parentText" presStyleLbl="node1" presStyleIdx="3" presStyleCnt="4">
        <dgm:presLayoutVars>
          <dgm:chMax val="0"/>
          <dgm:bulletEnabled val="1"/>
        </dgm:presLayoutVars>
      </dgm:prSet>
      <dgm:spPr bwMode="auto"/>
    </dgm:pt>
  </dgm:ptLst>
  <dgm:cxnLst>
    <dgm:cxn modelId="{C97AD203-857D-4C7D-9461-DB2B94885A82}" type="parOf" srcId="{A0DAAF04-7AA3-4F22-9190-45111789109B}" destId="{5844263D-2440-4798-B552-36A93B2AFAB1}" srcOrd="8" destOrd="0" parTransId="{9F5517B3-C4EE-4F19-AEA3-0CEFBDDCC5C9}" sibTransId="{2C412F20-2E27-439F-8A7A-E1BAC0A6E9BA}"/>
    <dgm:cxn modelId="{8CD4D00E-EB2C-46B9-B893-6652049FCB55}" type="parOf" srcId="{A0DAAF04-7AA3-4F22-9190-45111789109B}" destId="{8386D88B-396C-48A0-B8B3-DDC7DD755106}" srcOrd="6" destOrd="0" parTransId="{91B81EEC-407E-44C2-A435-18144803555A}" sibTransId="{4CA51C94-3F2D-4EDD-BAED-39580F2B5FAC}"/>
    <dgm:cxn modelId="{25047110-F888-4DCC-9191-F10C0AF02413}" type="parOf" srcId="{A0DAAF04-7AA3-4F22-9190-45111789109B}" destId="{D6C1D3AC-4E1E-4207-AAF3-48F6286EB818}" srcOrd="17" destOrd="0" parTransId="{016AE1A0-4A85-440E-8D1D-E88720F2AA97}" sibTransId="{A4EE6A8A-6B36-4586-B550-E39804E8F92A}"/>
    <dgm:cxn modelId="{9919BE1E-FE1F-4EE1-8B3F-4C86C3188EDC}" type="presOf" srcId="{E527CF90-2636-4A37-8562-22BB4FF1529E}" destId="{07C4600B-39FA-46BA-A953-69A47F2CFAAA}" srcOrd="0" destOrd="21" presId="urn:microsoft.com/office/officeart/2005/8/layout/vList2"/>
    <dgm:cxn modelId="{DC2D0E1F-B65F-459A-91B7-FDA2792EC4A2}" type="parOf" srcId="{A0DAAF04-7AA3-4F22-9190-45111789109B}" destId="{FAF025BF-D22F-4618-A1C6-B73B104074E3}" srcOrd="16" destOrd="0" parTransId="{ACEBD54A-5FF9-4520-8D27-422579A83F10}" sibTransId="{58241217-5FDE-47B0-B45F-D1FC788ABA52}"/>
    <dgm:cxn modelId="{71570C21-101F-48E8-BED3-B4627B240FFA}" type="parOf" srcId="{A0DAAF04-7AA3-4F22-9190-45111789109B}" destId="{128D5B42-8B89-4AC7-8BAC-C8B3759D325E}" srcOrd="22" destOrd="0" parTransId="{45612D30-4F9E-40FC-8BAB-9998422A09C7}" sibTransId="{90A87C9B-8E9E-4717-9872-D01B16379833}"/>
    <dgm:cxn modelId="{1EB3AD21-F4DB-4D2B-9CB5-27E9BE9E791E}" type="presOf" srcId="{0112AADC-B90B-4409-886C-74D8914FBA90}" destId="{07C4600B-39FA-46BA-A953-69A47F2CFAAA}" srcOrd="0" destOrd="18" presId="urn:microsoft.com/office/officeart/2005/8/layout/vList2"/>
    <dgm:cxn modelId="{0CBEEE25-9303-4605-B24B-CF6BD72576DD}" type="parOf" srcId="{A0DAAF04-7AA3-4F22-9190-45111789109B}" destId="{E1B43E14-8216-4550-8E33-3EC59F2423CE}" srcOrd="20" destOrd="0" parTransId="{669E2B12-3987-4C45-9E46-4263F458446D}" sibTransId="{779BBC1F-08BE-415F-8ADA-BDBB9A58E67C}"/>
    <dgm:cxn modelId="{EE4FFC30-0341-40FE-A06C-D0EA27CF6D28}" type="presOf" srcId="{A41F902F-C66D-488A-8DD8-597A3019E2C7}" destId="{07C4600B-39FA-46BA-A953-69A47F2CFAAA}" srcOrd="0" destOrd="23" presId="urn:microsoft.com/office/officeart/2005/8/layout/vList2"/>
    <dgm:cxn modelId="{8C07B635-4C76-4BC1-A3B5-4F0B7DC38D29}" type="presOf" srcId="{D6C1D3AC-4E1E-4207-AAF3-48F6286EB818}" destId="{07C4600B-39FA-46BA-A953-69A47F2CFAAA}" srcOrd="0" destOrd="17" presId="urn:microsoft.com/office/officeart/2005/8/layout/vList2"/>
    <dgm:cxn modelId="{B7E32D36-B923-43E1-B2CE-694DD99F3081}" type="parOf" srcId="{901C6586-BCBD-4CE4-9830-89F1D9B4AE5F}" destId="{508B34B0-8822-4B9D-8509-C86242B3F0FC}" srcOrd="3" destOrd="0" parTransId="{EAFBB4BE-EB34-4DE9-B37A-E90832B60FFA}" sibTransId="{46A9A74D-28EB-459B-B131-E8A65D94C2ED}"/>
    <dgm:cxn modelId="{98D9C03C-5D24-47D0-B701-664E30C10D17}" type="presOf" srcId="{FAF025BF-D22F-4618-A1C6-B73B104074E3}" destId="{07C4600B-39FA-46BA-A953-69A47F2CFAAA}" srcOrd="0" destOrd="16" presId="urn:microsoft.com/office/officeart/2005/8/layout/vList2"/>
    <dgm:cxn modelId="{8F1BB440-FCE1-410A-833B-35AB93E1E2C9}" type="parOf" srcId="{A0DAAF04-7AA3-4F22-9190-45111789109B}" destId="{BCE0415A-EA7E-43E6-B296-E823DA52C3E7}" srcOrd="2" destOrd="0" parTransId="{6C02ED2E-FE65-49F0-A336-729CC8871527}" sibTransId="{D4C4395D-AE35-4042-ADF9-3FAD159F2FB1}"/>
    <dgm:cxn modelId="{01E1DA61-20FA-4656-B020-7182F6EA12FC}" type="parOf" srcId="{A0DAAF04-7AA3-4F22-9190-45111789109B}" destId="{0112AADC-B90B-4409-886C-74D8914FBA90}" srcOrd="18" destOrd="0" parTransId="{663FE461-EB55-422D-82D0-C92AFF7A0F6A}" sibTransId="{3F358168-077C-4822-934A-1E887F958ECA}"/>
    <dgm:cxn modelId="{44C05742-DB24-4C11-A5FC-3691F6D87F25}" type="presOf" srcId="{20AE0E32-10DD-47C1-96AD-AF530C66C69F}" destId="{07C4600B-39FA-46BA-A953-69A47F2CFAAA}" srcOrd="0" destOrd="4" presId="urn:microsoft.com/office/officeart/2005/8/layout/vList2"/>
    <dgm:cxn modelId="{DDC82E43-C7DD-40B2-956E-47F81491CDEC}" type="parOf" srcId="{901C6586-BCBD-4CE4-9830-89F1D9B4AE5F}" destId="{A0DAAF04-7AA3-4F22-9190-45111789109B}" srcOrd="2" destOrd="0" parTransId="{519D677F-6421-4B03-977C-6050410474A4}" sibTransId="{7DAEC203-3C7C-436D-AFE8-B885FB723D85}"/>
    <dgm:cxn modelId="{B85B8A65-27B7-4B4F-A48A-199B9D2E6D35}" type="parOf" srcId="{A0DAAF04-7AA3-4F22-9190-45111789109B}" destId="{32B6E68A-4A4F-4AD7-83CD-F8175BCBCA64}" srcOrd="24" destOrd="0" parTransId="{1C706831-F717-4F53-883B-B1360AA9AC7D}" sibTransId="{20BF1F8A-19B8-45CB-9B10-4160ABBE06C0}"/>
    <dgm:cxn modelId="{1D942A47-B72A-4E69-9500-4819B447EF64}" type="presOf" srcId="{FFB3B67C-1440-48A0-8A3C-215F535DAEB6}" destId="{2E63C274-9DA8-45B8-82CD-443D3F0D4117}" srcOrd="0" destOrd="0" presId="urn:microsoft.com/office/officeart/2005/8/layout/vList2"/>
    <dgm:cxn modelId="{CF367968-BFA9-4392-8289-98F406AAF0E8}" type="presOf" srcId="{C9A7F4F6-8A47-4ED0-AA4B-5FDE33E534D3}" destId="{07C4600B-39FA-46BA-A953-69A47F2CFAAA}" srcOrd="0" destOrd="15" presId="urn:microsoft.com/office/officeart/2005/8/layout/vList2"/>
    <dgm:cxn modelId="{707C5A6D-100E-4E3E-ADE7-9F59D266F887}" type="parOf" srcId="{A0DAAF04-7AA3-4F22-9190-45111789109B}" destId="{117ACEB7-010C-4DEB-B58D-581CB7427475}" srcOrd="12" destOrd="0" parTransId="{22A92083-BEF8-48AF-BB93-86E9154A27F3}" sibTransId="{E4541D56-2B87-4071-AF57-D565B29C9F5E}"/>
    <dgm:cxn modelId="{2AE79A6E-A8BB-4A3F-94E2-2A598D0C039A}" type="parOf" srcId="{A0DAAF04-7AA3-4F22-9190-45111789109B}" destId="{952BB327-7C1D-4E3A-B7EF-E38365B17D7F}" srcOrd="3" destOrd="0" parTransId="{B88E99E5-E93D-4B20-B245-67F822D41D0F}" sibTransId="{5D3A8F43-FEAF-4DD5-AA09-6CDA1232D4B2}"/>
    <dgm:cxn modelId="{117AA14E-48D4-46B9-822B-5A556FFF77CA}" type="parOf" srcId="{A0DAAF04-7AA3-4F22-9190-45111789109B}" destId="{E527CF90-2636-4A37-8562-22BB4FF1529E}" srcOrd="21" destOrd="0" parTransId="{03F896ED-7E3D-4360-9602-C2874C608373}" sibTransId="{9F4DEBA9-FB8F-481C-B471-857A83309FBC}"/>
    <dgm:cxn modelId="{E85AAB6E-C20C-473D-92F7-F58C239A6B04}" type="presOf" srcId="{E1B43E14-8216-4550-8E33-3EC59F2423CE}" destId="{07C4600B-39FA-46BA-A953-69A47F2CFAAA}" srcOrd="0" destOrd="20" presId="urn:microsoft.com/office/officeart/2005/8/layout/vList2"/>
    <dgm:cxn modelId="{6F86DF71-E338-416C-AD21-1179C10CB4BE}" type="presOf" srcId="{128D5B42-8B89-4AC7-8BAC-C8B3759D325E}" destId="{07C4600B-39FA-46BA-A953-69A47F2CFAAA}" srcOrd="0" destOrd="22" presId="urn:microsoft.com/office/officeart/2005/8/layout/vList2"/>
    <dgm:cxn modelId="{4A60E751-4FCD-40F1-98A8-9D1C5FC1DACE}" type="presOf" srcId="{D638AB69-7239-4385-87A9-010C4FF9B007}" destId="{07C4600B-39FA-46BA-A953-69A47F2CFAAA}" srcOrd="0" destOrd="10" presId="urn:microsoft.com/office/officeart/2005/8/layout/vList2"/>
    <dgm:cxn modelId="{06E14152-B839-4161-8FFE-8A65F019E372}" type="parOf" srcId="{A0DAAF04-7AA3-4F22-9190-45111789109B}" destId="{AB58BD59-636A-4FE6-A40D-0833FB603B00}" srcOrd="11" destOrd="0" parTransId="{5BBEDE51-F33E-4C9C-A8A2-A1A6827E7EE9}" sibTransId="{BCE0364A-BBB8-471B-8DC9-72865C561CFC}"/>
    <dgm:cxn modelId="{92914E75-873F-42EA-A5F7-4321FEDB6693}" type="presOf" srcId="{A432918B-338E-4857-9F62-37E85883726A}" destId="{07C4600B-39FA-46BA-A953-69A47F2CFAAA}" srcOrd="0" destOrd="7" presId="urn:microsoft.com/office/officeart/2005/8/layout/vList2"/>
    <dgm:cxn modelId="{17F79A79-44C1-4907-A6E6-38E034033BC8}" type="presOf" srcId="{BFB50813-E4F9-4251-A4BC-99F4EBDB6D0F}" destId="{07C4600B-39FA-46BA-A953-69A47F2CFAAA}" srcOrd="0" destOrd="5" presId="urn:microsoft.com/office/officeart/2005/8/layout/vList2"/>
    <dgm:cxn modelId="{39F3AB7B-8BCA-49DC-A047-1958789117F4}" type="presOf" srcId="{AB58BD59-636A-4FE6-A40D-0833FB603B00}" destId="{07C4600B-39FA-46BA-A953-69A47F2CFAAA}" srcOrd="0" destOrd="11" presId="urn:microsoft.com/office/officeart/2005/8/layout/vList2"/>
    <dgm:cxn modelId="{4D0E3B83-6833-441A-8118-96718D68C6AA}" type="parOf" srcId="{901C6586-BCBD-4CE4-9830-89F1D9B4AE5F}" destId="{6EA496EA-1116-4392-82B2-3ABB000E63A9}" srcOrd="1" destOrd="0" parTransId="{AF68B59F-D7C0-4C91-BEDC-861FD980CEAD}" sibTransId="{24950D9D-C797-4876-8F64-C13AC3960C8E}"/>
    <dgm:cxn modelId="{FAD3268B-E4F1-48AB-8C19-D586D836EA40}" type="presOf" srcId="{A0DAAF04-7AA3-4F22-9190-45111789109B}" destId="{920EF786-34AE-4CDF-83CF-7A159AE4B3C9}" srcOrd="0" destOrd="0" presId="urn:microsoft.com/office/officeart/2005/8/layout/vList2"/>
    <dgm:cxn modelId="{B58D2F93-4384-495D-89D7-8B664473065E}" type="presOf" srcId="{952BB327-7C1D-4E3A-B7EF-E38365B17D7F}" destId="{07C4600B-39FA-46BA-A953-69A47F2CFAAA}" srcOrd="0" destOrd="3" presId="urn:microsoft.com/office/officeart/2005/8/layout/vList2"/>
    <dgm:cxn modelId="{81AF73A0-4C43-4AE9-97B3-ED7379133625}" type="presOf" srcId="{9389B19E-1899-4F2C-82AB-0EB53E354BF4}" destId="{07C4600B-39FA-46BA-A953-69A47F2CFAAA}" srcOrd="0" destOrd="13" presId="urn:microsoft.com/office/officeart/2005/8/layout/vList2"/>
    <dgm:cxn modelId="{673BDFA4-A09E-4981-B65F-A1370197E0A5}" type="presOf" srcId="{52047BF9-A353-4F3C-A439-D96C407B9F0E}" destId="{07C4600B-39FA-46BA-A953-69A47F2CFAAA}" srcOrd="0" destOrd="1" presId="urn:microsoft.com/office/officeart/2005/8/layout/vList2"/>
    <dgm:cxn modelId="{0864A6AA-4B8A-498A-8B74-C94CAF5CA0AF}" type="presOf" srcId="{773A2A02-CD75-4BE2-9405-002E606E9995}" destId="{07C4600B-39FA-46BA-A953-69A47F2CFAAA}" srcOrd="0" destOrd="14" presId="urn:microsoft.com/office/officeart/2005/8/layout/vList2"/>
    <dgm:cxn modelId="{645FA0AB-BDD0-4742-8B33-A1B7474B039B}" type="presOf" srcId="{117ACEB7-010C-4DEB-B58D-581CB7427475}" destId="{07C4600B-39FA-46BA-A953-69A47F2CFAAA}" srcOrd="0" destOrd="12" presId="urn:microsoft.com/office/officeart/2005/8/layout/vList2"/>
    <dgm:cxn modelId="{A9E4B6AC-64A4-4B63-8725-EB5B8F752AED}" type="presOf" srcId="{BCE0415A-EA7E-43E6-B296-E823DA52C3E7}" destId="{07C4600B-39FA-46BA-A953-69A47F2CFAAA}" srcOrd="0" destOrd="2" presId="urn:microsoft.com/office/officeart/2005/8/layout/vList2"/>
    <dgm:cxn modelId="{E6FA5EAD-4AB5-4580-92AD-8DAA80755A0C}" type="presOf" srcId="{5844263D-2440-4798-B552-36A93B2AFAB1}" destId="{07C4600B-39FA-46BA-A953-69A47F2CFAAA}" srcOrd="0" destOrd="8" presId="urn:microsoft.com/office/officeart/2005/8/layout/vList2"/>
    <dgm:cxn modelId="{E572CAAE-71B4-4325-89E0-64FCDEA29C97}" type="parOf" srcId="{A0DAAF04-7AA3-4F22-9190-45111789109B}" destId="{52047BF9-A353-4F3C-A439-D96C407B9F0E}" srcOrd="1" destOrd="0" parTransId="{B2086C2B-74CC-4B35-B2BF-BCAE78CDA663}" sibTransId="{B3B0A022-0FFB-4040-B1DD-3816346EA22E}"/>
    <dgm:cxn modelId="{3CC53FB2-908B-4BCA-9F2D-36B4708A553E}" type="parOf" srcId="{A0DAAF04-7AA3-4F22-9190-45111789109B}" destId="{9BF0969C-9363-4AAE-AC35-B61B5CF042BC}" srcOrd="19" destOrd="0" parTransId="{71F35008-D55D-407F-ABDE-4B1DB123579C}" sibTransId="{EE5B4BDF-9393-4EE6-8B37-4F3CE75E9A52}"/>
    <dgm:cxn modelId="{07D75AB2-D22E-49BF-9A3B-78AE14B504CE}" type="presOf" srcId="{901C6586-BCBD-4CE4-9830-89F1D9B4AE5F}" destId="{87195878-9623-4A53-B73A-3510AE5062C5}" srcOrd="0" destOrd="0" presId="urn:microsoft.com/office/officeart/2005/8/layout/vList2"/>
    <dgm:cxn modelId="{3FA983B9-A930-4FF4-8E8C-98B7DCBB0293}" type="presOf" srcId="{3C9D5C68-6FCA-4A10-980A-33E11658865B}" destId="{07C4600B-39FA-46BA-A953-69A47F2CFAAA}" srcOrd="0" destOrd="9" presId="urn:microsoft.com/office/officeart/2005/8/layout/vList2"/>
    <dgm:cxn modelId="{FD660CBE-2CF5-42EC-8AF9-679D895F3C81}" type="parOf" srcId="{A0DAAF04-7AA3-4F22-9190-45111789109B}" destId="{C34A7D7A-9576-4FF6-A2D7-6570D2CE2B8A}" srcOrd="0" destOrd="0" parTransId="{B0B94145-BE76-470E-8FFD-BB60C4FCD4CA}" sibTransId="{07B86293-2F6E-4101-A11D-426BDDC0EA25}"/>
    <dgm:cxn modelId="{D9EF36C3-A46A-4E11-B4C0-6A628044D227}" type="parOf" srcId="{A0DAAF04-7AA3-4F22-9190-45111789109B}" destId="{BFB50813-E4F9-4251-A4BC-99F4EBDB6D0F}" srcOrd="5" destOrd="0" parTransId="{C09961B3-4796-43AE-96C7-E2854E4E95D7}" sibTransId="{FBA3D7A3-4780-4F1C-855F-2AD9D20B7032}"/>
    <dgm:cxn modelId="{B9487BC8-723F-4399-9032-A115D4BA276C}" type="presOf" srcId="{508B34B0-8822-4B9D-8509-C86242B3F0FC}" destId="{A04F6C91-AEBF-4847-980F-C23A5906DCBB}" srcOrd="0" destOrd="0" presId="urn:microsoft.com/office/officeart/2005/8/layout/vList2"/>
    <dgm:cxn modelId="{1243DCC8-42AD-49AA-93E8-F1C1AD188C30}" type="parOf" srcId="{A0DAAF04-7AA3-4F22-9190-45111789109B}" destId="{D638AB69-7239-4385-87A9-010C4FF9B007}" srcOrd="10" destOrd="0" parTransId="{3E83447B-1AB4-451A-A1A6-3ABD965CF691}" sibTransId="{2B2FE155-865C-4F6B-9B2B-8548AC163E2E}"/>
    <dgm:cxn modelId="{A96476CA-D1B5-44F9-9949-520AD7303805}" type="parOf" srcId="{A0DAAF04-7AA3-4F22-9190-45111789109B}" destId="{20AE0E32-10DD-47C1-96AD-AF530C66C69F}" srcOrd="4" destOrd="0" parTransId="{BAA467C5-10D8-403F-BA8D-BFCC130A425C}" sibTransId="{3EE5D31C-34CC-4DAD-B4C3-5DD3F7C41B85}"/>
    <dgm:cxn modelId="{1BF672CF-E1A3-4F5D-B648-482844D04C03}" type="parOf" srcId="{A0DAAF04-7AA3-4F22-9190-45111789109B}" destId="{3C9D5C68-6FCA-4A10-980A-33E11658865B}" srcOrd="9" destOrd="0" parTransId="{05C080D9-7998-4F50-8D45-825B25DCD512}" sibTransId="{D212E12E-385E-41E0-B53E-F948B797600D}"/>
    <dgm:cxn modelId="{7E7615D3-5325-4A3D-A3EE-317371958DB8}" type="presOf" srcId="{9BF0969C-9363-4AAE-AC35-B61B5CF042BC}" destId="{07C4600B-39FA-46BA-A953-69A47F2CFAAA}" srcOrd="0" destOrd="19" presId="urn:microsoft.com/office/officeart/2005/8/layout/vList2"/>
    <dgm:cxn modelId="{31835AD6-F378-469D-8CFC-50022F13F148}" type="presOf" srcId="{6EA496EA-1116-4392-82B2-3ABB000E63A9}" destId="{588B54E1-05A8-4440-8F0D-96AD752098A3}" srcOrd="0" destOrd="0" presId="urn:microsoft.com/office/officeart/2005/8/layout/vList2"/>
    <dgm:cxn modelId="{FC4E8ED7-220E-4BC1-B6AF-8ACEDACC20C0}" type="parOf" srcId="{A0DAAF04-7AA3-4F22-9190-45111789109B}" destId="{A41F902F-C66D-488A-8DD8-597A3019E2C7}" srcOrd="23" destOrd="0" parTransId="{88B6770A-755A-4722-B974-5093021C5A09}" sibTransId="{0F21C6AF-E34D-447C-89B5-ABEA023C79C6}"/>
    <dgm:cxn modelId="{5F11CBD9-5FBA-426E-9584-4988C06405BC}" type="parOf" srcId="{901C6586-BCBD-4CE4-9830-89F1D9B4AE5F}" destId="{FFB3B67C-1440-48A0-8A3C-215F535DAEB6}" srcOrd="0" destOrd="0" parTransId="{518085CE-D40D-4424-BF63-7CD1ED0A1257}" sibTransId="{DBE34E57-ADC3-4EFA-814C-31040430D082}"/>
    <dgm:cxn modelId="{3C0C2EE1-CEF1-4DDB-9409-3B6CF5B85AE9}" type="presOf" srcId="{8386D88B-396C-48A0-B8B3-DDC7DD755106}" destId="{07C4600B-39FA-46BA-A953-69A47F2CFAAA}" srcOrd="0" destOrd="6" presId="urn:microsoft.com/office/officeart/2005/8/layout/vList2"/>
    <dgm:cxn modelId="{6BB423E7-7D0D-4DC1-8275-8578E7F50C16}" type="presOf" srcId="{32B6E68A-4A4F-4AD7-83CD-F8175BCBCA64}" destId="{07C4600B-39FA-46BA-A953-69A47F2CFAAA}" srcOrd="0" destOrd="24" presId="urn:microsoft.com/office/officeart/2005/8/layout/vList2"/>
    <dgm:cxn modelId="{3471C0E8-EC31-4315-81C3-9929CFFE970F}" type="parOf" srcId="{A0DAAF04-7AA3-4F22-9190-45111789109B}" destId="{9389B19E-1899-4F2C-82AB-0EB53E354BF4}" srcOrd="13" destOrd="0" parTransId="{6E30DF53-89B9-4DAC-B9F2-249480BBA67D}" sibTransId="{B6B2617F-83E8-4A87-BC2F-863B0D9F1899}"/>
    <dgm:cxn modelId="{135D7BEA-3A80-4F09-A1FF-C9D11B398AFC}" type="parOf" srcId="{A0DAAF04-7AA3-4F22-9190-45111789109B}" destId="{A432918B-338E-4857-9F62-37E85883726A}" srcOrd="7" destOrd="0" parTransId="{69B13764-165B-40E4-9392-FE5D8D14CCBA}" sibTransId="{CB420957-73CE-4141-B49B-F6619252C1E5}"/>
    <dgm:cxn modelId="{C8E44EEB-8ABD-48A1-8A47-088DC6DB768E}" type="parOf" srcId="{A0DAAF04-7AA3-4F22-9190-45111789109B}" destId="{773A2A02-CD75-4BE2-9405-002E606E9995}" srcOrd="14" destOrd="0" parTransId="{A4631488-F0B1-491C-914F-76E4CF04B6E4}" sibTransId="{3E6D53D1-48DA-486A-8547-7350941664DC}"/>
    <dgm:cxn modelId="{239286EC-555D-470D-8B52-5B28D94D4E39}" type="presOf" srcId="{C34A7D7A-9576-4FF6-A2D7-6570D2CE2B8A}" destId="{07C4600B-39FA-46BA-A953-69A47F2CFAAA}" srcOrd="0" destOrd="0" presId="urn:microsoft.com/office/officeart/2005/8/layout/vList2"/>
    <dgm:cxn modelId="{161D42FF-2957-4609-B458-FFBBE2224410}" type="parOf" srcId="{A0DAAF04-7AA3-4F22-9190-45111789109B}" destId="{C9A7F4F6-8A47-4ED0-AA4B-5FDE33E534D3}" srcOrd="15" destOrd="0" parTransId="{496E119F-FF69-4EE8-9F83-6B154E7DDA22}" sibTransId="{43954DD8-D408-44E6-96BA-417CCEA76CA6}"/>
    <dgm:cxn modelId="{5B475918-8458-4E3F-8FDE-CBCDC36D4A12}" type="presParOf" srcId="{87195878-9623-4A53-B73A-3510AE5062C5}" destId="{2E63C274-9DA8-45B8-82CD-443D3F0D4117}" srcOrd="0" destOrd="0" presId="urn:microsoft.com/office/officeart/2005/8/layout/vList2"/>
    <dgm:cxn modelId="{027A12C7-1024-48CF-9DFB-75F634AC119C}" type="presParOf" srcId="{87195878-9623-4A53-B73A-3510AE5062C5}" destId="{0ED22298-B8E4-4CC6-A1C0-09FB0D12D12D}" srcOrd="1" destOrd="0" presId="urn:microsoft.com/office/officeart/2005/8/layout/vList2"/>
    <dgm:cxn modelId="{85AE3E9F-9EBC-4FDC-9CB9-946AC061D882}" type="presParOf" srcId="{87195878-9623-4A53-B73A-3510AE5062C5}" destId="{588B54E1-05A8-4440-8F0D-96AD752098A3}" srcOrd="2" destOrd="0" presId="urn:microsoft.com/office/officeart/2005/8/layout/vList2"/>
    <dgm:cxn modelId="{B994135C-0EC1-4EA0-98A0-C49DAD3B081D}" type="presParOf" srcId="{87195878-9623-4A53-B73A-3510AE5062C5}" destId="{9EB2A054-C719-46C0-9B55-010E4B78980E}" srcOrd="3" destOrd="0" presId="urn:microsoft.com/office/officeart/2005/8/layout/vList2"/>
    <dgm:cxn modelId="{E2906EFB-0CED-4A1A-AAF3-A07A3C15B7B3}" type="presParOf" srcId="{87195878-9623-4A53-B73A-3510AE5062C5}" destId="{920EF786-34AE-4CDF-83CF-7A159AE4B3C9}" srcOrd="4" destOrd="0" presId="urn:microsoft.com/office/officeart/2005/8/layout/vList2"/>
    <dgm:cxn modelId="{8FED8C11-F2BB-45D5-96CD-D9FE03C44E67}" type="presParOf" srcId="{87195878-9623-4A53-B73A-3510AE5062C5}" destId="{07C4600B-39FA-46BA-A953-69A47F2CFAAA}" srcOrd="5" destOrd="0" presId="urn:microsoft.com/office/officeart/2005/8/layout/vList2"/>
    <dgm:cxn modelId="{2318F9B4-15F5-44D3-BC47-52FC9C2DDABD}" type="presParOf" srcId="{87195878-9623-4A53-B73A-3510AE5062C5}" destId="{A04F6C91-AEBF-4847-980F-C23A5906DCBB}" srcOrd="6" destOrd="0" presId="urn:microsoft.com/office/officeart/2005/8/layout/vList2"/>
  </dgm:cxnLst>
  <dgm:bg>
    <a:solidFill>
      <a:schemeClr val="accent2"/>
    </a:solidFill>
  </dgm:bg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901C6586-BCBD-4CE4-9830-89F1D9B4AE5F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 phldr="1"/>
      <dgm:spPr bwMode="auto"/>
      <dgm:t>
        <a:bodyPr/>
        <a:lstStyle/>
        <a:p>
          <a:pPr>
            <a:defRPr/>
          </a:pPr>
          <a:endParaRPr lang="it-IT"/>
        </a:p>
      </dgm:t>
    </dgm:pt>
    <dgm:pt modelId="{FFB3B67C-1440-48A0-8A3C-215F535DAEB6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Pasta di semola di grano duro</a:t>
          </a:r>
          <a:endParaRPr/>
        </a:p>
      </dgm:t>
    </dgm:pt>
    <dgm:pt modelId="{518085CE-D40D-4424-BF63-7CD1ED0A1257}" type="parTrans" cxnId="{5F11CBD9-5FBA-426E-9584-4988C06405B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DBE34E57-ADC3-4EFA-814C-31040430D082}" type="sibTrans" cxnId="{5F11CBD9-5FBA-426E-9584-4988C06405B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6EA496EA-1116-4392-82B2-3ABB000E63A9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Sale</a:t>
          </a:r>
          <a:endParaRPr/>
        </a:p>
      </dgm:t>
    </dgm:pt>
    <dgm:pt modelId="{AF68B59F-D7C0-4C91-BEDC-861FD980CEAD}" type="parTrans" cxnId="{4D0E3B83-6833-441A-8118-96718D68C6AA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24950D9D-C797-4876-8F64-C13AC3960C8E}" type="sibTrans" cxnId="{4D0E3B83-6833-441A-8118-96718D68C6AA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A0DAAF04-7AA3-4F22-9190-45111789109B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Tuorlo d’uovo di gallina</a:t>
          </a:r>
          <a:endParaRPr/>
        </a:p>
      </dgm:t>
    </dgm:pt>
    <dgm:pt modelId="{519D677F-6421-4B03-977C-6050410474A4}" type="parTrans" cxnId="{DDC82E43-C7DD-40B2-956E-47F81491CDE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7DAEC203-3C7C-436D-AFE8-B885FB723D85}" type="sibTrans" cxnId="{DDC82E43-C7DD-40B2-956E-47F81491CDE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73AC3690-75D5-41BB-9A06-C03A7F64BBF2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Guanciale (cotto)</a:t>
          </a:r>
          <a:endParaRPr/>
        </a:p>
      </dgm:t>
    </dgm:pt>
    <dgm:pt modelId="{A4521E31-F3AC-4493-9A35-5127AC507B4C}" type="parTrans" cxnId="{608F240C-6D31-4EC2-9A0B-44786FB0CFC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2635728D-9B92-4EB1-8DB0-A0DA76CA87F1}" type="sibTrans" cxnId="{608F240C-6D31-4EC2-9A0B-44786FB0CFC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D97B27A1-5A4D-4301-8556-F5EAABCCE635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Pecorino Romano</a:t>
          </a:r>
          <a:endParaRPr/>
        </a:p>
      </dgm:t>
    </dgm:pt>
    <dgm:pt modelId="{BB6EFE5A-55CD-474F-8C7E-F27622450C45}" type="parTrans" cxnId="{B1F385A6-FE47-4AB4-96E8-EFCE0CA60E3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F4007C5F-1DBD-402D-B72E-37ADD6DC429A}" type="sibTrans" cxnId="{B1F385A6-FE47-4AB4-96E8-EFCE0CA60E3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04BE9AEC-4552-474D-B071-212C041E0A84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Pepe</a:t>
          </a:r>
          <a:endParaRPr/>
        </a:p>
      </dgm:t>
    </dgm:pt>
    <dgm:pt modelId="{3CD93CC9-3E9F-4F4B-9788-E7167ABD90EA}" type="parTrans" cxnId="{DD17C3E7-9C5D-4FA0-9035-99B3043CF77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6DF7C04D-DC26-4403-B017-3946977266C3}" type="sibTrans" cxnId="{DD17C3E7-9C5D-4FA0-9035-99B3043CF77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508B34B0-8822-4B9D-8509-C86242B3F0FC}" type="node">
      <dgm:prSet phldrT="[Testo]" custT="1"/>
      <dgm:spPr bwMode="auto"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>
            <a:defRPr/>
          </a:pPr>
          <a:r>
            <a:rPr lang="it-IT" sz="1200" b="1">
              <a:solidFill>
                <a:schemeClr val="accent2">
                  <a:lumMod val="50000"/>
                </a:schemeClr>
              </a:solidFill>
            </a:rPr>
            <a:t>+ Aggiungi ingrediente</a:t>
          </a:r>
          <a:endParaRPr/>
        </a:p>
      </dgm:t>
    </dgm:pt>
    <dgm:pt modelId="{EAFBB4BE-EB34-4DE9-B37A-E90832B60FFA}" type="parTrans" cxnId="{B7E32D36-B923-43E1-B2CE-694DD99F3081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46A9A74D-28EB-459B-B131-E8A65D94C2ED}" type="sibTrans" cxnId="{B7E32D36-B923-43E1-B2CE-694DD99F3081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F0C0F86B-80BD-4520-9E83-6DC0219129D8}" type="node">
      <dgm:prSet phldrT="[Testo]" custT="1"/>
      <dgm:spPr bwMode="auto">
        <a:noFill/>
        <a:ln>
          <a:noFill/>
        </a:ln>
      </dgm:spPr>
      <dgm:t>
        <a:bodyPr/>
        <a:lstStyle/>
        <a:p>
          <a:pPr>
            <a:defRPr/>
          </a:pPr>
          <a:endParaRPr lang="it-IT" sz="1400"/>
        </a:p>
      </dgm:t>
    </dgm:pt>
    <dgm:pt modelId="{44D45EBF-5242-4CF5-A5A8-AFAF60963F21}" type="parTrans" cxnId="{CFC94C55-EB71-4B8A-A7FA-9C147C383FD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C995CE2-13AC-4CE2-AAC5-1607B79F7671}" type="sibTrans" cxnId="{CFC94C55-EB71-4B8A-A7FA-9C147C383FD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652193C-1628-4C0E-B5A7-BC01F5A15199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16E18BA-6997-4308-8595-2ABD5F716B04}" type="parTrans" cxnId="{AE973A5B-F97E-42BF-A08E-D4B7EDB8DC8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FE3BF33-8D9F-4796-965B-3521F5B590E9}" type="sibTrans" cxnId="{AE973A5B-F97E-42BF-A08E-D4B7EDB8DC8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B7537CF-254E-4683-88E0-15B5AC4525D1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C1C36E8-BCD2-44DC-BA2F-6CE86D49097E}" type="parTrans" cxnId="{63A1F80B-4FE5-44B6-AB9D-7CC620D0CEFD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FA58463C-1AF2-4D42-B86C-81BEFB42402D}" type="sibTrans" cxnId="{63A1F80B-4FE5-44B6-AB9D-7CC620D0CEFD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1994E72-8066-4A33-9CF0-BDC3BFED4B91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0B54F88-967B-4495-A296-0196625F8678}" type="parTrans" cxnId="{39D58A2D-9B32-481C-A133-05607B8D751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1DBF7EF-35D0-43D2-993E-83A013278857}" type="sibTrans" cxnId="{39D58A2D-9B32-481C-A133-05607B8D751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CCF1C336-351A-4986-8966-7334DAD19C58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F3FDFDB-28D8-441A-95DB-FBAEEF23CCF9}" type="parTrans" cxnId="{10A12EA6-BA59-48C5-9067-97E7AC23BB46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5F2E657-D8BE-409C-8503-980B9C48BDAC}" type="sibTrans" cxnId="{10A12EA6-BA59-48C5-9067-97E7AC23BB46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EF8C836-5809-4119-98F0-335893544027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086C1C3-793F-4C05-8BA3-B2FC14418D50}" type="parTrans" cxnId="{97B62132-225D-423B-9CF7-95D091B6AEC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1DF8A1A-87A4-4EFD-8026-AF72443C6C50}" type="sibTrans" cxnId="{97B62132-225D-423B-9CF7-95D091B6AEC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CE436C1-5497-4887-A29F-133ED153DBC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CFC12FF-E221-4CCE-BEB2-84BB792B6D21}" type="parTrans" cxnId="{7A1CC611-18BB-46A5-AC29-50ECD316701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547FCED-3454-4B91-9844-7B6987389CD8}" type="sibTrans" cxnId="{7A1CC611-18BB-46A5-AC29-50ECD316701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FFE4DFC2-83E3-4B88-8AA1-C916996E5F7B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E4834AA-6831-4C05-8916-8D82BEAE1FE8}" type="parTrans" cxnId="{E7E93ECF-F918-4024-BD3A-A12D6C61E8D6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784081E-86D0-433D-B238-1E93EE868D2E}" type="sibTrans" cxnId="{E7E93ECF-F918-4024-BD3A-A12D6C61E8D6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2B6E68A-4A4F-4AD7-83CD-F8175BCBCA64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C706831-F717-4F53-883B-B1360AA9AC7D}" type="parTrans" cxnId="{B85B8A65-27B7-4B4F-A48A-199B9D2E6D3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0BF1F8A-19B8-45CB-9B10-4160ABBE06C0}" type="sibTrans" cxnId="{B85B8A65-27B7-4B4F-A48A-199B9D2E6D3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7195878-9623-4A53-B73A-3510AE5062C5}" type="pres">
      <dgm:prSet presAssocID="{901C6586-BCBD-4CE4-9830-89F1D9B4AE5F}" presName="linear" presStyleCnt="0">
        <dgm:presLayoutVars>
          <dgm:animLvl val="lvl"/>
          <dgm:resizeHandles val="exact"/>
        </dgm:presLayoutVars>
      </dgm:prSet>
      <dgm:spPr bwMode="auto"/>
    </dgm:pt>
    <dgm:pt modelId="{2E63C274-9DA8-45B8-82CD-443D3F0D4117}" type="pres">
      <dgm:prSet custLinFactNeighborX="-2184" custLinFactNeighborY="-100000" custLinFactY="-68734" presAssocID="{FFB3B67C-1440-48A0-8A3C-215F535DAEB6}" presName="parentText" presStyleLbl="node1" presStyleIdx="0" presStyleCnt="8">
        <dgm:presLayoutVars>
          <dgm:chMax val="0"/>
          <dgm:bulletEnabled val="1"/>
        </dgm:presLayoutVars>
      </dgm:prSet>
      <dgm:spPr bwMode="auto"/>
    </dgm:pt>
    <dgm:pt modelId="{0ED22298-B8E4-4CC6-A1C0-09FB0D12D12D}" type="pres">
      <dgm:prSet presAssocID="{DBE34E57-ADC3-4EFA-814C-31040430D082}" presName="spacer" presStyleCnt="0"/>
      <dgm:spPr bwMode="auto"/>
    </dgm:pt>
    <dgm:pt modelId="{588B54E1-05A8-4440-8F0D-96AD752098A3}" type="pres">
      <dgm:prSet presAssocID="{6EA496EA-1116-4392-82B2-3ABB000E63A9}" presName="parentText" presStyleLbl="node1" presStyleIdx="1" presStyleCnt="8">
        <dgm:presLayoutVars>
          <dgm:chMax val="0"/>
          <dgm:bulletEnabled val="1"/>
        </dgm:presLayoutVars>
      </dgm:prSet>
      <dgm:spPr bwMode="auto"/>
    </dgm:pt>
    <dgm:pt modelId="{9EB2A054-C719-46C0-9B55-010E4B78980E}" type="pres">
      <dgm:prSet presAssocID="{24950D9D-C797-4876-8F64-C13AC3960C8E}" presName="spacer" presStyleCnt="0"/>
      <dgm:spPr bwMode="auto"/>
    </dgm:pt>
    <dgm:pt modelId="{920EF786-34AE-4CDF-83CF-7A159AE4B3C9}" type="pres">
      <dgm:prSet presAssocID="{A0DAAF04-7AA3-4F22-9190-45111789109B}" presName="parentText" presStyleLbl="node1" presStyleIdx="2" presStyleCnt="8">
        <dgm:presLayoutVars>
          <dgm:chMax val="0"/>
          <dgm:bulletEnabled val="1"/>
        </dgm:presLayoutVars>
      </dgm:prSet>
      <dgm:spPr bwMode="auto"/>
    </dgm:pt>
    <dgm:pt modelId="{2E27A52A-8957-471F-AA16-F337D37061A8}" type="pres">
      <dgm:prSet presAssocID="{7DAEC203-3C7C-436D-AFE8-B885FB723D85}" presName="spacer" presStyleCnt="0"/>
      <dgm:spPr bwMode="auto"/>
    </dgm:pt>
    <dgm:pt modelId="{60CFC448-A2E9-471D-B823-5CCB0A6A8936}" type="pres">
      <dgm:prSet presAssocID="{73AC3690-75D5-41BB-9A06-C03A7F64BBF2}" presName="parentText" presStyleLbl="node1" presStyleIdx="3" presStyleCnt="8">
        <dgm:presLayoutVars>
          <dgm:chMax val="0"/>
          <dgm:bulletEnabled val="1"/>
        </dgm:presLayoutVars>
      </dgm:prSet>
      <dgm:spPr bwMode="auto"/>
    </dgm:pt>
    <dgm:pt modelId="{0BC88EDA-9496-41A5-A1CB-3951BE1A3A94}" type="pres">
      <dgm:prSet presAssocID="{2635728D-9B92-4EB1-8DB0-A0DA76CA87F1}" presName="spacer" presStyleCnt="0"/>
      <dgm:spPr bwMode="auto"/>
    </dgm:pt>
    <dgm:pt modelId="{99CE9A2F-1CEC-4ABF-B168-15D47293304F}" type="pres">
      <dgm:prSet presAssocID="{D97B27A1-5A4D-4301-8556-F5EAABCCE635}" presName="parentText" presStyleLbl="node1" presStyleIdx="4" presStyleCnt="8">
        <dgm:presLayoutVars>
          <dgm:chMax val="0"/>
          <dgm:bulletEnabled val="1"/>
        </dgm:presLayoutVars>
      </dgm:prSet>
      <dgm:spPr bwMode="auto"/>
    </dgm:pt>
    <dgm:pt modelId="{98426BBA-1F64-4AFA-8957-D78168382DF4}" type="pres">
      <dgm:prSet presAssocID="{F4007C5F-1DBD-402D-B72E-37ADD6DC429A}" presName="spacer" presStyleCnt="0"/>
      <dgm:spPr bwMode="auto"/>
    </dgm:pt>
    <dgm:pt modelId="{EFDFAC03-7954-429E-A62B-58C691FD5CEA}" type="pres">
      <dgm:prSet presAssocID="{04BE9AEC-4552-474D-B071-212C041E0A84}" presName="parentText" presStyleLbl="node1" presStyleIdx="5" presStyleCnt="8">
        <dgm:presLayoutVars>
          <dgm:chMax val="0"/>
          <dgm:bulletEnabled val="1"/>
        </dgm:presLayoutVars>
      </dgm:prSet>
      <dgm:spPr bwMode="auto"/>
    </dgm:pt>
    <dgm:pt modelId="{6A65C1F9-B100-46A8-9C4E-C0AD1F6897D8}" type="pres">
      <dgm:prSet presAssocID="{04BE9AEC-4552-474D-B071-212C041E0A84}" presName="childText" presStyleLbl="revTx" presStyleIdx="0" presStyleCnt="1">
        <dgm:presLayoutVars>
          <dgm:bulletEnabled val="1"/>
        </dgm:presLayoutVars>
      </dgm:prSet>
      <dgm:spPr bwMode="auto"/>
    </dgm:pt>
    <dgm:pt modelId="{924A46D7-53D3-4C2B-A0D4-9593D2A096BF}" type="pres">
      <dgm:prSet presAssocID="{F0C0F86B-80BD-4520-9E83-6DC0219129D8}" presName="parentText" presStyleLbl="node1" presStyleIdx="6" presStyleCnt="8">
        <dgm:presLayoutVars>
          <dgm:chMax val="0"/>
          <dgm:bulletEnabled val="1"/>
        </dgm:presLayoutVars>
      </dgm:prSet>
      <dgm:spPr bwMode="auto"/>
    </dgm:pt>
    <dgm:pt modelId="{32B0200A-C088-4154-AC6B-FBD63EA3629B}" type="pres">
      <dgm:prSet presAssocID="{DC995CE2-13AC-4CE2-AAC5-1607B79F7671}" presName="spacer" presStyleCnt="0"/>
      <dgm:spPr bwMode="auto"/>
    </dgm:pt>
    <dgm:pt modelId="{A04F6C91-AEBF-4847-980F-C23A5906DCBB}" type="pres">
      <dgm:prSet custLinFactNeighborX="745" custLinFactNeighborY="200000" custLinFactY="140631" presAssocID="{508B34B0-8822-4B9D-8509-C86242B3F0FC}" presName="parentText" presStyleLbl="node1" presStyleIdx="7" presStyleCnt="8">
        <dgm:presLayoutVars>
          <dgm:chMax val="0"/>
          <dgm:bulletEnabled val="1"/>
        </dgm:presLayoutVars>
      </dgm:prSet>
      <dgm:spPr bwMode="auto"/>
    </dgm:pt>
  </dgm:ptLst>
  <dgm:cxnLst>
    <dgm:cxn modelId="{BB1F0707-D578-4BED-98B6-C211E6F07870}" type="presOf" srcId="{0CE436C1-5497-4887-A29F-133ED153DBCE}" destId="{6A65C1F9-B100-46A8-9C4E-C0AD1F6897D8}" srcOrd="0" destOrd="5" presId="urn:microsoft.com/office/officeart/2005/8/layout/vList2"/>
    <dgm:cxn modelId="{63A1F80B-4FE5-44B6-AB9D-7CC620D0CEFD}" type="parOf" srcId="{04BE9AEC-4552-474D-B071-212C041E0A84}" destId="{1B7537CF-254E-4683-88E0-15B5AC4525D1}" srcOrd="1" destOrd="0" parTransId="{7C1C36E8-BCD2-44DC-BA2F-6CE86D49097E}" sibTransId="{FA58463C-1AF2-4D42-B86C-81BEFB42402D}"/>
    <dgm:cxn modelId="{608F240C-6D31-4EC2-9A0B-44786FB0CFC9}" type="parOf" srcId="{901C6586-BCBD-4CE4-9830-89F1D9B4AE5F}" destId="{73AC3690-75D5-41BB-9A06-C03A7F64BBF2}" srcOrd="3" destOrd="0" parTransId="{A4521E31-F3AC-4493-9A35-5127AC507B4C}" sibTransId="{2635728D-9B92-4EB1-8DB0-A0DA76CA87F1}"/>
    <dgm:cxn modelId="{7A1CC611-18BB-46A5-AC29-50ECD3167017}" type="parOf" srcId="{04BE9AEC-4552-474D-B071-212C041E0A84}" destId="{0CE436C1-5497-4887-A29F-133ED153DBCE}" srcOrd="5" destOrd="0" parTransId="{6CFC12FF-E221-4CCE-BEB2-84BB792B6D21}" sibTransId="{E547FCED-3454-4B91-9844-7B6987389CD8}"/>
    <dgm:cxn modelId="{39D58A2D-9B32-481C-A133-05607B8D751C}" type="parOf" srcId="{04BE9AEC-4552-474D-B071-212C041E0A84}" destId="{81994E72-8066-4A33-9CF0-BDC3BFED4B91}" srcOrd="2" destOrd="0" parTransId="{B0B54F88-967B-4495-A296-0196625F8678}" sibTransId="{E1DBF7EF-35D0-43D2-993E-83A013278857}"/>
    <dgm:cxn modelId="{80B23730-46B5-4DC6-B88C-69C8BAA2CE9F}" type="presOf" srcId="{F0C0F86B-80BD-4520-9E83-6DC0219129D8}" destId="{924A46D7-53D3-4C2B-A0D4-9593D2A096BF}" srcOrd="0" destOrd="0" presId="urn:microsoft.com/office/officeart/2005/8/layout/vList2"/>
    <dgm:cxn modelId="{97B62132-225D-423B-9CF7-95D091B6AEC1}" type="parOf" srcId="{04BE9AEC-4552-474D-B071-212C041E0A84}" destId="{6EF8C836-5809-4119-98F0-335893544027}" srcOrd="4" destOrd="0" parTransId="{B086C1C3-793F-4C05-8BA3-B2FC14418D50}" sibTransId="{31DF8A1A-87A4-4EFD-8026-AF72443C6C50}"/>
    <dgm:cxn modelId="{B7E32D36-B923-43E1-B2CE-694DD99F3081}" type="parOf" srcId="{901C6586-BCBD-4CE4-9830-89F1D9B4AE5F}" destId="{508B34B0-8822-4B9D-8509-C86242B3F0FC}" srcOrd="7" destOrd="0" parTransId="{EAFBB4BE-EB34-4DE9-B37A-E90832B60FFA}" sibTransId="{46A9A74D-28EB-459B-B131-E8A65D94C2ED}"/>
    <dgm:cxn modelId="{AE973A5B-F97E-42BF-A08E-D4B7EDB8DC8A}" type="parOf" srcId="{04BE9AEC-4552-474D-B071-212C041E0A84}" destId="{2652193C-1628-4C0E-B5A7-BC01F5A15199}" srcOrd="0" destOrd="0" parTransId="{716E18BA-6997-4308-8595-2ABD5F716B04}" sibTransId="{8FE3BF33-8D9F-4796-965B-3521F5B590E9}"/>
    <dgm:cxn modelId="{8E5BB860-61D0-46E3-B9BC-2E3ABBA3BA72}" type="presOf" srcId="{FFE4DFC2-83E3-4B88-8AA1-C916996E5F7B}" destId="{6A65C1F9-B100-46A8-9C4E-C0AD1F6897D8}" srcOrd="0" destOrd="6" presId="urn:microsoft.com/office/officeart/2005/8/layout/vList2"/>
    <dgm:cxn modelId="{51219D41-94E6-4691-814E-FF6B39A29AF0}" type="presOf" srcId="{2652193C-1628-4C0E-B5A7-BC01F5A15199}" destId="{6A65C1F9-B100-46A8-9C4E-C0AD1F6897D8}" srcOrd="0" destOrd="0" presId="urn:microsoft.com/office/officeart/2005/8/layout/vList2"/>
    <dgm:cxn modelId="{DDC82E43-C7DD-40B2-956E-47F81491CDEC}" type="parOf" srcId="{901C6586-BCBD-4CE4-9830-89F1D9B4AE5F}" destId="{A0DAAF04-7AA3-4F22-9190-45111789109B}" srcOrd="2" destOrd="0" parTransId="{519D677F-6421-4B03-977C-6050410474A4}" sibTransId="{7DAEC203-3C7C-436D-AFE8-B885FB723D85}"/>
    <dgm:cxn modelId="{B85B8A65-27B7-4B4F-A48A-199B9D2E6D35}" type="parOf" srcId="{04BE9AEC-4552-474D-B071-212C041E0A84}" destId="{32B6E68A-4A4F-4AD7-83CD-F8175BCBCA64}" srcOrd="7" destOrd="0" parTransId="{1C706831-F717-4F53-883B-B1360AA9AC7D}" sibTransId="{20BF1F8A-19B8-45CB-9B10-4160ABBE06C0}"/>
    <dgm:cxn modelId="{EC8C6746-808B-47C7-8480-64BCD1E94515}" type="presOf" srcId="{04BE9AEC-4552-474D-B071-212C041E0A84}" destId="{EFDFAC03-7954-429E-A62B-58C691FD5CEA}" srcOrd="0" destOrd="0" presId="urn:microsoft.com/office/officeart/2005/8/layout/vList2"/>
    <dgm:cxn modelId="{1D942A47-B72A-4E69-9500-4819B447EF64}" type="presOf" srcId="{FFB3B67C-1440-48A0-8A3C-215F535DAEB6}" destId="{2E63C274-9DA8-45B8-82CD-443D3F0D4117}" srcOrd="0" destOrd="0" presId="urn:microsoft.com/office/officeart/2005/8/layout/vList2"/>
    <dgm:cxn modelId="{CFC94C55-EB71-4B8A-A7FA-9C147C383FD1}" type="parOf" srcId="{901C6586-BCBD-4CE4-9830-89F1D9B4AE5F}" destId="{F0C0F86B-80BD-4520-9E83-6DC0219129D8}" srcOrd="6" destOrd="0" parTransId="{44D45EBF-5242-4CF5-A5A8-AFAF60963F21}" sibTransId="{DC995CE2-13AC-4CE2-AAC5-1607B79F7671}"/>
    <dgm:cxn modelId="{4D0E3B83-6833-441A-8118-96718D68C6AA}" type="parOf" srcId="{901C6586-BCBD-4CE4-9830-89F1D9B4AE5F}" destId="{6EA496EA-1116-4392-82B2-3ABB000E63A9}" srcOrd="1" destOrd="0" parTransId="{AF68B59F-D7C0-4C91-BEDC-861FD980CEAD}" sibTransId="{24950D9D-C797-4876-8F64-C13AC3960C8E}"/>
    <dgm:cxn modelId="{FAD3268B-E4F1-48AB-8C19-D586D836EA40}" type="presOf" srcId="{A0DAAF04-7AA3-4F22-9190-45111789109B}" destId="{920EF786-34AE-4CDF-83CF-7A159AE4B3C9}" srcOrd="0" destOrd="0" presId="urn:microsoft.com/office/officeart/2005/8/layout/vList2"/>
    <dgm:cxn modelId="{FC89439E-1552-46F2-8777-1A8BC6AE4F45}" type="presOf" srcId="{6EF8C836-5809-4119-98F0-335893544027}" destId="{6A65C1F9-B100-46A8-9C4E-C0AD1F6897D8}" srcOrd="0" destOrd="4" presId="urn:microsoft.com/office/officeart/2005/8/layout/vList2"/>
    <dgm:cxn modelId="{10A12EA6-BA59-48C5-9067-97E7AC23BB46}" type="parOf" srcId="{04BE9AEC-4552-474D-B071-212C041E0A84}" destId="{CCF1C336-351A-4986-8966-7334DAD19C58}" srcOrd="3" destOrd="0" parTransId="{0F3FDFDB-28D8-441A-95DB-FBAEEF23CCF9}" sibTransId="{45F2E657-D8BE-409C-8503-980B9C48BDAC}"/>
    <dgm:cxn modelId="{B1F385A6-FE47-4AB4-96E8-EFCE0CA60E39}" type="parOf" srcId="{901C6586-BCBD-4CE4-9830-89F1D9B4AE5F}" destId="{D97B27A1-5A4D-4301-8556-F5EAABCCE635}" srcOrd="4" destOrd="0" parTransId="{BB6EFE5A-55CD-474F-8C7E-F27622450C45}" sibTransId="{F4007C5F-1DBD-402D-B72E-37ADD6DC429A}"/>
    <dgm:cxn modelId="{07D75AB2-D22E-49BF-9A3B-78AE14B504CE}" type="presOf" srcId="{901C6586-BCBD-4CE4-9830-89F1D9B4AE5F}" destId="{87195878-9623-4A53-B73A-3510AE5062C5}" srcOrd="0" destOrd="0" presId="urn:microsoft.com/office/officeart/2005/8/layout/vList2"/>
    <dgm:cxn modelId="{4CF470B3-41B6-4B42-AC9D-A70FAF68B449}" type="presOf" srcId="{CCF1C336-351A-4986-8966-7334DAD19C58}" destId="{6A65C1F9-B100-46A8-9C4E-C0AD1F6897D8}" srcOrd="0" destOrd="3" presId="urn:microsoft.com/office/officeart/2005/8/layout/vList2"/>
    <dgm:cxn modelId="{827569BF-6414-44BA-9C08-F4811FA8B7B8}" type="presOf" srcId="{73AC3690-75D5-41BB-9A06-C03A7F64BBF2}" destId="{60CFC448-A2E9-471D-B823-5CCB0A6A8936}" srcOrd="0" destOrd="0" presId="urn:microsoft.com/office/officeart/2005/8/layout/vList2"/>
    <dgm:cxn modelId="{B9487BC8-723F-4399-9032-A115D4BA276C}" type="presOf" srcId="{508B34B0-8822-4B9D-8509-C86242B3F0FC}" destId="{A04F6C91-AEBF-4847-980F-C23A5906DCBB}" srcOrd="0" destOrd="0" presId="urn:microsoft.com/office/officeart/2005/8/layout/vList2"/>
    <dgm:cxn modelId="{E7E93ECF-F918-4024-BD3A-A12D6C61E8D6}" type="parOf" srcId="{04BE9AEC-4552-474D-B071-212C041E0A84}" destId="{FFE4DFC2-83E3-4B88-8AA1-C916996E5F7B}" srcOrd="6" destOrd="0" parTransId="{1E4834AA-6831-4C05-8916-8D82BEAE1FE8}" sibTransId="{7784081E-86D0-433D-B238-1E93EE868D2E}"/>
    <dgm:cxn modelId="{31835AD6-F378-469D-8CFC-50022F13F148}" type="presOf" srcId="{6EA496EA-1116-4392-82B2-3ABB000E63A9}" destId="{588B54E1-05A8-4440-8F0D-96AD752098A3}" srcOrd="0" destOrd="0" presId="urn:microsoft.com/office/officeart/2005/8/layout/vList2"/>
    <dgm:cxn modelId="{5F11CBD9-5FBA-426E-9584-4988C06405BC}" type="parOf" srcId="{901C6586-BCBD-4CE4-9830-89F1D9B4AE5F}" destId="{FFB3B67C-1440-48A0-8A3C-215F535DAEB6}" srcOrd="0" destOrd="0" parTransId="{518085CE-D40D-4424-BF63-7CD1ED0A1257}" sibTransId="{DBE34E57-ADC3-4EFA-814C-31040430D082}"/>
    <dgm:cxn modelId="{0574F8D9-6724-4C38-A8B7-67928FF56A92}" type="presOf" srcId="{1B7537CF-254E-4683-88E0-15B5AC4525D1}" destId="{6A65C1F9-B100-46A8-9C4E-C0AD1F6897D8}" srcOrd="0" destOrd="1" presId="urn:microsoft.com/office/officeart/2005/8/layout/vList2"/>
    <dgm:cxn modelId="{1F7D7ADB-BC6B-4821-8390-EED4BFAE4065}" type="presOf" srcId="{D97B27A1-5A4D-4301-8556-F5EAABCCE635}" destId="{99CE9A2F-1CEC-4ABF-B168-15D47293304F}" srcOrd="0" destOrd="0" presId="urn:microsoft.com/office/officeart/2005/8/layout/vList2"/>
    <dgm:cxn modelId="{98AB5AE7-2320-4DEC-9822-EA4B08DACCC3}" type="presOf" srcId="{32B6E68A-4A4F-4AD7-83CD-F8175BCBCA64}" destId="{6A65C1F9-B100-46A8-9C4E-C0AD1F6897D8}" srcOrd="0" destOrd="7" presId="urn:microsoft.com/office/officeart/2005/8/layout/vList2"/>
    <dgm:cxn modelId="{DD17C3E7-9C5D-4FA0-9035-99B3043CF779}" type="parOf" srcId="{901C6586-BCBD-4CE4-9830-89F1D9B4AE5F}" destId="{04BE9AEC-4552-474D-B071-212C041E0A84}" srcOrd="5" destOrd="0" parTransId="{3CD93CC9-3E9F-4F4B-9788-E7167ABD90EA}" sibTransId="{6DF7C04D-DC26-4403-B017-3946977266C3}"/>
    <dgm:cxn modelId="{4AF856F7-A575-4582-B33C-F101922D292C}" type="presOf" srcId="{81994E72-8066-4A33-9CF0-BDC3BFED4B91}" destId="{6A65C1F9-B100-46A8-9C4E-C0AD1F6897D8}" srcOrd="0" destOrd="2" presId="urn:microsoft.com/office/officeart/2005/8/layout/vList2"/>
    <dgm:cxn modelId="{5B475918-8458-4E3F-8FDE-CBCDC36D4A12}" type="presParOf" srcId="{87195878-9623-4A53-B73A-3510AE5062C5}" destId="{2E63C274-9DA8-45B8-82CD-443D3F0D4117}" srcOrd="0" destOrd="0" presId="urn:microsoft.com/office/officeart/2005/8/layout/vList2"/>
    <dgm:cxn modelId="{027A12C7-1024-48CF-9DFB-75F634AC119C}" type="presParOf" srcId="{87195878-9623-4A53-B73A-3510AE5062C5}" destId="{0ED22298-B8E4-4CC6-A1C0-09FB0D12D12D}" srcOrd="1" destOrd="0" presId="urn:microsoft.com/office/officeart/2005/8/layout/vList2"/>
    <dgm:cxn modelId="{85AE3E9F-9EBC-4FDC-9CB9-946AC061D882}" type="presParOf" srcId="{87195878-9623-4A53-B73A-3510AE5062C5}" destId="{588B54E1-05A8-4440-8F0D-96AD752098A3}" srcOrd="2" destOrd="0" presId="urn:microsoft.com/office/officeart/2005/8/layout/vList2"/>
    <dgm:cxn modelId="{B994135C-0EC1-4EA0-98A0-C49DAD3B081D}" type="presParOf" srcId="{87195878-9623-4A53-B73A-3510AE5062C5}" destId="{9EB2A054-C719-46C0-9B55-010E4B78980E}" srcOrd="3" destOrd="0" presId="urn:microsoft.com/office/officeart/2005/8/layout/vList2"/>
    <dgm:cxn modelId="{E2906EFB-0CED-4A1A-AAF3-A07A3C15B7B3}" type="presParOf" srcId="{87195878-9623-4A53-B73A-3510AE5062C5}" destId="{920EF786-34AE-4CDF-83CF-7A159AE4B3C9}" srcOrd="4" destOrd="0" presId="urn:microsoft.com/office/officeart/2005/8/layout/vList2"/>
    <dgm:cxn modelId="{31E9E98B-E835-44FA-8048-6910B8C6C9CB}" type="presParOf" srcId="{87195878-9623-4A53-B73A-3510AE5062C5}" destId="{2E27A52A-8957-471F-AA16-F337D37061A8}" srcOrd="5" destOrd="0" presId="urn:microsoft.com/office/officeart/2005/8/layout/vList2"/>
    <dgm:cxn modelId="{87687FE9-9F82-4121-A0AA-AF853B8A0D6C}" type="presParOf" srcId="{87195878-9623-4A53-B73A-3510AE5062C5}" destId="{60CFC448-A2E9-471D-B823-5CCB0A6A8936}" srcOrd="6" destOrd="0" presId="urn:microsoft.com/office/officeart/2005/8/layout/vList2"/>
    <dgm:cxn modelId="{050D95BE-1BBD-4792-BB41-80F4980C3D27}" type="presParOf" srcId="{87195878-9623-4A53-B73A-3510AE5062C5}" destId="{0BC88EDA-9496-41A5-A1CB-3951BE1A3A94}" srcOrd="7" destOrd="0" presId="urn:microsoft.com/office/officeart/2005/8/layout/vList2"/>
    <dgm:cxn modelId="{C84C3944-EDCA-4BEE-A62F-E0192F0FE96A}" type="presParOf" srcId="{87195878-9623-4A53-B73A-3510AE5062C5}" destId="{99CE9A2F-1CEC-4ABF-B168-15D47293304F}" srcOrd="8" destOrd="0" presId="urn:microsoft.com/office/officeart/2005/8/layout/vList2"/>
    <dgm:cxn modelId="{EA66A9D7-CE7B-4F46-840F-3FC0EEC83C51}" type="presParOf" srcId="{87195878-9623-4A53-B73A-3510AE5062C5}" destId="{98426BBA-1F64-4AFA-8957-D78168382DF4}" srcOrd="9" destOrd="0" presId="urn:microsoft.com/office/officeart/2005/8/layout/vList2"/>
    <dgm:cxn modelId="{985E69CA-0E5B-428B-8D39-41E97FE1E5DC}" type="presParOf" srcId="{87195878-9623-4A53-B73A-3510AE5062C5}" destId="{EFDFAC03-7954-429E-A62B-58C691FD5CEA}" srcOrd="10" destOrd="0" presId="urn:microsoft.com/office/officeart/2005/8/layout/vList2"/>
    <dgm:cxn modelId="{83573241-D0AB-4C0D-A1F5-CB8E1022C968}" type="presParOf" srcId="{87195878-9623-4A53-B73A-3510AE5062C5}" destId="{6A65C1F9-B100-46A8-9C4E-C0AD1F6897D8}" srcOrd="11" destOrd="0" presId="urn:microsoft.com/office/officeart/2005/8/layout/vList2"/>
    <dgm:cxn modelId="{D722051E-A16F-4A16-95EE-AAE91990F0F4}" type="presParOf" srcId="{87195878-9623-4A53-B73A-3510AE5062C5}" destId="{924A46D7-53D3-4C2B-A0D4-9593D2A096BF}" srcOrd="12" destOrd="0" presId="urn:microsoft.com/office/officeart/2005/8/layout/vList2"/>
    <dgm:cxn modelId="{4D0230EF-8824-40DC-9612-2FD5C37D4C1D}" type="presParOf" srcId="{87195878-9623-4A53-B73A-3510AE5062C5}" destId="{32B0200A-C088-4154-AC6B-FBD63EA3629B}" srcOrd="13" destOrd="0" presId="urn:microsoft.com/office/officeart/2005/8/layout/vList2"/>
    <dgm:cxn modelId="{2318F9B4-15F5-44D3-BC47-52FC9C2DDABD}" type="presParOf" srcId="{87195878-9623-4A53-B73A-3510AE5062C5}" destId="{A04F6C91-AEBF-4847-980F-C23A5906DCBB}" srcOrd="14" destOrd="0" presId="urn:microsoft.com/office/officeart/2005/8/layout/vList2"/>
  </dgm:cxnLst>
  <dgm:bg>
    <a:solidFill>
      <a:schemeClr val="accent2"/>
    </a:solidFill>
  </dgm:bg>
  <dgm:whole/>
  <dgm:extLst>
    <a:ext uri="http://schemas.microsoft.com/office/drawing/2008/diagram">
      <dsp:dataModelExt xmlns:dsp="http://schemas.microsoft.com/office/drawing/2008/diagram" relId="rId4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901C6586-BCBD-4CE4-9830-89F1D9B4AE5F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 phldr="1"/>
      <dgm:spPr bwMode="auto"/>
      <dgm:t>
        <a:bodyPr/>
        <a:lstStyle/>
        <a:p>
          <a:pPr>
            <a:defRPr/>
          </a:pPr>
          <a:endParaRPr lang="it-IT"/>
        </a:p>
      </dgm:t>
    </dgm:pt>
    <dgm:pt modelId="{FFB3B67C-1440-48A0-8A3C-215F535DAEB6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Cereali contenenti glutine </a:t>
          </a: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e prodotti </a:t>
          </a: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derivati</a:t>
          </a:r>
          <a:endParaRPr/>
        </a:p>
      </dgm:t>
    </dgm:pt>
    <dgm:pt modelId="{518085CE-D40D-4424-BF63-7CD1ED0A1257}" type="parTrans" cxnId="{5F11CBD9-5FBA-426E-9584-4988C06405B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DBE34E57-ADC3-4EFA-814C-31040430D082}" type="sibTrans" cxnId="{5F11CBD9-5FBA-426E-9584-4988C06405B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6EA496EA-1116-4392-82B2-3ABB000E63A9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Uova e prodotti a base di uova</a:t>
          </a:r>
          <a:endParaRPr/>
        </a:p>
      </dgm:t>
    </dgm:pt>
    <dgm:pt modelId="{AF68B59F-D7C0-4C91-BEDC-861FD980CEAD}" type="parTrans" cxnId="{4D0E3B83-6833-441A-8118-96718D68C6AA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24950D9D-C797-4876-8F64-C13AC3960C8E}" type="sibTrans" cxnId="{4D0E3B83-6833-441A-8118-96718D68C6AA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508B34B0-8822-4B9D-8509-C86242B3F0FC}" type="node">
      <dgm:prSet phldrT="[Testo]" custT="1"/>
      <dgm:spPr bwMode="auto"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>
            <a:defRPr/>
          </a:pPr>
          <a:r>
            <a:rPr lang="it-IT" sz="1200" b="1">
              <a:solidFill>
                <a:schemeClr val="accent2">
                  <a:lumMod val="50000"/>
                </a:schemeClr>
              </a:solidFill>
            </a:rPr>
            <a:t>+ Aggiungi allergene</a:t>
          </a:r>
          <a:endParaRPr/>
        </a:p>
      </dgm:t>
    </dgm:pt>
    <dgm:pt modelId="{EAFBB4BE-EB34-4DE9-B37A-E90832B60FFA}" type="parTrans" cxnId="{B7E32D36-B923-43E1-B2CE-694DD99F3081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46A9A74D-28EB-459B-B131-E8A65D94C2ED}" type="sibTrans" cxnId="{B7E32D36-B923-43E1-B2CE-694DD99F3081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32B6E68A-4A4F-4AD7-83CD-F8175BCBCA64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C706831-F717-4F53-883B-B1360AA9AC7D}" type="parTrans" cxnId="{B85B8A65-27B7-4B4F-A48A-199B9D2E6D3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0BF1F8A-19B8-45CB-9B10-4160ABBE06C0}" type="sibTrans" cxnId="{B85B8A65-27B7-4B4F-A48A-199B9D2E6D3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0DAAF04-7AA3-4F22-9190-45111789109B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Latte e prodotti a base di latte</a:t>
          </a:r>
          <a:endParaRPr/>
        </a:p>
      </dgm:t>
    </dgm:pt>
    <dgm:pt modelId="{7DAEC203-3C7C-436D-AFE8-B885FB723D85}" type="sibTrans" cxnId="{DDC82E43-C7DD-40B2-956E-47F81491CDE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519D677F-6421-4B03-977C-6050410474A4}" type="parTrans" cxnId="{DDC82E43-C7DD-40B2-956E-47F81491CDE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C34A7D7A-9576-4FF6-A2D7-6570D2CE2B8A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0B94145-BE76-470E-8FFD-BB60C4FCD4CA}" type="parTrans" cxnId="{FD660CBE-2CF5-42EC-8AF9-679D895F3C8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7B86293-2F6E-4101-A11D-426BDDC0EA25}" type="sibTrans" cxnId="{FD660CBE-2CF5-42EC-8AF9-679D895F3C8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2047BF9-A353-4F3C-A439-D96C407B9F0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2086C2B-74CC-4B35-B2BF-BCAE78CDA663}" type="parTrans" cxnId="{E572CAAE-71B4-4325-89E0-64FCDEA29C9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3B0A022-0FFB-4040-B1DD-3816346EA22E}" type="sibTrans" cxnId="{E572CAAE-71B4-4325-89E0-64FCDEA29C9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CE0415A-EA7E-43E6-B296-E823DA52C3E7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C02ED2E-FE65-49F0-A336-729CC8871527}" type="parTrans" cxnId="{8F1BB440-FCE1-410A-833B-35AB93E1E2C9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4C4395D-AE35-4042-ADF9-3FAD159F2FB1}" type="sibTrans" cxnId="{8F1BB440-FCE1-410A-833B-35AB93E1E2C9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52BB327-7C1D-4E3A-B7EF-E38365B17D7F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88E99E5-E93D-4B20-B245-67F822D41D0F}" type="parTrans" cxnId="{2AE79A6E-A8BB-4A3F-94E2-2A598D0C039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D3A8F43-FEAF-4DD5-AA09-6CDA1232D4B2}" type="sibTrans" cxnId="{2AE79A6E-A8BB-4A3F-94E2-2A598D0C039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0AE0E32-10DD-47C1-96AD-AF530C66C69F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AA467C5-10D8-403F-BA8D-BFCC130A425C}" type="parTrans" cxnId="{A96476CA-D1B5-44F9-9949-520AD730380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EE5D31C-34CC-4DAD-B4C3-5DD3F7C41B85}" type="sibTrans" cxnId="{A96476CA-D1B5-44F9-9949-520AD730380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FB50813-E4F9-4251-A4BC-99F4EBDB6D0F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C09961B3-4796-43AE-96C7-E2854E4E95D7}" type="parTrans" cxnId="{D9EF36C3-A46A-4E11-B4C0-6A628044D22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FBA3D7A3-4780-4F1C-855F-2AD9D20B7032}" type="sibTrans" cxnId="{D9EF36C3-A46A-4E11-B4C0-6A628044D22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386D88B-396C-48A0-B8B3-DDC7DD755106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1B81EEC-407E-44C2-A435-18144803555A}" type="parTrans" cxnId="{8CD4D00E-EB2C-46B9-B893-6652049FCB5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CA51C94-3F2D-4EDD-BAED-39580F2B5FAC}" type="sibTrans" cxnId="{8CD4D00E-EB2C-46B9-B893-6652049FCB5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432918B-338E-4857-9F62-37E85883726A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9B13764-165B-40E4-9392-FE5D8D14CCBA}" type="parTrans" cxnId="{135D7BEA-3A80-4F09-A1FF-C9D11B398AF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CB420957-73CE-4141-B49B-F6619252C1E5}" type="sibTrans" cxnId="{135D7BEA-3A80-4F09-A1FF-C9D11B398AF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844263D-2440-4798-B552-36A93B2AFAB1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F5517B3-C4EE-4F19-AEA3-0CEFBDDCC5C9}" type="parTrans" cxnId="{C97AD203-857D-4C7D-9461-DB2B94885A8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C412F20-2E27-439F-8A7A-E1BAC0A6E9BA}" type="sibTrans" cxnId="{C97AD203-857D-4C7D-9461-DB2B94885A8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C9D5C68-6FCA-4A10-980A-33E11658865B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5C080D9-7998-4F50-8D45-825B25DCD512}" type="parTrans" cxnId="{1BF672CF-E1A3-4F5D-B648-482844D04C03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212E12E-385E-41E0-B53E-F948B797600D}" type="sibTrans" cxnId="{1BF672CF-E1A3-4F5D-B648-482844D04C03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638AB69-7239-4385-87A9-010C4FF9B007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E83447B-1AB4-451A-A1A6-3ABD965CF691}" type="parTrans" cxnId="{1243DCC8-42AD-49AA-93E8-F1C1AD188C3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B2FE155-865C-4F6B-9B2B-8548AC163E2E}" type="sibTrans" cxnId="{1243DCC8-42AD-49AA-93E8-F1C1AD188C3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B58BD59-636A-4FE6-A40D-0833FB603B00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BBEDE51-F33E-4C9C-A8A2-A1A6827E7EE9}" type="parTrans" cxnId="{06E14152-B839-4161-8FFE-8A65F019E37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CE0364A-BBB8-471B-8DC9-72865C561CFC}" type="sibTrans" cxnId="{06E14152-B839-4161-8FFE-8A65F019E37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17ACEB7-010C-4DEB-B58D-581CB7427475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2A92083-BEF8-48AF-BB93-86E9154A27F3}" type="parTrans" cxnId="{707C5A6D-100E-4E3E-ADE7-9F59D266F88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4541D56-2B87-4071-AF57-D565B29C9F5E}" type="sibTrans" cxnId="{707C5A6D-100E-4E3E-ADE7-9F59D266F88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389B19E-1899-4F2C-82AB-0EB53E354BF4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E30DF53-89B9-4DAC-B9F2-249480BBA67D}" type="parTrans" cxnId="{3471C0E8-EC31-4315-81C3-9929CFFE970F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6B2617F-83E8-4A87-BC2F-863B0D9F1899}" type="sibTrans" cxnId="{3471C0E8-EC31-4315-81C3-9929CFFE970F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73A2A02-CD75-4BE2-9405-002E606E9995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4631488-F0B1-491C-914F-76E4CF04B6E4}" type="parTrans" cxnId="{C8E44EEB-8ABD-48A1-8A47-088DC6DB768E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E6D53D1-48DA-486A-8547-7350941664DC}" type="sibTrans" cxnId="{C8E44EEB-8ABD-48A1-8A47-088DC6DB768E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C9A7F4F6-8A47-4ED0-AA4B-5FDE33E534D3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96E119F-FF69-4EE8-9F83-6B154E7DDA22}" type="parTrans" cxnId="{161D42FF-2957-4609-B458-FFBBE222441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3954DD8-D408-44E6-96BA-417CCEA76CA6}" type="sibTrans" cxnId="{161D42FF-2957-4609-B458-FFBBE222441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FAF025BF-D22F-4618-A1C6-B73B104074E3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CEBD54A-5FF9-4520-8D27-422579A83F10}" type="parTrans" cxnId="{DC2D0E1F-B65F-459A-91B7-FDA2792EC4A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8241217-5FDE-47B0-B45F-D1FC788ABA52}" type="sibTrans" cxnId="{DC2D0E1F-B65F-459A-91B7-FDA2792EC4A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6C1D3AC-4E1E-4207-AAF3-48F6286EB818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16AE1A0-4A85-440E-8D1D-E88720F2AA97}" type="parTrans" cxnId="{25047110-F888-4DCC-9191-F10C0AF02413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4EE6A8A-6B36-4586-B550-E39804E8F92A}" type="sibTrans" cxnId="{25047110-F888-4DCC-9191-F10C0AF02413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112AADC-B90B-4409-886C-74D8914FBA90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63FE461-EB55-422D-82D0-C92AFF7A0F6A}" type="parTrans" cxnId="{01E1DA61-20FA-4656-B020-7182F6EA12F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F358168-077C-4822-934A-1E887F958ECA}" type="sibTrans" cxnId="{01E1DA61-20FA-4656-B020-7182F6EA12F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BF0969C-9363-4AAE-AC35-B61B5CF042BC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1F35008-D55D-407F-ABDE-4B1DB123579C}" type="parTrans" cxnId="{3CC53FB2-908B-4BCA-9F2D-36B4708A553E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E5B4BDF-9393-4EE6-8B37-4F3CE75E9A52}" type="sibTrans" cxnId="{3CC53FB2-908B-4BCA-9F2D-36B4708A553E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1B43E14-8216-4550-8E33-3EC59F2423C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69E2B12-3987-4C45-9E46-4263F458446D}" type="parTrans" cxnId="{0CBEEE25-9303-4605-B24B-CF6BD72576DD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79BBC1F-08BE-415F-8ADA-BDBB9A58E67C}" type="sibTrans" cxnId="{0CBEEE25-9303-4605-B24B-CF6BD72576DD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527CF90-2636-4A37-8562-22BB4FF1529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3F896ED-7E3D-4360-9602-C2874C608373}" type="parTrans" cxnId="{117AA14E-48D4-46B9-822B-5A556FFF77C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F4DEBA9-FB8F-481C-B471-857A83309FBC}" type="sibTrans" cxnId="{117AA14E-48D4-46B9-822B-5A556FFF77C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28D5B42-8B89-4AC7-8BAC-C8B3759D325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5612D30-4F9E-40FC-8BAB-9998422A09C7}" type="parTrans" cxnId="{71570C21-101F-48E8-BED3-B4627B240FF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0A87C9B-8E9E-4717-9872-D01B16379833}" type="sibTrans" cxnId="{71570C21-101F-48E8-BED3-B4627B240FF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41F902F-C66D-488A-8DD8-597A3019E2C7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8B6770A-755A-4722-B974-5093021C5A09}" type="parTrans" cxnId="{FC4E8ED7-220E-4BC1-B6AF-8ACEDACC20C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F21C6AF-E34D-447C-89B5-ABEA023C79C6}" type="sibTrans" cxnId="{FC4E8ED7-220E-4BC1-B6AF-8ACEDACC20C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7195878-9623-4A53-B73A-3510AE5062C5}" type="pres">
      <dgm:prSet presAssocID="{901C6586-BCBD-4CE4-9830-89F1D9B4AE5F}" presName="linear" presStyleCnt="0">
        <dgm:presLayoutVars>
          <dgm:animLvl val="lvl"/>
          <dgm:resizeHandles val="exact"/>
        </dgm:presLayoutVars>
      </dgm:prSet>
      <dgm:spPr bwMode="auto"/>
    </dgm:pt>
    <dgm:pt modelId="{2E63C274-9DA8-45B8-82CD-443D3F0D4117}" type="pres">
      <dgm:prSet custLinFactNeighborX="-2184" custLinFactNeighborY="-100000" custLinFactY="-68734" presAssocID="{FFB3B67C-1440-48A0-8A3C-215F535DAEB6}" presName="parentText" presStyleLbl="node1" presStyleIdx="0" presStyleCnt="4">
        <dgm:presLayoutVars>
          <dgm:chMax val="0"/>
          <dgm:bulletEnabled val="1"/>
        </dgm:presLayoutVars>
      </dgm:prSet>
      <dgm:spPr bwMode="auto"/>
    </dgm:pt>
    <dgm:pt modelId="{0ED22298-B8E4-4CC6-A1C0-09FB0D12D12D}" type="pres">
      <dgm:prSet presAssocID="{DBE34E57-ADC3-4EFA-814C-31040430D082}" presName="spacer" presStyleCnt="0"/>
      <dgm:spPr bwMode="auto"/>
    </dgm:pt>
    <dgm:pt modelId="{588B54E1-05A8-4440-8F0D-96AD752098A3}" type="pres">
      <dgm:prSet presAssocID="{6EA496EA-1116-4392-82B2-3ABB000E63A9}" presName="parentText" presStyleLbl="node1" presStyleIdx="1" presStyleCnt="4">
        <dgm:presLayoutVars>
          <dgm:chMax val="0"/>
          <dgm:bulletEnabled val="1"/>
        </dgm:presLayoutVars>
      </dgm:prSet>
      <dgm:spPr bwMode="auto"/>
    </dgm:pt>
    <dgm:pt modelId="{9EB2A054-C719-46C0-9B55-010E4B78980E}" type="pres">
      <dgm:prSet presAssocID="{24950D9D-C797-4876-8F64-C13AC3960C8E}" presName="spacer" presStyleCnt="0"/>
      <dgm:spPr bwMode="auto"/>
    </dgm:pt>
    <dgm:pt modelId="{920EF786-34AE-4CDF-83CF-7A159AE4B3C9}" type="pres">
      <dgm:prSet presAssocID="{A0DAAF04-7AA3-4F22-9190-45111789109B}" presName="parentText" presStyleLbl="node1" presStyleIdx="2" presStyleCnt="4">
        <dgm:presLayoutVars>
          <dgm:chMax val="0"/>
          <dgm:bulletEnabled val="1"/>
        </dgm:presLayoutVars>
      </dgm:prSet>
      <dgm:spPr bwMode="auto"/>
    </dgm:pt>
    <dgm:pt modelId="{07C4600B-39FA-46BA-A953-69A47F2CFAAA}" type="pres">
      <dgm:prSet presAssocID="{A0DAAF04-7AA3-4F22-9190-45111789109B}" presName="childText" presStyleLbl="revTx" presStyleIdx="0" presStyleCnt="1">
        <dgm:presLayoutVars>
          <dgm:bulletEnabled val="1"/>
        </dgm:presLayoutVars>
      </dgm:prSet>
      <dgm:spPr bwMode="auto"/>
    </dgm:pt>
    <dgm:pt modelId="{A04F6C91-AEBF-4847-980F-C23A5906DCBB}" type="pres">
      <dgm:prSet custLinFactNeighborX="745" custLinFactNeighborY="200000" custLinFactY="140631" presAssocID="{508B34B0-8822-4B9D-8509-C86242B3F0FC}" presName="parentText" presStyleLbl="node1" presStyleIdx="3" presStyleCnt="4">
        <dgm:presLayoutVars>
          <dgm:chMax val="0"/>
          <dgm:bulletEnabled val="1"/>
        </dgm:presLayoutVars>
      </dgm:prSet>
      <dgm:spPr bwMode="auto"/>
    </dgm:pt>
  </dgm:ptLst>
  <dgm:cxnLst>
    <dgm:cxn modelId="{C97AD203-857D-4C7D-9461-DB2B94885A82}" type="parOf" srcId="{A0DAAF04-7AA3-4F22-9190-45111789109B}" destId="{5844263D-2440-4798-B552-36A93B2AFAB1}" srcOrd="8" destOrd="0" parTransId="{9F5517B3-C4EE-4F19-AEA3-0CEFBDDCC5C9}" sibTransId="{2C412F20-2E27-439F-8A7A-E1BAC0A6E9BA}"/>
    <dgm:cxn modelId="{8CD4D00E-EB2C-46B9-B893-6652049FCB55}" type="parOf" srcId="{A0DAAF04-7AA3-4F22-9190-45111789109B}" destId="{8386D88B-396C-48A0-B8B3-DDC7DD755106}" srcOrd="6" destOrd="0" parTransId="{91B81EEC-407E-44C2-A435-18144803555A}" sibTransId="{4CA51C94-3F2D-4EDD-BAED-39580F2B5FAC}"/>
    <dgm:cxn modelId="{25047110-F888-4DCC-9191-F10C0AF02413}" type="parOf" srcId="{A0DAAF04-7AA3-4F22-9190-45111789109B}" destId="{D6C1D3AC-4E1E-4207-AAF3-48F6286EB818}" srcOrd="17" destOrd="0" parTransId="{016AE1A0-4A85-440E-8D1D-E88720F2AA97}" sibTransId="{A4EE6A8A-6B36-4586-B550-E39804E8F92A}"/>
    <dgm:cxn modelId="{9919BE1E-FE1F-4EE1-8B3F-4C86C3188EDC}" type="presOf" srcId="{E527CF90-2636-4A37-8562-22BB4FF1529E}" destId="{07C4600B-39FA-46BA-A953-69A47F2CFAAA}" srcOrd="0" destOrd="21" presId="urn:microsoft.com/office/officeart/2005/8/layout/vList2"/>
    <dgm:cxn modelId="{DC2D0E1F-B65F-459A-91B7-FDA2792EC4A2}" type="parOf" srcId="{A0DAAF04-7AA3-4F22-9190-45111789109B}" destId="{FAF025BF-D22F-4618-A1C6-B73B104074E3}" srcOrd="16" destOrd="0" parTransId="{ACEBD54A-5FF9-4520-8D27-422579A83F10}" sibTransId="{58241217-5FDE-47B0-B45F-D1FC788ABA52}"/>
    <dgm:cxn modelId="{71570C21-101F-48E8-BED3-B4627B240FFA}" type="parOf" srcId="{A0DAAF04-7AA3-4F22-9190-45111789109B}" destId="{128D5B42-8B89-4AC7-8BAC-C8B3759D325E}" srcOrd="22" destOrd="0" parTransId="{45612D30-4F9E-40FC-8BAB-9998422A09C7}" sibTransId="{90A87C9B-8E9E-4717-9872-D01B16379833}"/>
    <dgm:cxn modelId="{1EB3AD21-F4DB-4D2B-9CB5-27E9BE9E791E}" type="presOf" srcId="{0112AADC-B90B-4409-886C-74D8914FBA90}" destId="{07C4600B-39FA-46BA-A953-69A47F2CFAAA}" srcOrd="0" destOrd="18" presId="urn:microsoft.com/office/officeart/2005/8/layout/vList2"/>
    <dgm:cxn modelId="{0CBEEE25-9303-4605-B24B-CF6BD72576DD}" type="parOf" srcId="{A0DAAF04-7AA3-4F22-9190-45111789109B}" destId="{E1B43E14-8216-4550-8E33-3EC59F2423CE}" srcOrd="20" destOrd="0" parTransId="{669E2B12-3987-4C45-9E46-4263F458446D}" sibTransId="{779BBC1F-08BE-415F-8ADA-BDBB9A58E67C}"/>
    <dgm:cxn modelId="{EE4FFC30-0341-40FE-A06C-D0EA27CF6D28}" type="presOf" srcId="{A41F902F-C66D-488A-8DD8-597A3019E2C7}" destId="{07C4600B-39FA-46BA-A953-69A47F2CFAAA}" srcOrd="0" destOrd="23" presId="urn:microsoft.com/office/officeart/2005/8/layout/vList2"/>
    <dgm:cxn modelId="{8C07B635-4C76-4BC1-A3B5-4F0B7DC38D29}" type="presOf" srcId="{D6C1D3AC-4E1E-4207-AAF3-48F6286EB818}" destId="{07C4600B-39FA-46BA-A953-69A47F2CFAAA}" srcOrd="0" destOrd="17" presId="urn:microsoft.com/office/officeart/2005/8/layout/vList2"/>
    <dgm:cxn modelId="{B7E32D36-B923-43E1-B2CE-694DD99F3081}" type="parOf" srcId="{901C6586-BCBD-4CE4-9830-89F1D9B4AE5F}" destId="{508B34B0-8822-4B9D-8509-C86242B3F0FC}" srcOrd="3" destOrd="0" parTransId="{EAFBB4BE-EB34-4DE9-B37A-E90832B60FFA}" sibTransId="{46A9A74D-28EB-459B-B131-E8A65D94C2ED}"/>
    <dgm:cxn modelId="{98D9C03C-5D24-47D0-B701-664E30C10D17}" type="presOf" srcId="{FAF025BF-D22F-4618-A1C6-B73B104074E3}" destId="{07C4600B-39FA-46BA-A953-69A47F2CFAAA}" srcOrd="0" destOrd="16" presId="urn:microsoft.com/office/officeart/2005/8/layout/vList2"/>
    <dgm:cxn modelId="{8F1BB440-FCE1-410A-833B-35AB93E1E2C9}" type="parOf" srcId="{A0DAAF04-7AA3-4F22-9190-45111789109B}" destId="{BCE0415A-EA7E-43E6-B296-E823DA52C3E7}" srcOrd="2" destOrd="0" parTransId="{6C02ED2E-FE65-49F0-A336-729CC8871527}" sibTransId="{D4C4395D-AE35-4042-ADF9-3FAD159F2FB1}"/>
    <dgm:cxn modelId="{01E1DA61-20FA-4656-B020-7182F6EA12FC}" type="parOf" srcId="{A0DAAF04-7AA3-4F22-9190-45111789109B}" destId="{0112AADC-B90B-4409-886C-74D8914FBA90}" srcOrd="18" destOrd="0" parTransId="{663FE461-EB55-422D-82D0-C92AFF7A0F6A}" sibTransId="{3F358168-077C-4822-934A-1E887F958ECA}"/>
    <dgm:cxn modelId="{44C05742-DB24-4C11-A5FC-3691F6D87F25}" type="presOf" srcId="{20AE0E32-10DD-47C1-96AD-AF530C66C69F}" destId="{07C4600B-39FA-46BA-A953-69A47F2CFAAA}" srcOrd="0" destOrd="4" presId="urn:microsoft.com/office/officeart/2005/8/layout/vList2"/>
    <dgm:cxn modelId="{DDC82E43-C7DD-40B2-956E-47F81491CDEC}" type="parOf" srcId="{901C6586-BCBD-4CE4-9830-89F1D9B4AE5F}" destId="{A0DAAF04-7AA3-4F22-9190-45111789109B}" srcOrd="2" destOrd="0" parTransId="{519D677F-6421-4B03-977C-6050410474A4}" sibTransId="{7DAEC203-3C7C-436D-AFE8-B885FB723D85}"/>
    <dgm:cxn modelId="{B85B8A65-27B7-4B4F-A48A-199B9D2E6D35}" type="parOf" srcId="{A0DAAF04-7AA3-4F22-9190-45111789109B}" destId="{32B6E68A-4A4F-4AD7-83CD-F8175BCBCA64}" srcOrd="24" destOrd="0" parTransId="{1C706831-F717-4F53-883B-B1360AA9AC7D}" sibTransId="{20BF1F8A-19B8-45CB-9B10-4160ABBE06C0}"/>
    <dgm:cxn modelId="{1D942A47-B72A-4E69-9500-4819B447EF64}" type="presOf" srcId="{FFB3B67C-1440-48A0-8A3C-215F535DAEB6}" destId="{2E63C274-9DA8-45B8-82CD-443D3F0D4117}" srcOrd="0" destOrd="0" presId="urn:microsoft.com/office/officeart/2005/8/layout/vList2"/>
    <dgm:cxn modelId="{CF367968-BFA9-4392-8289-98F406AAF0E8}" type="presOf" srcId="{C9A7F4F6-8A47-4ED0-AA4B-5FDE33E534D3}" destId="{07C4600B-39FA-46BA-A953-69A47F2CFAAA}" srcOrd="0" destOrd="15" presId="urn:microsoft.com/office/officeart/2005/8/layout/vList2"/>
    <dgm:cxn modelId="{707C5A6D-100E-4E3E-ADE7-9F59D266F887}" type="parOf" srcId="{A0DAAF04-7AA3-4F22-9190-45111789109B}" destId="{117ACEB7-010C-4DEB-B58D-581CB7427475}" srcOrd="12" destOrd="0" parTransId="{22A92083-BEF8-48AF-BB93-86E9154A27F3}" sibTransId="{E4541D56-2B87-4071-AF57-D565B29C9F5E}"/>
    <dgm:cxn modelId="{2AE79A6E-A8BB-4A3F-94E2-2A598D0C039A}" type="parOf" srcId="{A0DAAF04-7AA3-4F22-9190-45111789109B}" destId="{952BB327-7C1D-4E3A-B7EF-E38365B17D7F}" srcOrd="3" destOrd="0" parTransId="{B88E99E5-E93D-4B20-B245-67F822D41D0F}" sibTransId="{5D3A8F43-FEAF-4DD5-AA09-6CDA1232D4B2}"/>
    <dgm:cxn modelId="{117AA14E-48D4-46B9-822B-5A556FFF77CA}" type="parOf" srcId="{A0DAAF04-7AA3-4F22-9190-45111789109B}" destId="{E527CF90-2636-4A37-8562-22BB4FF1529E}" srcOrd="21" destOrd="0" parTransId="{03F896ED-7E3D-4360-9602-C2874C608373}" sibTransId="{9F4DEBA9-FB8F-481C-B471-857A83309FBC}"/>
    <dgm:cxn modelId="{E85AAB6E-C20C-473D-92F7-F58C239A6B04}" type="presOf" srcId="{E1B43E14-8216-4550-8E33-3EC59F2423CE}" destId="{07C4600B-39FA-46BA-A953-69A47F2CFAAA}" srcOrd="0" destOrd="20" presId="urn:microsoft.com/office/officeart/2005/8/layout/vList2"/>
    <dgm:cxn modelId="{6F86DF71-E338-416C-AD21-1179C10CB4BE}" type="presOf" srcId="{128D5B42-8B89-4AC7-8BAC-C8B3759D325E}" destId="{07C4600B-39FA-46BA-A953-69A47F2CFAAA}" srcOrd="0" destOrd="22" presId="urn:microsoft.com/office/officeart/2005/8/layout/vList2"/>
    <dgm:cxn modelId="{4A60E751-4FCD-40F1-98A8-9D1C5FC1DACE}" type="presOf" srcId="{D638AB69-7239-4385-87A9-010C4FF9B007}" destId="{07C4600B-39FA-46BA-A953-69A47F2CFAAA}" srcOrd="0" destOrd="10" presId="urn:microsoft.com/office/officeart/2005/8/layout/vList2"/>
    <dgm:cxn modelId="{06E14152-B839-4161-8FFE-8A65F019E372}" type="parOf" srcId="{A0DAAF04-7AA3-4F22-9190-45111789109B}" destId="{AB58BD59-636A-4FE6-A40D-0833FB603B00}" srcOrd="11" destOrd="0" parTransId="{5BBEDE51-F33E-4C9C-A8A2-A1A6827E7EE9}" sibTransId="{BCE0364A-BBB8-471B-8DC9-72865C561CFC}"/>
    <dgm:cxn modelId="{92914E75-873F-42EA-A5F7-4321FEDB6693}" type="presOf" srcId="{A432918B-338E-4857-9F62-37E85883726A}" destId="{07C4600B-39FA-46BA-A953-69A47F2CFAAA}" srcOrd="0" destOrd="7" presId="urn:microsoft.com/office/officeart/2005/8/layout/vList2"/>
    <dgm:cxn modelId="{17F79A79-44C1-4907-A6E6-38E034033BC8}" type="presOf" srcId="{BFB50813-E4F9-4251-A4BC-99F4EBDB6D0F}" destId="{07C4600B-39FA-46BA-A953-69A47F2CFAAA}" srcOrd="0" destOrd="5" presId="urn:microsoft.com/office/officeart/2005/8/layout/vList2"/>
    <dgm:cxn modelId="{39F3AB7B-8BCA-49DC-A047-1958789117F4}" type="presOf" srcId="{AB58BD59-636A-4FE6-A40D-0833FB603B00}" destId="{07C4600B-39FA-46BA-A953-69A47F2CFAAA}" srcOrd="0" destOrd="11" presId="urn:microsoft.com/office/officeart/2005/8/layout/vList2"/>
    <dgm:cxn modelId="{4D0E3B83-6833-441A-8118-96718D68C6AA}" type="parOf" srcId="{901C6586-BCBD-4CE4-9830-89F1D9B4AE5F}" destId="{6EA496EA-1116-4392-82B2-3ABB000E63A9}" srcOrd="1" destOrd="0" parTransId="{AF68B59F-D7C0-4C91-BEDC-861FD980CEAD}" sibTransId="{24950D9D-C797-4876-8F64-C13AC3960C8E}"/>
    <dgm:cxn modelId="{FAD3268B-E4F1-48AB-8C19-D586D836EA40}" type="presOf" srcId="{A0DAAF04-7AA3-4F22-9190-45111789109B}" destId="{920EF786-34AE-4CDF-83CF-7A159AE4B3C9}" srcOrd="0" destOrd="0" presId="urn:microsoft.com/office/officeart/2005/8/layout/vList2"/>
    <dgm:cxn modelId="{B58D2F93-4384-495D-89D7-8B664473065E}" type="presOf" srcId="{952BB327-7C1D-4E3A-B7EF-E38365B17D7F}" destId="{07C4600B-39FA-46BA-A953-69A47F2CFAAA}" srcOrd="0" destOrd="3" presId="urn:microsoft.com/office/officeart/2005/8/layout/vList2"/>
    <dgm:cxn modelId="{81AF73A0-4C43-4AE9-97B3-ED7379133625}" type="presOf" srcId="{9389B19E-1899-4F2C-82AB-0EB53E354BF4}" destId="{07C4600B-39FA-46BA-A953-69A47F2CFAAA}" srcOrd="0" destOrd="13" presId="urn:microsoft.com/office/officeart/2005/8/layout/vList2"/>
    <dgm:cxn modelId="{673BDFA4-A09E-4981-B65F-A1370197E0A5}" type="presOf" srcId="{52047BF9-A353-4F3C-A439-D96C407B9F0E}" destId="{07C4600B-39FA-46BA-A953-69A47F2CFAAA}" srcOrd="0" destOrd="1" presId="urn:microsoft.com/office/officeart/2005/8/layout/vList2"/>
    <dgm:cxn modelId="{0864A6AA-4B8A-498A-8B74-C94CAF5CA0AF}" type="presOf" srcId="{773A2A02-CD75-4BE2-9405-002E606E9995}" destId="{07C4600B-39FA-46BA-A953-69A47F2CFAAA}" srcOrd="0" destOrd="14" presId="urn:microsoft.com/office/officeart/2005/8/layout/vList2"/>
    <dgm:cxn modelId="{645FA0AB-BDD0-4742-8B33-A1B7474B039B}" type="presOf" srcId="{117ACEB7-010C-4DEB-B58D-581CB7427475}" destId="{07C4600B-39FA-46BA-A953-69A47F2CFAAA}" srcOrd="0" destOrd="12" presId="urn:microsoft.com/office/officeart/2005/8/layout/vList2"/>
    <dgm:cxn modelId="{A9E4B6AC-64A4-4B63-8725-EB5B8F752AED}" type="presOf" srcId="{BCE0415A-EA7E-43E6-B296-E823DA52C3E7}" destId="{07C4600B-39FA-46BA-A953-69A47F2CFAAA}" srcOrd="0" destOrd="2" presId="urn:microsoft.com/office/officeart/2005/8/layout/vList2"/>
    <dgm:cxn modelId="{E6FA5EAD-4AB5-4580-92AD-8DAA80755A0C}" type="presOf" srcId="{5844263D-2440-4798-B552-36A93B2AFAB1}" destId="{07C4600B-39FA-46BA-A953-69A47F2CFAAA}" srcOrd="0" destOrd="8" presId="urn:microsoft.com/office/officeart/2005/8/layout/vList2"/>
    <dgm:cxn modelId="{E572CAAE-71B4-4325-89E0-64FCDEA29C97}" type="parOf" srcId="{A0DAAF04-7AA3-4F22-9190-45111789109B}" destId="{52047BF9-A353-4F3C-A439-D96C407B9F0E}" srcOrd="1" destOrd="0" parTransId="{B2086C2B-74CC-4B35-B2BF-BCAE78CDA663}" sibTransId="{B3B0A022-0FFB-4040-B1DD-3816346EA22E}"/>
    <dgm:cxn modelId="{3CC53FB2-908B-4BCA-9F2D-36B4708A553E}" type="parOf" srcId="{A0DAAF04-7AA3-4F22-9190-45111789109B}" destId="{9BF0969C-9363-4AAE-AC35-B61B5CF042BC}" srcOrd="19" destOrd="0" parTransId="{71F35008-D55D-407F-ABDE-4B1DB123579C}" sibTransId="{EE5B4BDF-9393-4EE6-8B37-4F3CE75E9A52}"/>
    <dgm:cxn modelId="{07D75AB2-D22E-49BF-9A3B-78AE14B504CE}" type="presOf" srcId="{901C6586-BCBD-4CE4-9830-89F1D9B4AE5F}" destId="{87195878-9623-4A53-B73A-3510AE5062C5}" srcOrd="0" destOrd="0" presId="urn:microsoft.com/office/officeart/2005/8/layout/vList2"/>
    <dgm:cxn modelId="{3FA983B9-A930-4FF4-8E8C-98B7DCBB0293}" type="presOf" srcId="{3C9D5C68-6FCA-4A10-980A-33E11658865B}" destId="{07C4600B-39FA-46BA-A953-69A47F2CFAAA}" srcOrd="0" destOrd="9" presId="urn:microsoft.com/office/officeart/2005/8/layout/vList2"/>
    <dgm:cxn modelId="{FD660CBE-2CF5-42EC-8AF9-679D895F3C81}" type="parOf" srcId="{A0DAAF04-7AA3-4F22-9190-45111789109B}" destId="{C34A7D7A-9576-4FF6-A2D7-6570D2CE2B8A}" srcOrd="0" destOrd="0" parTransId="{B0B94145-BE76-470E-8FFD-BB60C4FCD4CA}" sibTransId="{07B86293-2F6E-4101-A11D-426BDDC0EA25}"/>
    <dgm:cxn modelId="{D9EF36C3-A46A-4E11-B4C0-6A628044D227}" type="parOf" srcId="{A0DAAF04-7AA3-4F22-9190-45111789109B}" destId="{BFB50813-E4F9-4251-A4BC-99F4EBDB6D0F}" srcOrd="5" destOrd="0" parTransId="{C09961B3-4796-43AE-96C7-E2854E4E95D7}" sibTransId="{FBA3D7A3-4780-4F1C-855F-2AD9D20B7032}"/>
    <dgm:cxn modelId="{B9487BC8-723F-4399-9032-A115D4BA276C}" type="presOf" srcId="{508B34B0-8822-4B9D-8509-C86242B3F0FC}" destId="{A04F6C91-AEBF-4847-980F-C23A5906DCBB}" srcOrd="0" destOrd="0" presId="urn:microsoft.com/office/officeart/2005/8/layout/vList2"/>
    <dgm:cxn modelId="{1243DCC8-42AD-49AA-93E8-F1C1AD188C30}" type="parOf" srcId="{A0DAAF04-7AA3-4F22-9190-45111789109B}" destId="{D638AB69-7239-4385-87A9-010C4FF9B007}" srcOrd="10" destOrd="0" parTransId="{3E83447B-1AB4-451A-A1A6-3ABD965CF691}" sibTransId="{2B2FE155-865C-4F6B-9B2B-8548AC163E2E}"/>
    <dgm:cxn modelId="{A96476CA-D1B5-44F9-9949-520AD7303805}" type="parOf" srcId="{A0DAAF04-7AA3-4F22-9190-45111789109B}" destId="{20AE0E32-10DD-47C1-96AD-AF530C66C69F}" srcOrd="4" destOrd="0" parTransId="{BAA467C5-10D8-403F-BA8D-BFCC130A425C}" sibTransId="{3EE5D31C-34CC-4DAD-B4C3-5DD3F7C41B85}"/>
    <dgm:cxn modelId="{1BF672CF-E1A3-4F5D-B648-482844D04C03}" type="parOf" srcId="{A0DAAF04-7AA3-4F22-9190-45111789109B}" destId="{3C9D5C68-6FCA-4A10-980A-33E11658865B}" srcOrd="9" destOrd="0" parTransId="{05C080D9-7998-4F50-8D45-825B25DCD512}" sibTransId="{D212E12E-385E-41E0-B53E-F948B797600D}"/>
    <dgm:cxn modelId="{7E7615D3-5325-4A3D-A3EE-317371958DB8}" type="presOf" srcId="{9BF0969C-9363-4AAE-AC35-B61B5CF042BC}" destId="{07C4600B-39FA-46BA-A953-69A47F2CFAAA}" srcOrd="0" destOrd="19" presId="urn:microsoft.com/office/officeart/2005/8/layout/vList2"/>
    <dgm:cxn modelId="{31835AD6-F378-469D-8CFC-50022F13F148}" type="presOf" srcId="{6EA496EA-1116-4392-82B2-3ABB000E63A9}" destId="{588B54E1-05A8-4440-8F0D-96AD752098A3}" srcOrd="0" destOrd="0" presId="urn:microsoft.com/office/officeart/2005/8/layout/vList2"/>
    <dgm:cxn modelId="{FC4E8ED7-220E-4BC1-B6AF-8ACEDACC20C0}" type="parOf" srcId="{A0DAAF04-7AA3-4F22-9190-45111789109B}" destId="{A41F902F-C66D-488A-8DD8-597A3019E2C7}" srcOrd="23" destOrd="0" parTransId="{88B6770A-755A-4722-B974-5093021C5A09}" sibTransId="{0F21C6AF-E34D-447C-89B5-ABEA023C79C6}"/>
    <dgm:cxn modelId="{5F11CBD9-5FBA-426E-9584-4988C06405BC}" type="parOf" srcId="{901C6586-BCBD-4CE4-9830-89F1D9B4AE5F}" destId="{FFB3B67C-1440-48A0-8A3C-215F535DAEB6}" srcOrd="0" destOrd="0" parTransId="{518085CE-D40D-4424-BF63-7CD1ED0A1257}" sibTransId="{DBE34E57-ADC3-4EFA-814C-31040430D082}"/>
    <dgm:cxn modelId="{3C0C2EE1-CEF1-4DDB-9409-3B6CF5B85AE9}" type="presOf" srcId="{8386D88B-396C-48A0-B8B3-DDC7DD755106}" destId="{07C4600B-39FA-46BA-A953-69A47F2CFAAA}" srcOrd="0" destOrd="6" presId="urn:microsoft.com/office/officeart/2005/8/layout/vList2"/>
    <dgm:cxn modelId="{6BB423E7-7D0D-4DC1-8275-8578E7F50C16}" type="presOf" srcId="{32B6E68A-4A4F-4AD7-83CD-F8175BCBCA64}" destId="{07C4600B-39FA-46BA-A953-69A47F2CFAAA}" srcOrd="0" destOrd="24" presId="urn:microsoft.com/office/officeart/2005/8/layout/vList2"/>
    <dgm:cxn modelId="{3471C0E8-EC31-4315-81C3-9929CFFE970F}" type="parOf" srcId="{A0DAAF04-7AA3-4F22-9190-45111789109B}" destId="{9389B19E-1899-4F2C-82AB-0EB53E354BF4}" srcOrd="13" destOrd="0" parTransId="{6E30DF53-89B9-4DAC-B9F2-249480BBA67D}" sibTransId="{B6B2617F-83E8-4A87-BC2F-863B0D9F1899}"/>
    <dgm:cxn modelId="{135D7BEA-3A80-4F09-A1FF-C9D11B398AFC}" type="parOf" srcId="{A0DAAF04-7AA3-4F22-9190-45111789109B}" destId="{A432918B-338E-4857-9F62-37E85883726A}" srcOrd="7" destOrd="0" parTransId="{69B13764-165B-40E4-9392-FE5D8D14CCBA}" sibTransId="{CB420957-73CE-4141-B49B-F6619252C1E5}"/>
    <dgm:cxn modelId="{C8E44EEB-8ABD-48A1-8A47-088DC6DB768E}" type="parOf" srcId="{A0DAAF04-7AA3-4F22-9190-45111789109B}" destId="{773A2A02-CD75-4BE2-9405-002E606E9995}" srcOrd="14" destOrd="0" parTransId="{A4631488-F0B1-491C-914F-76E4CF04B6E4}" sibTransId="{3E6D53D1-48DA-486A-8547-7350941664DC}"/>
    <dgm:cxn modelId="{239286EC-555D-470D-8B52-5B28D94D4E39}" type="presOf" srcId="{C34A7D7A-9576-4FF6-A2D7-6570D2CE2B8A}" destId="{07C4600B-39FA-46BA-A953-69A47F2CFAAA}" srcOrd="0" destOrd="0" presId="urn:microsoft.com/office/officeart/2005/8/layout/vList2"/>
    <dgm:cxn modelId="{161D42FF-2957-4609-B458-FFBBE2224410}" type="parOf" srcId="{A0DAAF04-7AA3-4F22-9190-45111789109B}" destId="{C9A7F4F6-8A47-4ED0-AA4B-5FDE33E534D3}" srcOrd="15" destOrd="0" parTransId="{496E119F-FF69-4EE8-9F83-6B154E7DDA22}" sibTransId="{43954DD8-D408-44E6-96BA-417CCEA76CA6}"/>
    <dgm:cxn modelId="{5B475918-8458-4E3F-8FDE-CBCDC36D4A12}" type="presParOf" srcId="{87195878-9623-4A53-B73A-3510AE5062C5}" destId="{2E63C274-9DA8-45B8-82CD-443D3F0D4117}" srcOrd="0" destOrd="0" presId="urn:microsoft.com/office/officeart/2005/8/layout/vList2"/>
    <dgm:cxn modelId="{027A12C7-1024-48CF-9DFB-75F634AC119C}" type="presParOf" srcId="{87195878-9623-4A53-B73A-3510AE5062C5}" destId="{0ED22298-B8E4-4CC6-A1C0-09FB0D12D12D}" srcOrd="1" destOrd="0" presId="urn:microsoft.com/office/officeart/2005/8/layout/vList2"/>
    <dgm:cxn modelId="{85AE3E9F-9EBC-4FDC-9CB9-946AC061D882}" type="presParOf" srcId="{87195878-9623-4A53-B73A-3510AE5062C5}" destId="{588B54E1-05A8-4440-8F0D-96AD752098A3}" srcOrd="2" destOrd="0" presId="urn:microsoft.com/office/officeart/2005/8/layout/vList2"/>
    <dgm:cxn modelId="{B994135C-0EC1-4EA0-98A0-C49DAD3B081D}" type="presParOf" srcId="{87195878-9623-4A53-B73A-3510AE5062C5}" destId="{9EB2A054-C719-46C0-9B55-010E4B78980E}" srcOrd="3" destOrd="0" presId="urn:microsoft.com/office/officeart/2005/8/layout/vList2"/>
    <dgm:cxn modelId="{E2906EFB-0CED-4A1A-AAF3-A07A3C15B7B3}" type="presParOf" srcId="{87195878-9623-4A53-B73A-3510AE5062C5}" destId="{920EF786-34AE-4CDF-83CF-7A159AE4B3C9}" srcOrd="4" destOrd="0" presId="urn:microsoft.com/office/officeart/2005/8/layout/vList2"/>
    <dgm:cxn modelId="{8FED8C11-F2BB-45D5-96CD-D9FE03C44E67}" type="presParOf" srcId="{87195878-9623-4A53-B73A-3510AE5062C5}" destId="{07C4600B-39FA-46BA-A953-69A47F2CFAAA}" srcOrd="5" destOrd="0" presId="urn:microsoft.com/office/officeart/2005/8/layout/vList2"/>
    <dgm:cxn modelId="{2318F9B4-15F5-44D3-BC47-52FC9C2DDABD}" type="presParOf" srcId="{87195878-9623-4A53-B73A-3510AE5062C5}" destId="{A04F6C91-AEBF-4847-980F-C23A5906DCBB}" srcOrd="6" destOrd="0" presId="urn:microsoft.com/office/officeart/2005/8/layout/vList2"/>
  </dgm:cxnLst>
  <dgm:bg>
    <a:solidFill>
      <a:schemeClr val="accent2"/>
    </a:solidFill>
  </dgm:bg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901C6586-BCBD-4CE4-9830-89F1D9B4AE5F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 phldr="1"/>
      <dgm:spPr bwMode="auto"/>
      <dgm:t>
        <a:bodyPr/>
        <a:lstStyle/>
        <a:p>
          <a:pPr>
            <a:defRPr/>
          </a:pPr>
          <a:endParaRPr lang="it-IT"/>
        </a:p>
      </dgm:t>
    </dgm:pt>
    <dgm:pt modelId="{FFB3B67C-1440-48A0-8A3C-215F535DAEB6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Pasta di semola di grano duro</a:t>
          </a:r>
          <a:endParaRPr/>
        </a:p>
      </dgm:t>
    </dgm:pt>
    <dgm:pt modelId="{518085CE-D40D-4424-BF63-7CD1ED0A1257}" type="parTrans" cxnId="{5F11CBD9-5FBA-426E-9584-4988C06405B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DBE34E57-ADC3-4EFA-814C-31040430D082}" type="sibTrans" cxnId="{5F11CBD9-5FBA-426E-9584-4988C06405B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6EA496EA-1116-4392-82B2-3ABB000E63A9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Sale</a:t>
          </a:r>
          <a:endParaRPr/>
        </a:p>
      </dgm:t>
    </dgm:pt>
    <dgm:pt modelId="{AF68B59F-D7C0-4C91-BEDC-861FD980CEAD}" type="parTrans" cxnId="{4D0E3B83-6833-441A-8118-96718D68C6AA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24950D9D-C797-4876-8F64-C13AC3960C8E}" type="sibTrans" cxnId="{4D0E3B83-6833-441A-8118-96718D68C6AA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A0DAAF04-7AA3-4F22-9190-45111789109B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Tuorlo d’uovo di gallina</a:t>
          </a:r>
          <a:endParaRPr/>
        </a:p>
      </dgm:t>
    </dgm:pt>
    <dgm:pt modelId="{519D677F-6421-4B03-977C-6050410474A4}" type="parTrans" cxnId="{DDC82E43-C7DD-40B2-956E-47F81491CDE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7DAEC203-3C7C-436D-AFE8-B885FB723D85}" type="sibTrans" cxnId="{DDC82E43-C7DD-40B2-956E-47F81491CDE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73AC3690-75D5-41BB-9A06-C03A7F64BBF2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Guanciale (cotto)</a:t>
          </a:r>
          <a:endParaRPr/>
        </a:p>
      </dgm:t>
    </dgm:pt>
    <dgm:pt modelId="{A4521E31-F3AC-4493-9A35-5127AC507B4C}" type="parTrans" cxnId="{608F240C-6D31-4EC2-9A0B-44786FB0CFC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2635728D-9B92-4EB1-8DB0-A0DA76CA87F1}" type="sibTrans" cxnId="{608F240C-6D31-4EC2-9A0B-44786FB0CFC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D97B27A1-5A4D-4301-8556-F5EAABCCE635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Pecorino Romano</a:t>
          </a:r>
          <a:endParaRPr/>
        </a:p>
      </dgm:t>
    </dgm:pt>
    <dgm:pt modelId="{BB6EFE5A-55CD-474F-8C7E-F27622450C45}" type="parTrans" cxnId="{B1F385A6-FE47-4AB4-96E8-EFCE0CA60E3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F4007C5F-1DBD-402D-B72E-37ADD6DC429A}" type="sibTrans" cxnId="{B1F385A6-FE47-4AB4-96E8-EFCE0CA60E3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04BE9AEC-4552-474D-B071-212C041E0A84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Pepe</a:t>
          </a:r>
          <a:endParaRPr/>
        </a:p>
      </dgm:t>
    </dgm:pt>
    <dgm:pt modelId="{3CD93CC9-3E9F-4F4B-9788-E7167ABD90EA}" type="parTrans" cxnId="{DD17C3E7-9C5D-4FA0-9035-99B3043CF77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6DF7C04D-DC26-4403-B017-3946977266C3}" type="sibTrans" cxnId="{DD17C3E7-9C5D-4FA0-9035-99B3043CF77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508B34B0-8822-4B9D-8509-C86242B3F0FC}" type="node">
      <dgm:prSet phldrT="[Testo]" custT="1"/>
      <dgm:spPr bwMode="auto"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>
            <a:defRPr/>
          </a:pPr>
          <a:r>
            <a:rPr lang="it-IT" sz="1200" b="1">
              <a:solidFill>
                <a:schemeClr val="accent2">
                  <a:lumMod val="50000"/>
                </a:schemeClr>
              </a:solidFill>
            </a:rPr>
            <a:t>+ Aggiungi ingrediente</a:t>
          </a:r>
          <a:endParaRPr/>
        </a:p>
      </dgm:t>
    </dgm:pt>
    <dgm:pt modelId="{EAFBB4BE-EB34-4DE9-B37A-E90832B60FFA}" type="parTrans" cxnId="{B7E32D36-B923-43E1-B2CE-694DD99F3081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46A9A74D-28EB-459B-B131-E8A65D94C2ED}" type="sibTrans" cxnId="{B7E32D36-B923-43E1-B2CE-694DD99F3081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F0C0F86B-80BD-4520-9E83-6DC0219129D8}" type="node">
      <dgm:prSet phldrT="[Testo]" custT="1"/>
      <dgm:spPr bwMode="auto">
        <a:noFill/>
        <a:ln>
          <a:noFill/>
        </a:ln>
      </dgm:spPr>
      <dgm:t>
        <a:bodyPr/>
        <a:lstStyle/>
        <a:p>
          <a:pPr>
            <a:defRPr/>
          </a:pPr>
          <a:endParaRPr lang="it-IT" sz="1400"/>
        </a:p>
      </dgm:t>
    </dgm:pt>
    <dgm:pt modelId="{44D45EBF-5242-4CF5-A5A8-AFAF60963F21}" type="parTrans" cxnId="{CFC94C55-EB71-4B8A-A7FA-9C147C383FD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C995CE2-13AC-4CE2-AAC5-1607B79F7671}" type="sibTrans" cxnId="{CFC94C55-EB71-4B8A-A7FA-9C147C383FD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652193C-1628-4C0E-B5A7-BC01F5A15199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16E18BA-6997-4308-8595-2ABD5F716B04}" type="parTrans" cxnId="{AE973A5B-F97E-42BF-A08E-D4B7EDB8DC8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FE3BF33-8D9F-4796-965B-3521F5B590E9}" type="sibTrans" cxnId="{AE973A5B-F97E-42BF-A08E-D4B7EDB8DC8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B7537CF-254E-4683-88E0-15B5AC4525D1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C1C36E8-BCD2-44DC-BA2F-6CE86D49097E}" type="parTrans" cxnId="{63A1F80B-4FE5-44B6-AB9D-7CC620D0CEFD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FA58463C-1AF2-4D42-B86C-81BEFB42402D}" type="sibTrans" cxnId="{63A1F80B-4FE5-44B6-AB9D-7CC620D0CEFD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1994E72-8066-4A33-9CF0-BDC3BFED4B91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0B54F88-967B-4495-A296-0196625F8678}" type="parTrans" cxnId="{39D58A2D-9B32-481C-A133-05607B8D751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1DBF7EF-35D0-43D2-993E-83A013278857}" type="sibTrans" cxnId="{39D58A2D-9B32-481C-A133-05607B8D751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CCF1C336-351A-4986-8966-7334DAD19C58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F3FDFDB-28D8-441A-95DB-FBAEEF23CCF9}" type="parTrans" cxnId="{10A12EA6-BA59-48C5-9067-97E7AC23BB46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5F2E657-D8BE-409C-8503-980B9C48BDAC}" type="sibTrans" cxnId="{10A12EA6-BA59-48C5-9067-97E7AC23BB46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EF8C836-5809-4119-98F0-335893544027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086C1C3-793F-4C05-8BA3-B2FC14418D50}" type="parTrans" cxnId="{97B62132-225D-423B-9CF7-95D091B6AEC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1DF8A1A-87A4-4EFD-8026-AF72443C6C50}" type="sibTrans" cxnId="{97B62132-225D-423B-9CF7-95D091B6AEC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CE436C1-5497-4887-A29F-133ED153DBC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CFC12FF-E221-4CCE-BEB2-84BB792B6D21}" type="parTrans" cxnId="{7A1CC611-18BB-46A5-AC29-50ECD316701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547FCED-3454-4B91-9844-7B6987389CD8}" type="sibTrans" cxnId="{7A1CC611-18BB-46A5-AC29-50ECD316701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FFE4DFC2-83E3-4B88-8AA1-C916996E5F7B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E4834AA-6831-4C05-8916-8D82BEAE1FE8}" type="parTrans" cxnId="{E7E93ECF-F918-4024-BD3A-A12D6C61E8D6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784081E-86D0-433D-B238-1E93EE868D2E}" type="sibTrans" cxnId="{E7E93ECF-F918-4024-BD3A-A12D6C61E8D6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2B6E68A-4A4F-4AD7-83CD-F8175BCBCA64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C706831-F717-4F53-883B-B1360AA9AC7D}" type="parTrans" cxnId="{B85B8A65-27B7-4B4F-A48A-199B9D2E6D3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0BF1F8A-19B8-45CB-9B10-4160ABBE06C0}" type="sibTrans" cxnId="{B85B8A65-27B7-4B4F-A48A-199B9D2E6D3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7195878-9623-4A53-B73A-3510AE5062C5}" type="pres">
      <dgm:prSet presAssocID="{901C6586-BCBD-4CE4-9830-89F1D9B4AE5F}" presName="linear" presStyleCnt="0">
        <dgm:presLayoutVars>
          <dgm:animLvl val="lvl"/>
          <dgm:resizeHandles val="exact"/>
        </dgm:presLayoutVars>
      </dgm:prSet>
      <dgm:spPr bwMode="auto"/>
    </dgm:pt>
    <dgm:pt modelId="{2E63C274-9DA8-45B8-82CD-443D3F0D4117}" type="pres">
      <dgm:prSet custLinFactNeighborX="-2184" custLinFactNeighborY="-100000" custLinFactY="-68734" presAssocID="{FFB3B67C-1440-48A0-8A3C-215F535DAEB6}" presName="parentText" presStyleLbl="node1" presStyleIdx="0" presStyleCnt="8">
        <dgm:presLayoutVars>
          <dgm:chMax val="0"/>
          <dgm:bulletEnabled val="1"/>
        </dgm:presLayoutVars>
      </dgm:prSet>
      <dgm:spPr bwMode="auto"/>
    </dgm:pt>
    <dgm:pt modelId="{0ED22298-B8E4-4CC6-A1C0-09FB0D12D12D}" type="pres">
      <dgm:prSet presAssocID="{DBE34E57-ADC3-4EFA-814C-31040430D082}" presName="spacer" presStyleCnt="0"/>
      <dgm:spPr bwMode="auto"/>
    </dgm:pt>
    <dgm:pt modelId="{588B54E1-05A8-4440-8F0D-96AD752098A3}" type="pres">
      <dgm:prSet presAssocID="{6EA496EA-1116-4392-82B2-3ABB000E63A9}" presName="parentText" presStyleLbl="node1" presStyleIdx="1" presStyleCnt="8">
        <dgm:presLayoutVars>
          <dgm:chMax val="0"/>
          <dgm:bulletEnabled val="1"/>
        </dgm:presLayoutVars>
      </dgm:prSet>
      <dgm:spPr bwMode="auto"/>
    </dgm:pt>
    <dgm:pt modelId="{9EB2A054-C719-46C0-9B55-010E4B78980E}" type="pres">
      <dgm:prSet presAssocID="{24950D9D-C797-4876-8F64-C13AC3960C8E}" presName="spacer" presStyleCnt="0"/>
      <dgm:spPr bwMode="auto"/>
    </dgm:pt>
    <dgm:pt modelId="{920EF786-34AE-4CDF-83CF-7A159AE4B3C9}" type="pres">
      <dgm:prSet presAssocID="{A0DAAF04-7AA3-4F22-9190-45111789109B}" presName="parentText" presStyleLbl="node1" presStyleIdx="2" presStyleCnt="8">
        <dgm:presLayoutVars>
          <dgm:chMax val="0"/>
          <dgm:bulletEnabled val="1"/>
        </dgm:presLayoutVars>
      </dgm:prSet>
      <dgm:spPr bwMode="auto"/>
    </dgm:pt>
    <dgm:pt modelId="{2E27A52A-8957-471F-AA16-F337D37061A8}" type="pres">
      <dgm:prSet presAssocID="{7DAEC203-3C7C-436D-AFE8-B885FB723D85}" presName="spacer" presStyleCnt="0"/>
      <dgm:spPr bwMode="auto"/>
    </dgm:pt>
    <dgm:pt modelId="{60CFC448-A2E9-471D-B823-5CCB0A6A8936}" type="pres">
      <dgm:prSet presAssocID="{73AC3690-75D5-41BB-9A06-C03A7F64BBF2}" presName="parentText" presStyleLbl="node1" presStyleIdx="3" presStyleCnt="8">
        <dgm:presLayoutVars>
          <dgm:chMax val="0"/>
          <dgm:bulletEnabled val="1"/>
        </dgm:presLayoutVars>
      </dgm:prSet>
      <dgm:spPr bwMode="auto"/>
    </dgm:pt>
    <dgm:pt modelId="{0BC88EDA-9496-41A5-A1CB-3951BE1A3A94}" type="pres">
      <dgm:prSet presAssocID="{2635728D-9B92-4EB1-8DB0-A0DA76CA87F1}" presName="spacer" presStyleCnt="0"/>
      <dgm:spPr bwMode="auto"/>
    </dgm:pt>
    <dgm:pt modelId="{99CE9A2F-1CEC-4ABF-B168-15D47293304F}" type="pres">
      <dgm:prSet presAssocID="{D97B27A1-5A4D-4301-8556-F5EAABCCE635}" presName="parentText" presStyleLbl="node1" presStyleIdx="4" presStyleCnt="8">
        <dgm:presLayoutVars>
          <dgm:chMax val="0"/>
          <dgm:bulletEnabled val="1"/>
        </dgm:presLayoutVars>
      </dgm:prSet>
      <dgm:spPr bwMode="auto"/>
    </dgm:pt>
    <dgm:pt modelId="{98426BBA-1F64-4AFA-8957-D78168382DF4}" type="pres">
      <dgm:prSet presAssocID="{F4007C5F-1DBD-402D-B72E-37ADD6DC429A}" presName="spacer" presStyleCnt="0"/>
      <dgm:spPr bwMode="auto"/>
    </dgm:pt>
    <dgm:pt modelId="{EFDFAC03-7954-429E-A62B-58C691FD5CEA}" type="pres">
      <dgm:prSet presAssocID="{04BE9AEC-4552-474D-B071-212C041E0A84}" presName="parentText" presStyleLbl="node1" presStyleIdx="5" presStyleCnt="8">
        <dgm:presLayoutVars>
          <dgm:chMax val="0"/>
          <dgm:bulletEnabled val="1"/>
        </dgm:presLayoutVars>
      </dgm:prSet>
      <dgm:spPr bwMode="auto"/>
    </dgm:pt>
    <dgm:pt modelId="{6A65C1F9-B100-46A8-9C4E-C0AD1F6897D8}" type="pres">
      <dgm:prSet presAssocID="{04BE9AEC-4552-474D-B071-212C041E0A84}" presName="childText" presStyleLbl="revTx" presStyleIdx="0" presStyleCnt="1">
        <dgm:presLayoutVars>
          <dgm:bulletEnabled val="1"/>
        </dgm:presLayoutVars>
      </dgm:prSet>
      <dgm:spPr bwMode="auto"/>
    </dgm:pt>
    <dgm:pt modelId="{924A46D7-53D3-4C2B-A0D4-9593D2A096BF}" type="pres">
      <dgm:prSet presAssocID="{F0C0F86B-80BD-4520-9E83-6DC0219129D8}" presName="parentText" presStyleLbl="node1" presStyleIdx="6" presStyleCnt="8">
        <dgm:presLayoutVars>
          <dgm:chMax val="0"/>
          <dgm:bulletEnabled val="1"/>
        </dgm:presLayoutVars>
      </dgm:prSet>
      <dgm:spPr bwMode="auto"/>
    </dgm:pt>
    <dgm:pt modelId="{32B0200A-C088-4154-AC6B-FBD63EA3629B}" type="pres">
      <dgm:prSet presAssocID="{DC995CE2-13AC-4CE2-AAC5-1607B79F7671}" presName="spacer" presStyleCnt="0"/>
      <dgm:spPr bwMode="auto"/>
    </dgm:pt>
    <dgm:pt modelId="{A04F6C91-AEBF-4847-980F-C23A5906DCBB}" type="pres">
      <dgm:prSet custLinFactNeighborX="745" custLinFactNeighborY="200000" custLinFactY="140631" presAssocID="{508B34B0-8822-4B9D-8509-C86242B3F0FC}" presName="parentText" presStyleLbl="node1" presStyleIdx="7" presStyleCnt="8">
        <dgm:presLayoutVars>
          <dgm:chMax val="0"/>
          <dgm:bulletEnabled val="1"/>
        </dgm:presLayoutVars>
      </dgm:prSet>
      <dgm:spPr bwMode="auto"/>
    </dgm:pt>
  </dgm:ptLst>
  <dgm:cxnLst>
    <dgm:cxn modelId="{BB1F0707-D578-4BED-98B6-C211E6F07870}" type="presOf" srcId="{0CE436C1-5497-4887-A29F-133ED153DBCE}" destId="{6A65C1F9-B100-46A8-9C4E-C0AD1F6897D8}" srcOrd="0" destOrd="5" presId="urn:microsoft.com/office/officeart/2005/8/layout/vList2"/>
    <dgm:cxn modelId="{63A1F80B-4FE5-44B6-AB9D-7CC620D0CEFD}" type="parOf" srcId="{04BE9AEC-4552-474D-B071-212C041E0A84}" destId="{1B7537CF-254E-4683-88E0-15B5AC4525D1}" srcOrd="1" destOrd="0" parTransId="{7C1C36E8-BCD2-44DC-BA2F-6CE86D49097E}" sibTransId="{FA58463C-1AF2-4D42-B86C-81BEFB42402D}"/>
    <dgm:cxn modelId="{608F240C-6D31-4EC2-9A0B-44786FB0CFC9}" type="parOf" srcId="{901C6586-BCBD-4CE4-9830-89F1D9B4AE5F}" destId="{73AC3690-75D5-41BB-9A06-C03A7F64BBF2}" srcOrd="3" destOrd="0" parTransId="{A4521E31-F3AC-4493-9A35-5127AC507B4C}" sibTransId="{2635728D-9B92-4EB1-8DB0-A0DA76CA87F1}"/>
    <dgm:cxn modelId="{7A1CC611-18BB-46A5-AC29-50ECD3167017}" type="parOf" srcId="{04BE9AEC-4552-474D-B071-212C041E0A84}" destId="{0CE436C1-5497-4887-A29F-133ED153DBCE}" srcOrd="5" destOrd="0" parTransId="{6CFC12FF-E221-4CCE-BEB2-84BB792B6D21}" sibTransId="{E547FCED-3454-4B91-9844-7B6987389CD8}"/>
    <dgm:cxn modelId="{39D58A2D-9B32-481C-A133-05607B8D751C}" type="parOf" srcId="{04BE9AEC-4552-474D-B071-212C041E0A84}" destId="{81994E72-8066-4A33-9CF0-BDC3BFED4B91}" srcOrd="2" destOrd="0" parTransId="{B0B54F88-967B-4495-A296-0196625F8678}" sibTransId="{E1DBF7EF-35D0-43D2-993E-83A013278857}"/>
    <dgm:cxn modelId="{80B23730-46B5-4DC6-B88C-69C8BAA2CE9F}" type="presOf" srcId="{F0C0F86B-80BD-4520-9E83-6DC0219129D8}" destId="{924A46D7-53D3-4C2B-A0D4-9593D2A096BF}" srcOrd="0" destOrd="0" presId="urn:microsoft.com/office/officeart/2005/8/layout/vList2"/>
    <dgm:cxn modelId="{97B62132-225D-423B-9CF7-95D091B6AEC1}" type="parOf" srcId="{04BE9AEC-4552-474D-B071-212C041E0A84}" destId="{6EF8C836-5809-4119-98F0-335893544027}" srcOrd="4" destOrd="0" parTransId="{B086C1C3-793F-4C05-8BA3-B2FC14418D50}" sibTransId="{31DF8A1A-87A4-4EFD-8026-AF72443C6C50}"/>
    <dgm:cxn modelId="{B7E32D36-B923-43E1-B2CE-694DD99F3081}" type="parOf" srcId="{901C6586-BCBD-4CE4-9830-89F1D9B4AE5F}" destId="{508B34B0-8822-4B9D-8509-C86242B3F0FC}" srcOrd="7" destOrd="0" parTransId="{EAFBB4BE-EB34-4DE9-B37A-E90832B60FFA}" sibTransId="{46A9A74D-28EB-459B-B131-E8A65D94C2ED}"/>
    <dgm:cxn modelId="{AE973A5B-F97E-42BF-A08E-D4B7EDB8DC8A}" type="parOf" srcId="{04BE9AEC-4552-474D-B071-212C041E0A84}" destId="{2652193C-1628-4C0E-B5A7-BC01F5A15199}" srcOrd="0" destOrd="0" parTransId="{716E18BA-6997-4308-8595-2ABD5F716B04}" sibTransId="{8FE3BF33-8D9F-4796-965B-3521F5B590E9}"/>
    <dgm:cxn modelId="{8E5BB860-61D0-46E3-B9BC-2E3ABBA3BA72}" type="presOf" srcId="{FFE4DFC2-83E3-4B88-8AA1-C916996E5F7B}" destId="{6A65C1F9-B100-46A8-9C4E-C0AD1F6897D8}" srcOrd="0" destOrd="6" presId="urn:microsoft.com/office/officeart/2005/8/layout/vList2"/>
    <dgm:cxn modelId="{51219D41-94E6-4691-814E-FF6B39A29AF0}" type="presOf" srcId="{2652193C-1628-4C0E-B5A7-BC01F5A15199}" destId="{6A65C1F9-B100-46A8-9C4E-C0AD1F6897D8}" srcOrd="0" destOrd="0" presId="urn:microsoft.com/office/officeart/2005/8/layout/vList2"/>
    <dgm:cxn modelId="{DDC82E43-C7DD-40B2-956E-47F81491CDEC}" type="parOf" srcId="{901C6586-BCBD-4CE4-9830-89F1D9B4AE5F}" destId="{A0DAAF04-7AA3-4F22-9190-45111789109B}" srcOrd="2" destOrd="0" parTransId="{519D677F-6421-4B03-977C-6050410474A4}" sibTransId="{7DAEC203-3C7C-436D-AFE8-B885FB723D85}"/>
    <dgm:cxn modelId="{B85B8A65-27B7-4B4F-A48A-199B9D2E6D35}" type="parOf" srcId="{04BE9AEC-4552-474D-B071-212C041E0A84}" destId="{32B6E68A-4A4F-4AD7-83CD-F8175BCBCA64}" srcOrd="7" destOrd="0" parTransId="{1C706831-F717-4F53-883B-B1360AA9AC7D}" sibTransId="{20BF1F8A-19B8-45CB-9B10-4160ABBE06C0}"/>
    <dgm:cxn modelId="{EC8C6746-808B-47C7-8480-64BCD1E94515}" type="presOf" srcId="{04BE9AEC-4552-474D-B071-212C041E0A84}" destId="{EFDFAC03-7954-429E-A62B-58C691FD5CEA}" srcOrd="0" destOrd="0" presId="urn:microsoft.com/office/officeart/2005/8/layout/vList2"/>
    <dgm:cxn modelId="{1D942A47-B72A-4E69-9500-4819B447EF64}" type="presOf" srcId="{FFB3B67C-1440-48A0-8A3C-215F535DAEB6}" destId="{2E63C274-9DA8-45B8-82CD-443D3F0D4117}" srcOrd="0" destOrd="0" presId="urn:microsoft.com/office/officeart/2005/8/layout/vList2"/>
    <dgm:cxn modelId="{CFC94C55-EB71-4B8A-A7FA-9C147C383FD1}" type="parOf" srcId="{901C6586-BCBD-4CE4-9830-89F1D9B4AE5F}" destId="{F0C0F86B-80BD-4520-9E83-6DC0219129D8}" srcOrd="6" destOrd="0" parTransId="{44D45EBF-5242-4CF5-A5A8-AFAF60963F21}" sibTransId="{DC995CE2-13AC-4CE2-AAC5-1607B79F7671}"/>
    <dgm:cxn modelId="{4D0E3B83-6833-441A-8118-96718D68C6AA}" type="parOf" srcId="{901C6586-BCBD-4CE4-9830-89F1D9B4AE5F}" destId="{6EA496EA-1116-4392-82B2-3ABB000E63A9}" srcOrd="1" destOrd="0" parTransId="{AF68B59F-D7C0-4C91-BEDC-861FD980CEAD}" sibTransId="{24950D9D-C797-4876-8F64-C13AC3960C8E}"/>
    <dgm:cxn modelId="{FAD3268B-E4F1-48AB-8C19-D586D836EA40}" type="presOf" srcId="{A0DAAF04-7AA3-4F22-9190-45111789109B}" destId="{920EF786-34AE-4CDF-83CF-7A159AE4B3C9}" srcOrd="0" destOrd="0" presId="urn:microsoft.com/office/officeart/2005/8/layout/vList2"/>
    <dgm:cxn modelId="{FC89439E-1552-46F2-8777-1A8BC6AE4F45}" type="presOf" srcId="{6EF8C836-5809-4119-98F0-335893544027}" destId="{6A65C1F9-B100-46A8-9C4E-C0AD1F6897D8}" srcOrd="0" destOrd="4" presId="urn:microsoft.com/office/officeart/2005/8/layout/vList2"/>
    <dgm:cxn modelId="{10A12EA6-BA59-48C5-9067-97E7AC23BB46}" type="parOf" srcId="{04BE9AEC-4552-474D-B071-212C041E0A84}" destId="{CCF1C336-351A-4986-8966-7334DAD19C58}" srcOrd="3" destOrd="0" parTransId="{0F3FDFDB-28D8-441A-95DB-FBAEEF23CCF9}" sibTransId="{45F2E657-D8BE-409C-8503-980B9C48BDAC}"/>
    <dgm:cxn modelId="{B1F385A6-FE47-4AB4-96E8-EFCE0CA60E39}" type="parOf" srcId="{901C6586-BCBD-4CE4-9830-89F1D9B4AE5F}" destId="{D97B27A1-5A4D-4301-8556-F5EAABCCE635}" srcOrd="4" destOrd="0" parTransId="{BB6EFE5A-55CD-474F-8C7E-F27622450C45}" sibTransId="{F4007C5F-1DBD-402D-B72E-37ADD6DC429A}"/>
    <dgm:cxn modelId="{07D75AB2-D22E-49BF-9A3B-78AE14B504CE}" type="presOf" srcId="{901C6586-BCBD-4CE4-9830-89F1D9B4AE5F}" destId="{87195878-9623-4A53-B73A-3510AE5062C5}" srcOrd="0" destOrd="0" presId="urn:microsoft.com/office/officeart/2005/8/layout/vList2"/>
    <dgm:cxn modelId="{4CF470B3-41B6-4B42-AC9D-A70FAF68B449}" type="presOf" srcId="{CCF1C336-351A-4986-8966-7334DAD19C58}" destId="{6A65C1F9-B100-46A8-9C4E-C0AD1F6897D8}" srcOrd="0" destOrd="3" presId="urn:microsoft.com/office/officeart/2005/8/layout/vList2"/>
    <dgm:cxn modelId="{827569BF-6414-44BA-9C08-F4811FA8B7B8}" type="presOf" srcId="{73AC3690-75D5-41BB-9A06-C03A7F64BBF2}" destId="{60CFC448-A2E9-471D-B823-5CCB0A6A8936}" srcOrd="0" destOrd="0" presId="urn:microsoft.com/office/officeart/2005/8/layout/vList2"/>
    <dgm:cxn modelId="{B9487BC8-723F-4399-9032-A115D4BA276C}" type="presOf" srcId="{508B34B0-8822-4B9D-8509-C86242B3F0FC}" destId="{A04F6C91-AEBF-4847-980F-C23A5906DCBB}" srcOrd="0" destOrd="0" presId="urn:microsoft.com/office/officeart/2005/8/layout/vList2"/>
    <dgm:cxn modelId="{E7E93ECF-F918-4024-BD3A-A12D6C61E8D6}" type="parOf" srcId="{04BE9AEC-4552-474D-B071-212C041E0A84}" destId="{FFE4DFC2-83E3-4B88-8AA1-C916996E5F7B}" srcOrd="6" destOrd="0" parTransId="{1E4834AA-6831-4C05-8916-8D82BEAE1FE8}" sibTransId="{7784081E-86D0-433D-B238-1E93EE868D2E}"/>
    <dgm:cxn modelId="{31835AD6-F378-469D-8CFC-50022F13F148}" type="presOf" srcId="{6EA496EA-1116-4392-82B2-3ABB000E63A9}" destId="{588B54E1-05A8-4440-8F0D-96AD752098A3}" srcOrd="0" destOrd="0" presId="urn:microsoft.com/office/officeart/2005/8/layout/vList2"/>
    <dgm:cxn modelId="{5F11CBD9-5FBA-426E-9584-4988C06405BC}" type="parOf" srcId="{901C6586-BCBD-4CE4-9830-89F1D9B4AE5F}" destId="{FFB3B67C-1440-48A0-8A3C-215F535DAEB6}" srcOrd="0" destOrd="0" parTransId="{518085CE-D40D-4424-BF63-7CD1ED0A1257}" sibTransId="{DBE34E57-ADC3-4EFA-814C-31040430D082}"/>
    <dgm:cxn modelId="{0574F8D9-6724-4C38-A8B7-67928FF56A92}" type="presOf" srcId="{1B7537CF-254E-4683-88E0-15B5AC4525D1}" destId="{6A65C1F9-B100-46A8-9C4E-C0AD1F6897D8}" srcOrd="0" destOrd="1" presId="urn:microsoft.com/office/officeart/2005/8/layout/vList2"/>
    <dgm:cxn modelId="{1F7D7ADB-BC6B-4821-8390-EED4BFAE4065}" type="presOf" srcId="{D97B27A1-5A4D-4301-8556-F5EAABCCE635}" destId="{99CE9A2F-1CEC-4ABF-B168-15D47293304F}" srcOrd="0" destOrd="0" presId="urn:microsoft.com/office/officeart/2005/8/layout/vList2"/>
    <dgm:cxn modelId="{98AB5AE7-2320-4DEC-9822-EA4B08DACCC3}" type="presOf" srcId="{32B6E68A-4A4F-4AD7-83CD-F8175BCBCA64}" destId="{6A65C1F9-B100-46A8-9C4E-C0AD1F6897D8}" srcOrd="0" destOrd="7" presId="urn:microsoft.com/office/officeart/2005/8/layout/vList2"/>
    <dgm:cxn modelId="{DD17C3E7-9C5D-4FA0-9035-99B3043CF779}" type="parOf" srcId="{901C6586-BCBD-4CE4-9830-89F1D9B4AE5F}" destId="{04BE9AEC-4552-474D-B071-212C041E0A84}" srcOrd="5" destOrd="0" parTransId="{3CD93CC9-3E9F-4F4B-9788-E7167ABD90EA}" sibTransId="{6DF7C04D-DC26-4403-B017-3946977266C3}"/>
    <dgm:cxn modelId="{4AF856F7-A575-4582-B33C-F101922D292C}" type="presOf" srcId="{81994E72-8066-4A33-9CF0-BDC3BFED4B91}" destId="{6A65C1F9-B100-46A8-9C4E-C0AD1F6897D8}" srcOrd="0" destOrd="2" presId="urn:microsoft.com/office/officeart/2005/8/layout/vList2"/>
    <dgm:cxn modelId="{5B475918-8458-4E3F-8FDE-CBCDC36D4A12}" type="presParOf" srcId="{87195878-9623-4A53-B73A-3510AE5062C5}" destId="{2E63C274-9DA8-45B8-82CD-443D3F0D4117}" srcOrd="0" destOrd="0" presId="urn:microsoft.com/office/officeart/2005/8/layout/vList2"/>
    <dgm:cxn modelId="{027A12C7-1024-48CF-9DFB-75F634AC119C}" type="presParOf" srcId="{87195878-9623-4A53-B73A-3510AE5062C5}" destId="{0ED22298-B8E4-4CC6-A1C0-09FB0D12D12D}" srcOrd="1" destOrd="0" presId="urn:microsoft.com/office/officeart/2005/8/layout/vList2"/>
    <dgm:cxn modelId="{85AE3E9F-9EBC-4FDC-9CB9-946AC061D882}" type="presParOf" srcId="{87195878-9623-4A53-B73A-3510AE5062C5}" destId="{588B54E1-05A8-4440-8F0D-96AD752098A3}" srcOrd="2" destOrd="0" presId="urn:microsoft.com/office/officeart/2005/8/layout/vList2"/>
    <dgm:cxn modelId="{B994135C-0EC1-4EA0-98A0-C49DAD3B081D}" type="presParOf" srcId="{87195878-9623-4A53-B73A-3510AE5062C5}" destId="{9EB2A054-C719-46C0-9B55-010E4B78980E}" srcOrd="3" destOrd="0" presId="urn:microsoft.com/office/officeart/2005/8/layout/vList2"/>
    <dgm:cxn modelId="{E2906EFB-0CED-4A1A-AAF3-A07A3C15B7B3}" type="presParOf" srcId="{87195878-9623-4A53-B73A-3510AE5062C5}" destId="{920EF786-34AE-4CDF-83CF-7A159AE4B3C9}" srcOrd="4" destOrd="0" presId="urn:microsoft.com/office/officeart/2005/8/layout/vList2"/>
    <dgm:cxn modelId="{31E9E98B-E835-44FA-8048-6910B8C6C9CB}" type="presParOf" srcId="{87195878-9623-4A53-B73A-3510AE5062C5}" destId="{2E27A52A-8957-471F-AA16-F337D37061A8}" srcOrd="5" destOrd="0" presId="urn:microsoft.com/office/officeart/2005/8/layout/vList2"/>
    <dgm:cxn modelId="{87687FE9-9F82-4121-A0AA-AF853B8A0D6C}" type="presParOf" srcId="{87195878-9623-4A53-B73A-3510AE5062C5}" destId="{60CFC448-A2E9-471D-B823-5CCB0A6A8936}" srcOrd="6" destOrd="0" presId="urn:microsoft.com/office/officeart/2005/8/layout/vList2"/>
    <dgm:cxn modelId="{050D95BE-1BBD-4792-BB41-80F4980C3D27}" type="presParOf" srcId="{87195878-9623-4A53-B73A-3510AE5062C5}" destId="{0BC88EDA-9496-41A5-A1CB-3951BE1A3A94}" srcOrd="7" destOrd="0" presId="urn:microsoft.com/office/officeart/2005/8/layout/vList2"/>
    <dgm:cxn modelId="{C84C3944-EDCA-4BEE-A62F-E0192F0FE96A}" type="presParOf" srcId="{87195878-9623-4A53-B73A-3510AE5062C5}" destId="{99CE9A2F-1CEC-4ABF-B168-15D47293304F}" srcOrd="8" destOrd="0" presId="urn:microsoft.com/office/officeart/2005/8/layout/vList2"/>
    <dgm:cxn modelId="{EA66A9D7-CE7B-4F46-840F-3FC0EEC83C51}" type="presParOf" srcId="{87195878-9623-4A53-B73A-3510AE5062C5}" destId="{98426BBA-1F64-4AFA-8957-D78168382DF4}" srcOrd="9" destOrd="0" presId="urn:microsoft.com/office/officeart/2005/8/layout/vList2"/>
    <dgm:cxn modelId="{985E69CA-0E5B-428B-8D39-41E97FE1E5DC}" type="presParOf" srcId="{87195878-9623-4A53-B73A-3510AE5062C5}" destId="{EFDFAC03-7954-429E-A62B-58C691FD5CEA}" srcOrd="10" destOrd="0" presId="urn:microsoft.com/office/officeart/2005/8/layout/vList2"/>
    <dgm:cxn modelId="{83573241-D0AB-4C0D-A1F5-CB8E1022C968}" type="presParOf" srcId="{87195878-9623-4A53-B73A-3510AE5062C5}" destId="{6A65C1F9-B100-46A8-9C4E-C0AD1F6897D8}" srcOrd="11" destOrd="0" presId="urn:microsoft.com/office/officeart/2005/8/layout/vList2"/>
    <dgm:cxn modelId="{D722051E-A16F-4A16-95EE-AAE91990F0F4}" type="presParOf" srcId="{87195878-9623-4A53-B73A-3510AE5062C5}" destId="{924A46D7-53D3-4C2B-A0D4-9593D2A096BF}" srcOrd="12" destOrd="0" presId="urn:microsoft.com/office/officeart/2005/8/layout/vList2"/>
    <dgm:cxn modelId="{4D0230EF-8824-40DC-9612-2FD5C37D4C1D}" type="presParOf" srcId="{87195878-9623-4A53-B73A-3510AE5062C5}" destId="{32B0200A-C088-4154-AC6B-FBD63EA3629B}" srcOrd="13" destOrd="0" presId="urn:microsoft.com/office/officeart/2005/8/layout/vList2"/>
    <dgm:cxn modelId="{2318F9B4-15F5-44D3-BC47-52FC9C2DDABD}" type="presParOf" srcId="{87195878-9623-4A53-B73A-3510AE5062C5}" destId="{A04F6C91-AEBF-4847-980F-C23A5906DCBB}" srcOrd="14" destOrd="0" presId="urn:microsoft.com/office/officeart/2005/8/layout/vList2"/>
  </dgm:cxnLst>
  <dgm:bg>
    <a:solidFill>
      <a:schemeClr val="accent2"/>
    </a:solidFill>
  </dgm:bg>
  <dgm:whole/>
  <dgm:extLst>
    <a:ext uri="http://schemas.microsoft.com/office/drawing/2008/diagram">
      <dsp:dataModelExt xmlns:dsp="http://schemas.microsoft.com/office/drawing/2008/diagram" relId="rId4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901C6586-BCBD-4CE4-9830-89F1D9B4AE5F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 phldr="1"/>
      <dgm:spPr bwMode="auto"/>
      <dgm:t>
        <a:bodyPr/>
        <a:lstStyle/>
        <a:p>
          <a:pPr>
            <a:defRPr/>
          </a:pPr>
          <a:endParaRPr lang="it-IT"/>
        </a:p>
      </dgm:t>
    </dgm:pt>
    <dgm:pt modelId="{FFB3B67C-1440-48A0-8A3C-215F535DAEB6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Cereali contenenti glutine </a:t>
          </a: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e prodotti </a:t>
          </a: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derivati</a:t>
          </a:r>
          <a:endParaRPr/>
        </a:p>
      </dgm:t>
    </dgm:pt>
    <dgm:pt modelId="{518085CE-D40D-4424-BF63-7CD1ED0A1257}" type="parTrans" cxnId="{5F11CBD9-5FBA-426E-9584-4988C06405B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DBE34E57-ADC3-4EFA-814C-31040430D082}" type="sibTrans" cxnId="{5F11CBD9-5FBA-426E-9584-4988C06405B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6EA496EA-1116-4392-82B2-3ABB000E63A9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Uova e prodotti a base di uova</a:t>
          </a:r>
          <a:endParaRPr/>
        </a:p>
      </dgm:t>
    </dgm:pt>
    <dgm:pt modelId="{AF68B59F-D7C0-4C91-BEDC-861FD980CEAD}" type="parTrans" cxnId="{4D0E3B83-6833-441A-8118-96718D68C6AA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24950D9D-C797-4876-8F64-C13AC3960C8E}" type="sibTrans" cxnId="{4D0E3B83-6833-441A-8118-96718D68C6AA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508B34B0-8822-4B9D-8509-C86242B3F0FC}" type="node">
      <dgm:prSet phldrT="[Testo]" custT="1"/>
      <dgm:spPr bwMode="auto">
        <a:solidFill>
          <a:schemeClr val="accent2">
            <a:lumMod val="40000"/>
            <a:lumOff val="60000"/>
          </a:schemeClr>
        </a:solidFill>
      </dgm:spPr>
      <dgm:t>
        <a:bodyPr vert="horz" anchor="ctr"/>
        <a:lstStyle/>
        <a:p>
          <a:pPr algn="l" defTabSz="533398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it-IT" sz="1200" b="1">
              <a:solidFill>
                <a:schemeClr val="accent2">
                  <a:lumMod val="50000"/>
                </a:schemeClr>
              </a:solidFill>
            </a:rPr>
            <a:t>+ Aggiungi allergene</a:t>
          </a:r>
          <a:endParaRPr/>
        </a:p>
      </dgm:t>
    </dgm:pt>
    <dgm:pt modelId="{EAFBB4BE-EB34-4DE9-B37A-E90832B60FFA}" type="parTrans" cxnId="{B7E32D36-B923-43E1-B2CE-694DD99F3081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46A9A74D-28EB-459B-B131-E8A65D94C2ED}" type="sibTrans" cxnId="{B7E32D36-B923-43E1-B2CE-694DD99F3081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32B6E68A-4A4F-4AD7-83CD-F8175BCBCA64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C706831-F717-4F53-883B-B1360AA9AC7D}" type="parTrans" cxnId="{B85B8A65-27B7-4B4F-A48A-199B9D2E6D3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0BF1F8A-19B8-45CB-9B10-4160ABBE06C0}" type="sibTrans" cxnId="{B85B8A65-27B7-4B4F-A48A-199B9D2E6D3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0DAAF04-7AA3-4F22-9190-45111789109B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Latte e prodotti a base di latte</a:t>
          </a:r>
          <a:endParaRPr/>
        </a:p>
      </dgm:t>
    </dgm:pt>
    <dgm:pt modelId="{7DAEC203-3C7C-436D-AFE8-B885FB723D85}" type="sibTrans" cxnId="{DDC82E43-C7DD-40B2-956E-47F81491CDE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519D677F-6421-4B03-977C-6050410474A4}" type="parTrans" cxnId="{DDC82E43-C7DD-40B2-956E-47F81491CDE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C34A7D7A-9576-4FF6-A2D7-6570D2CE2B8A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0B94145-BE76-470E-8FFD-BB60C4FCD4CA}" type="parTrans" cxnId="{FD660CBE-2CF5-42EC-8AF9-679D895F3C8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7B86293-2F6E-4101-A11D-426BDDC0EA25}" type="sibTrans" cxnId="{FD660CBE-2CF5-42EC-8AF9-679D895F3C8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2047BF9-A353-4F3C-A439-D96C407B9F0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2086C2B-74CC-4B35-B2BF-BCAE78CDA663}" type="parTrans" cxnId="{E572CAAE-71B4-4325-89E0-64FCDEA29C9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3B0A022-0FFB-4040-B1DD-3816346EA22E}" type="sibTrans" cxnId="{E572CAAE-71B4-4325-89E0-64FCDEA29C9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CE0415A-EA7E-43E6-B296-E823DA52C3E7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C02ED2E-FE65-49F0-A336-729CC8871527}" type="parTrans" cxnId="{8F1BB440-FCE1-410A-833B-35AB93E1E2C9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4C4395D-AE35-4042-ADF9-3FAD159F2FB1}" type="sibTrans" cxnId="{8F1BB440-FCE1-410A-833B-35AB93E1E2C9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52BB327-7C1D-4E3A-B7EF-E38365B17D7F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88E99E5-E93D-4B20-B245-67F822D41D0F}" type="parTrans" cxnId="{2AE79A6E-A8BB-4A3F-94E2-2A598D0C039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D3A8F43-FEAF-4DD5-AA09-6CDA1232D4B2}" type="sibTrans" cxnId="{2AE79A6E-A8BB-4A3F-94E2-2A598D0C039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0AE0E32-10DD-47C1-96AD-AF530C66C69F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AA467C5-10D8-403F-BA8D-BFCC130A425C}" type="parTrans" cxnId="{A96476CA-D1B5-44F9-9949-520AD730380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EE5D31C-34CC-4DAD-B4C3-5DD3F7C41B85}" type="sibTrans" cxnId="{A96476CA-D1B5-44F9-9949-520AD730380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FB50813-E4F9-4251-A4BC-99F4EBDB6D0F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C09961B3-4796-43AE-96C7-E2854E4E95D7}" type="parTrans" cxnId="{D9EF36C3-A46A-4E11-B4C0-6A628044D22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FBA3D7A3-4780-4F1C-855F-2AD9D20B7032}" type="sibTrans" cxnId="{D9EF36C3-A46A-4E11-B4C0-6A628044D22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386D88B-396C-48A0-B8B3-DDC7DD755106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1B81EEC-407E-44C2-A435-18144803555A}" type="parTrans" cxnId="{8CD4D00E-EB2C-46B9-B893-6652049FCB5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CA51C94-3F2D-4EDD-BAED-39580F2B5FAC}" type="sibTrans" cxnId="{8CD4D00E-EB2C-46B9-B893-6652049FCB5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432918B-338E-4857-9F62-37E85883726A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9B13764-165B-40E4-9392-FE5D8D14CCBA}" type="parTrans" cxnId="{135D7BEA-3A80-4F09-A1FF-C9D11B398AF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CB420957-73CE-4141-B49B-F6619252C1E5}" type="sibTrans" cxnId="{135D7BEA-3A80-4F09-A1FF-C9D11B398AF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844263D-2440-4798-B552-36A93B2AFAB1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F5517B3-C4EE-4F19-AEA3-0CEFBDDCC5C9}" type="parTrans" cxnId="{C97AD203-857D-4C7D-9461-DB2B94885A8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C412F20-2E27-439F-8A7A-E1BAC0A6E9BA}" type="sibTrans" cxnId="{C97AD203-857D-4C7D-9461-DB2B94885A8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C9D5C68-6FCA-4A10-980A-33E11658865B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5C080D9-7998-4F50-8D45-825B25DCD512}" type="parTrans" cxnId="{1BF672CF-E1A3-4F5D-B648-482844D04C03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212E12E-385E-41E0-B53E-F948B797600D}" type="sibTrans" cxnId="{1BF672CF-E1A3-4F5D-B648-482844D04C03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638AB69-7239-4385-87A9-010C4FF9B007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E83447B-1AB4-451A-A1A6-3ABD965CF691}" type="parTrans" cxnId="{1243DCC8-42AD-49AA-93E8-F1C1AD188C3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B2FE155-865C-4F6B-9B2B-8548AC163E2E}" type="sibTrans" cxnId="{1243DCC8-42AD-49AA-93E8-F1C1AD188C3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B58BD59-636A-4FE6-A40D-0833FB603B00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BBEDE51-F33E-4C9C-A8A2-A1A6827E7EE9}" type="parTrans" cxnId="{06E14152-B839-4161-8FFE-8A65F019E37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CE0364A-BBB8-471B-8DC9-72865C561CFC}" type="sibTrans" cxnId="{06E14152-B839-4161-8FFE-8A65F019E37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17ACEB7-010C-4DEB-B58D-581CB7427475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2A92083-BEF8-48AF-BB93-86E9154A27F3}" type="parTrans" cxnId="{707C5A6D-100E-4E3E-ADE7-9F59D266F88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4541D56-2B87-4071-AF57-D565B29C9F5E}" type="sibTrans" cxnId="{707C5A6D-100E-4E3E-ADE7-9F59D266F88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389B19E-1899-4F2C-82AB-0EB53E354BF4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E30DF53-89B9-4DAC-B9F2-249480BBA67D}" type="parTrans" cxnId="{3471C0E8-EC31-4315-81C3-9929CFFE970F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6B2617F-83E8-4A87-BC2F-863B0D9F1899}" type="sibTrans" cxnId="{3471C0E8-EC31-4315-81C3-9929CFFE970F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73A2A02-CD75-4BE2-9405-002E606E9995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4631488-F0B1-491C-914F-76E4CF04B6E4}" type="parTrans" cxnId="{C8E44EEB-8ABD-48A1-8A47-088DC6DB768E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E6D53D1-48DA-486A-8547-7350941664DC}" type="sibTrans" cxnId="{C8E44EEB-8ABD-48A1-8A47-088DC6DB768E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C9A7F4F6-8A47-4ED0-AA4B-5FDE33E534D3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96E119F-FF69-4EE8-9F83-6B154E7DDA22}" type="parTrans" cxnId="{161D42FF-2957-4609-B458-FFBBE222441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3954DD8-D408-44E6-96BA-417CCEA76CA6}" type="sibTrans" cxnId="{161D42FF-2957-4609-B458-FFBBE222441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FAF025BF-D22F-4618-A1C6-B73B104074E3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CEBD54A-5FF9-4520-8D27-422579A83F10}" type="parTrans" cxnId="{DC2D0E1F-B65F-459A-91B7-FDA2792EC4A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8241217-5FDE-47B0-B45F-D1FC788ABA52}" type="sibTrans" cxnId="{DC2D0E1F-B65F-459A-91B7-FDA2792EC4A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6C1D3AC-4E1E-4207-AAF3-48F6286EB818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16AE1A0-4A85-440E-8D1D-E88720F2AA97}" type="parTrans" cxnId="{25047110-F888-4DCC-9191-F10C0AF02413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4EE6A8A-6B36-4586-B550-E39804E8F92A}" type="sibTrans" cxnId="{25047110-F888-4DCC-9191-F10C0AF02413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112AADC-B90B-4409-886C-74D8914FBA90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63FE461-EB55-422D-82D0-C92AFF7A0F6A}" type="parTrans" cxnId="{01E1DA61-20FA-4656-B020-7182F6EA12F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F358168-077C-4822-934A-1E887F958ECA}" type="sibTrans" cxnId="{01E1DA61-20FA-4656-B020-7182F6EA12F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BF0969C-9363-4AAE-AC35-B61B5CF042BC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1F35008-D55D-407F-ABDE-4B1DB123579C}" type="parTrans" cxnId="{3CC53FB2-908B-4BCA-9F2D-36B4708A553E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E5B4BDF-9393-4EE6-8B37-4F3CE75E9A52}" type="sibTrans" cxnId="{3CC53FB2-908B-4BCA-9F2D-36B4708A553E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1B43E14-8216-4550-8E33-3EC59F2423C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69E2B12-3987-4C45-9E46-4263F458446D}" type="parTrans" cxnId="{0CBEEE25-9303-4605-B24B-CF6BD72576DD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79BBC1F-08BE-415F-8ADA-BDBB9A58E67C}" type="sibTrans" cxnId="{0CBEEE25-9303-4605-B24B-CF6BD72576DD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527CF90-2636-4A37-8562-22BB4FF1529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3F896ED-7E3D-4360-9602-C2874C608373}" type="parTrans" cxnId="{117AA14E-48D4-46B9-822B-5A556FFF77C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F4DEBA9-FB8F-481C-B471-857A83309FBC}" type="sibTrans" cxnId="{117AA14E-48D4-46B9-822B-5A556FFF77C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28D5B42-8B89-4AC7-8BAC-C8B3759D325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5612D30-4F9E-40FC-8BAB-9998422A09C7}" type="parTrans" cxnId="{71570C21-101F-48E8-BED3-B4627B240FF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0A87C9B-8E9E-4717-9872-D01B16379833}" type="sibTrans" cxnId="{71570C21-101F-48E8-BED3-B4627B240FF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41F902F-C66D-488A-8DD8-597A3019E2C7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8B6770A-755A-4722-B974-5093021C5A09}" type="parTrans" cxnId="{FC4E8ED7-220E-4BC1-B6AF-8ACEDACC20C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F21C6AF-E34D-447C-89B5-ABEA023C79C6}" type="sibTrans" cxnId="{FC4E8ED7-220E-4BC1-B6AF-8ACEDACC20C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7195878-9623-4A53-B73A-3510AE5062C5}" type="pres">
      <dgm:prSet presAssocID="{901C6586-BCBD-4CE4-9830-89F1D9B4AE5F}" presName="linear" presStyleCnt="0">
        <dgm:presLayoutVars>
          <dgm:animLvl val="lvl"/>
          <dgm:resizeHandles val="exact"/>
        </dgm:presLayoutVars>
      </dgm:prSet>
      <dgm:spPr bwMode="auto"/>
    </dgm:pt>
    <dgm:pt modelId="{2E63C274-9DA8-45B8-82CD-443D3F0D4117}" type="pres">
      <dgm:prSet custLinFactNeighborX="-2184" custLinFactNeighborY="-100000" custLinFactY="-68734" presAssocID="{FFB3B67C-1440-48A0-8A3C-215F535DAEB6}" presName="parentText" presStyleLbl="node1" presStyleIdx="0" presStyleCnt="4">
        <dgm:presLayoutVars>
          <dgm:chMax val="0"/>
          <dgm:bulletEnabled val="1"/>
        </dgm:presLayoutVars>
      </dgm:prSet>
      <dgm:spPr bwMode="auto"/>
    </dgm:pt>
    <dgm:pt modelId="{0ED22298-B8E4-4CC6-A1C0-09FB0D12D12D}" type="pres">
      <dgm:prSet presAssocID="{DBE34E57-ADC3-4EFA-814C-31040430D082}" presName="spacer" presStyleCnt="0"/>
      <dgm:spPr bwMode="auto"/>
    </dgm:pt>
    <dgm:pt modelId="{588B54E1-05A8-4440-8F0D-96AD752098A3}" type="pres">
      <dgm:prSet presAssocID="{6EA496EA-1116-4392-82B2-3ABB000E63A9}" presName="parentText" presStyleLbl="node1" presStyleIdx="1" presStyleCnt="4">
        <dgm:presLayoutVars>
          <dgm:chMax val="0"/>
          <dgm:bulletEnabled val="1"/>
        </dgm:presLayoutVars>
      </dgm:prSet>
      <dgm:spPr bwMode="auto"/>
    </dgm:pt>
    <dgm:pt modelId="{9EB2A054-C719-46C0-9B55-010E4B78980E}" type="pres">
      <dgm:prSet presAssocID="{24950D9D-C797-4876-8F64-C13AC3960C8E}" presName="spacer" presStyleCnt="0"/>
      <dgm:spPr bwMode="auto"/>
    </dgm:pt>
    <dgm:pt modelId="{920EF786-34AE-4CDF-83CF-7A159AE4B3C9}" type="pres">
      <dgm:prSet presAssocID="{A0DAAF04-7AA3-4F22-9190-45111789109B}" presName="parentText" presStyleLbl="node1" presStyleIdx="2" presStyleCnt="4">
        <dgm:presLayoutVars>
          <dgm:chMax val="0"/>
          <dgm:bulletEnabled val="1"/>
        </dgm:presLayoutVars>
      </dgm:prSet>
      <dgm:spPr bwMode="auto"/>
    </dgm:pt>
    <dgm:pt modelId="{07C4600B-39FA-46BA-A953-69A47F2CFAAA}" type="pres">
      <dgm:prSet presAssocID="{A0DAAF04-7AA3-4F22-9190-45111789109B}" presName="childText" presStyleLbl="revTx" presStyleIdx="0" presStyleCnt="1">
        <dgm:presLayoutVars>
          <dgm:bulletEnabled val="1"/>
        </dgm:presLayoutVars>
      </dgm:prSet>
      <dgm:spPr bwMode="auto"/>
    </dgm:pt>
    <dgm:pt modelId="{A04F6C91-AEBF-4847-980F-C23A5906DCBB}" type="pres">
      <dgm:prSet custLinFactNeighborX="745" custLinFactNeighborY="200000" custLinFactY="140631" presAssocID="{508B34B0-8822-4B9D-8509-C86242B3F0FC}" presName="parentText" presStyleLbl="node1" presStyleIdx="3" presStyleCnt="4">
        <dgm:presLayoutVars>
          <dgm:chMax val="0"/>
          <dgm:bulletEnabled val="1"/>
        </dgm:presLayoutVars>
      </dgm:prSet>
      <dgm:spPr bwMode="auto"/>
    </dgm:pt>
  </dgm:ptLst>
  <dgm:cxnLst>
    <dgm:cxn modelId="{C97AD203-857D-4C7D-9461-DB2B94885A82}" type="parOf" srcId="{A0DAAF04-7AA3-4F22-9190-45111789109B}" destId="{5844263D-2440-4798-B552-36A93B2AFAB1}" srcOrd="8" destOrd="0" parTransId="{9F5517B3-C4EE-4F19-AEA3-0CEFBDDCC5C9}" sibTransId="{2C412F20-2E27-439F-8A7A-E1BAC0A6E9BA}"/>
    <dgm:cxn modelId="{8CD4D00E-EB2C-46B9-B893-6652049FCB55}" type="parOf" srcId="{A0DAAF04-7AA3-4F22-9190-45111789109B}" destId="{8386D88B-396C-48A0-B8B3-DDC7DD755106}" srcOrd="6" destOrd="0" parTransId="{91B81EEC-407E-44C2-A435-18144803555A}" sibTransId="{4CA51C94-3F2D-4EDD-BAED-39580F2B5FAC}"/>
    <dgm:cxn modelId="{25047110-F888-4DCC-9191-F10C0AF02413}" type="parOf" srcId="{A0DAAF04-7AA3-4F22-9190-45111789109B}" destId="{D6C1D3AC-4E1E-4207-AAF3-48F6286EB818}" srcOrd="17" destOrd="0" parTransId="{016AE1A0-4A85-440E-8D1D-E88720F2AA97}" sibTransId="{A4EE6A8A-6B36-4586-B550-E39804E8F92A}"/>
    <dgm:cxn modelId="{9919BE1E-FE1F-4EE1-8B3F-4C86C3188EDC}" type="presOf" srcId="{E527CF90-2636-4A37-8562-22BB4FF1529E}" destId="{07C4600B-39FA-46BA-A953-69A47F2CFAAA}" srcOrd="0" destOrd="21" presId="urn:microsoft.com/office/officeart/2005/8/layout/vList2"/>
    <dgm:cxn modelId="{DC2D0E1F-B65F-459A-91B7-FDA2792EC4A2}" type="parOf" srcId="{A0DAAF04-7AA3-4F22-9190-45111789109B}" destId="{FAF025BF-D22F-4618-A1C6-B73B104074E3}" srcOrd="16" destOrd="0" parTransId="{ACEBD54A-5FF9-4520-8D27-422579A83F10}" sibTransId="{58241217-5FDE-47B0-B45F-D1FC788ABA52}"/>
    <dgm:cxn modelId="{71570C21-101F-48E8-BED3-B4627B240FFA}" type="parOf" srcId="{A0DAAF04-7AA3-4F22-9190-45111789109B}" destId="{128D5B42-8B89-4AC7-8BAC-C8B3759D325E}" srcOrd="22" destOrd="0" parTransId="{45612D30-4F9E-40FC-8BAB-9998422A09C7}" sibTransId="{90A87C9B-8E9E-4717-9872-D01B16379833}"/>
    <dgm:cxn modelId="{1EB3AD21-F4DB-4D2B-9CB5-27E9BE9E791E}" type="presOf" srcId="{0112AADC-B90B-4409-886C-74D8914FBA90}" destId="{07C4600B-39FA-46BA-A953-69A47F2CFAAA}" srcOrd="0" destOrd="18" presId="urn:microsoft.com/office/officeart/2005/8/layout/vList2"/>
    <dgm:cxn modelId="{0CBEEE25-9303-4605-B24B-CF6BD72576DD}" type="parOf" srcId="{A0DAAF04-7AA3-4F22-9190-45111789109B}" destId="{E1B43E14-8216-4550-8E33-3EC59F2423CE}" srcOrd="20" destOrd="0" parTransId="{669E2B12-3987-4C45-9E46-4263F458446D}" sibTransId="{779BBC1F-08BE-415F-8ADA-BDBB9A58E67C}"/>
    <dgm:cxn modelId="{EE4FFC30-0341-40FE-A06C-D0EA27CF6D28}" type="presOf" srcId="{A41F902F-C66D-488A-8DD8-597A3019E2C7}" destId="{07C4600B-39FA-46BA-A953-69A47F2CFAAA}" srcOrd="0" destOrd="23" presId="urn:microsoft.com/office/officeart/2005/8/layout/vList2"/>
    <dgm:cxn modelId="{8C07B635-4C76-4BC1-A3B5-4F0B7DC38D29}" type="presOf" srcId="{D6C1D3AC-4E1E-4207-AAF3-48F6286EB818}" destId="{07C4600B-39FA-46BA-A953-69A47F2CFAAA}" srcOrd="0" destOrd="17" presId="urn:microsoft.com/office/officeart/2005/8/layout/vList2"/>
    <dgm:cxn modelId="{B7E32D36-B923-43E1-B2CE-694DD99F3081}" type="parOf" srcId="{901C6586-BCBD-4CE4-9830-89F1D9B4AE5F}" destId="{508B34B0-8822-4B9D-8509-C86242B3F0FC}" srcOrd="3" destOrd="0" parTransId="{EAFBB4BE-EB34-4DE9-B37A-E90832B60FFA}" sibTransId="{46A9A74D-28EB-459B-B131-E8A65D94C2ED}"/>
    <dgm:cxn modelId="{98D9C03C-5D24-47D0-B701-664E30C10D17}" type="presOf" srcId="{FAF025BF-D22F-4618-A1C6-B73B104074E3}" destId="{07C4600B-39FA-46BA-A953-69A47F2CFAAA}" srcOrd="0" destOrd="16" presId="urn:microsoft.com/office/officeart/2005/8/layout/vList2"/>
    <dgm:cxn modelId="{8F1BB440-FCE1-410A-833B-35AB93E1E2C9}" type="parOf" srcId="{A0DAAF04-7AA3-4F22-9190-45111789109B}" destId="{BCE0415A-EA7E-43E6-B296-E823DA52C3E7}" srcOrd="2" destOrd="0" parTransId="{6C02ED2E-FE65-49F0-A336-729CC8871527}" sibTransId="{D4C4395D-AE35-4042-ADF9-3FAD159F2FB1}"/>
    <dgm:cxn modelId="{01E1DA61-20FA-4656-B020-7182F6EA12FC}" type="parOf" srcId="{A0DAAF04-7AA3-4F22-9190-45111789109B}" destId="{0112AADC-B90B-4409-886C-74D8914FBA90}" srcOrd="18" destOrd="0" parTransId="{663FE461-EB55-422D-82D0-C92AFF7A0F6A}" sibTransId="{3F358168-077C-4822-934A-1E887F958ECA}"/>
    <dgm:cxn modelId="{44C05742-DB24-4C11-A5FC-3691F6D87F25}" type="presOf" srcId="{20AE0E32-10DD-47C1-96AD-AF530C66C69F}" destId="{07C4600B-39FA-46BA-A953-69A47F2CFAAA}" srcOrd="0" destOrd="4" presId="urn:microsoft.com/office/officeart/2005/8/layout/vList2"/>
    <dgm:cxn modelId="{DDC82E43-C7DD-40B2-956E-47F81491CDEC}" type="parOf" srcId="{901C6586-BCBD-4CE4-9830-89F1D9B4AE5F}" destId="{A0DAAF04-7AA3-4F22-9190-45111789109B}" srcOrd="2" destOrd="0" parTransId="{519D677F-6421-4B03-977C-6050410474A4}" sibTransId="{7DAEC203-3C7C-436D-AFE8-B885FB723D85}"/>
    <dgm:cxn modelId="{B85B8A65-27B7-4B4F-A48A-199B9D2E6D35}" type="parOf" srcId="{A0DAAF04-7AA3-4F22-9190-45111789109B}" destId="{32B6E68A-4A4F-4AD7-83CD-F8175BCBCA64}" srcOrd="24" destOrd="0" parTransId="{1C706831-F717-4F53-883B-B1360AA9AC7D}" sibTransId="{20BF1F8A-19B8-45CB-9B10-4160ABBE06C0}"/>
    <dgm:cxn modelId="{1D942A47-B72A-4E69-9500-4819B447EF64}" type="presOf" srcId="{FFB3B67C-1440-48A0-8A3C-215F535DAEB6}" destId="{2E63C274-9DA8-45B8-82CD-443D3F0D4117}" srcOrd="0" destOrd="0" presId="urn:microsoft.com/office/officeart/2005/8/layout/vList2"/>
    <dgm:cxn modelId="{CF367968-BFA9-4392-8289-98F406AAF0E8}" type="presOf" srcId="{C9A7F4F6-8A47-4ED0-AA4B-5FDE33E534D3}" destId="{07C4600B-39FA-46BA-A953-69A47F2CFAAA}" srcOrd="0" destOrd="15" presId="urn:microsoft.com/office/officeart/2005/8/layout/vList2"/>
    <dgm:cxn modelId="{707C5A6D-100E-4E3E-ADE7-9F59D266F887}" type="parOf" srcId="{A0DAAF04-7AA3-4F22-9190-45111789109B}" destId="{117ACEB7-010C-4DEB-B58D-581CB7427475}" srcOrd="12" destOrd="0" parTransId="{22A92083-BEF8-48AF-BB93-86E9154A27F3}" sibTransId="{E4541D56-2B87-4071-AF57-D565B29C9F5E}"/>
    <dgm:cxn modelId="{2AE79A6E-A8BB-4A3F-94E2-2A598D0C039A}" type="parOf" srcId="{A0DAAF04-7AA3-4F22-9190-45111789109B}" destId="{952BB327-7C1D-4E3A-B7EF-E38365B17D7F}" srcOrd="3" destOrd="0" parTransId="{B88E99E5-E93D-4B20-B245-67F822D41D0F}" sibTransId="{5D3A8F43-FEAF-4DD5-AA09-6CDA1232D4B2}"/>
    <dgm:cxn modelId="{117AA14E-48D4-46B9-822B-5A556FFF77CA}" type="parOf" srcId="{A0DAAF04-7AA3-4F22-9190-45111789109B}" destId="{E527CF90-2636-4A37-8562-22BB4FF1529E}" srcOrd="21" destOrd="0" parTransId="{03F896ED-7E3D-4360-9602-C2874C608373}" sibTransId="{9F4DEBA9-FB8F-481C-B471-857A83309FBC}"/>
    <dgm:cxn modelId="{E85AAB6E-C20C-473D-92F7-F58C239A6B04}" type="presOf" srcId="{E1B43E14-8216-4550-8E33-3EC59F2423CE}" destId="{07C4600B-39FA-46BA-A953-69A47F2CFAAA}" srcOrd="0" destOrd="20" presId="urn:microsoft.com/office/officeart/2005/8/layout/vList2"/>
    <dgm:cxn modelId="{6F86DF71-E338-416C-AD21-1179C10CB4BE}" type="presOf" srcId="{128D5B42-8B89-4AC7-8BAC-C8B3759D325E}" destId="{07C4600B-39FA-46BA-A953-69A47F2CFAAA}" srcOrd="0" destOrd="22" presId="urn:microsoft.com/office/officeart/2005/8/layout/vList2"/>
    <dgm:cxn modelId="{4A60E751-4FCD-40F1-98A8-9D1C5FC1DACE}" type="presOf" srcId="{D638AB69-7239-4385-87A9-010C4FF9B007}" destId="{07C4600B-39FA-46BA-A953-69A47F2CFAAA}" srcOrd="0" destOrd="10" presId="urn:microsoft.com/office/officeart/2005/8/layout/vList2"/>
    <dgm:cxn modelId="{06E14152-B839-4161-8FFE-8A65F019E372}" type="parOf" srcId="{A0DAAF04-7AA3-4F22-9190-45111789109B}" destId="{AB58BD59-636A-4FE6-A40D-0833FB603B00}" srcOrd="11" destOrd="0" parTransId="{5BBEDE51-F33E-4C9C-A8A2-A1A6827E7EE9}" sibTransId="{BCE0364A-BBB8-471B-8DC9-72865C561CFC}"/>
    <dgm:cxn modelId="{92914E75-873F-42EA-A5F7-4321FEDB6693}" type="presOf" srcId="{A432918B-338E-4857-9F62-37E85883726A}" destId="{07C4600B-39FA-46BA-A953-69A47F2CFAAA}" srcOrd="0" destOrd="7" presId="urn:microsoft.com/office/officeart/2005/8/layout/vList2"/>
    <dgm:cxn modelId="{17F79A79-44C1-4907-A6E6-38E034033BC8}" type="presOf" srcId="{BFB50813-E4F9-4251-A4BC-99F4EBDB6D0F}" destId="{07C4600B-39FA-46BA-A953-69A47F2CFAAA}" srcOrd="0" destOrd="5" presId="urn:microsoft.com/office/officeart/2005/8/layout/vList2"/>
    <dgm:cxn modelId="{39F3AB7B-8BCA-49DC-A047-1958789117F4}" type="presOf" srcId="{AB58BD59-636A-4FE6-A40D-0833FB603B00}" destId="{07C4600B-39FA-46BA-A953-69A47F2CFAAA}" srcOrd="0" destOrd="11" presId="urn:microsoft.com/office/officeart/2005/8/layout/vList2"/>
    <dgm:cxn modelId="{4D0E3B83-6833-441A-8118-96718D68C6AA}" type="parOf" srcId="{901C6586-BCBD-4CE4-9830-89F1D9B4AE5F}" destId="{6EA496EA-1116-4392-82B2-3ABB000E63A9}" srcOrd="1" destOrd="0" parTransId="{AF68B59F-D7C0-4C91-BEDC-861FD980CEAD}" sibTransId="{24950D9D-C797-4876-8F64-C13AC3960C8E}"/>
    <dgm:cxn modelId="{FAD3268B-E4F1-48AB-8C19-D586D836EA40}" type="presOf" srcId="{A0DAAF04-7AA3-4F22-9190-45111789109B}" destId="{920EF786-34AE-4CDF-83CF-7A159AE4B3C9}" srcOrd="0" destOrd="0" presId="urn:microsoft.com/office/officeart/2005/8/layout/vList2"/>
    <dgm:cxn modelId="{B58D2F93-4384-495D-89D7-8B664473065E}" type="presOf" srcId="{952BB327-7C1D-4E3A-B7EF-E38365B17D7F}" destId="{07C4600B-39FA-46BA-A953-69A47F2CFAAA}" srcOrd="0" destOrd="3" presId="urn:microsoft.com/office/officeart/2005/8/layout/vList2"/>
    <dgm:cxn modelId="{81AF73A0-4C43-4AE9-97B3-ED7379133625}" type="presOf" srcId="{9389B19E-1899-4F2C-82AB-0EB53E354BF4}" destId="{07C4600B-39FA-46BA-A953-69A47F2CFAAA}" srcOrd="0" destOrd="13" presId="urn:microsoft.com/office/officeart/2005/8/layout/vList2"/>
    <dgm:cxn modelId="{673BDFA4-A09E-4981-B65F-A1370197E0A5}" type="presOf" srcId="{52047BF9-A353-4F3C-A439-D96C407B9F0E}" destId="{07C4600B-39FA-46BA-A953-69A47F2CFAAA}" srcOrd="0" destOrd="1" presId="urn:microsoft.com/office/officeart/2005/8/layout/vList2"/>
    <dgm:cxn modelId="{0864A6AA-4B8A-498A-8B74-C94CAF5CA0AF}" type="presOf" srcId="{773A2A02-CD75-4BE2-9405-002E606E9995}" destId="{07C4600B-39FA-46BA-A953-69A47F2CFAAA}" srcOrd="0" destOrd="14" presId="urn:microsoft.com/office/officeart/2005/8/layout/vList2"/>
    <dgm:cxn modelId="{645FA0AB-BDD0-4742-8B33-A1B7474B039B}" type="presOf" srcId="{117ACEB7-010C-4DEB-B58D-581CB7427475}" destId="{07C4600B-39FA-46BA-A953-69A47F2CFAAA}" srcOrd="0" destOrd="12" presId="urn:microsoft.com/office/officeart/2005/8/layout/vList2"/>
    <dgm:cxn modelId="{A9E4B6AC-64A4-4B63-8725-EB5B8F752AED}" type="presOf" srcId="{BCE0415A-EA7E-43E6-B296-E823DA52C3E7}" destId="{07C4600B-39FA-46BA-A953-69A47F2CFAAA}" srcOrd="0" destOrd="2" presId="urn:microsoft.com/office/officeart/2005/8/layout/vList2"/>
    <dgm:cxn modelId="{E6FA5EAD-4AB5-4580-92AD-8DAA80755A0C}" type="presOf" srcId="{5844263D-2440-4798-B552-36A93B2AFAB1}" destId="{07C4600B-39FA-46BA-A953-69A47F2CFAAA}" srcOrd="0" destOrd="8" presId="urn:microsoft.com/office/officeart/2005/8/layout/vList2"/>
    <dgm:cxn modelId="{E572CAAE-71B4-4325-89E0-64FCDEA29C97}" type="parOf" srcId="{A0DAAF04-7AA3-4F22-9190-45111789109B}" destId="{52047BF9-A353-4F3C-A439-D96C407B9F0E}" srcOrd="1" destOrd="0" parTransId="{B2086C2B-74CC-4B35-B2BF-BCAE78CDA663}" sibTransId="{B3B0A022-0FFB-4040-B1DD-3816346EA22E}"/>
    <dgm:cxn modelId="{3CC53FB2-908B-4BCA-9F2D-36B4708A553E}" type="parOf" srcId="{A0DAAF04-7AA3-4F22-9190-45111789109B}" destId="{9BF0969C-9363-4AAE-AC35-B61B5CF042BC}" srcOrd="19" destOrd="0" parTransId="{71F35008-D55D-407F-ABDE-4B1DB123579C}" sibTransId="{EE5B4BDF-9393-4EE6-8B37-4F3CE75E9A52}"/>
    <dgm:cxn modelId="{07D75AB2-D22E-49BF-9A3B-78AE14B504CE}" type="presOf" srcId="{901C6586-BCBD-4CE4-9830-89F1D9B4AE5F}" destId="{87195878-9623-4A53-B73A-3510AE5062C5}" srcOrd="0" destOrd="0" presId="urn:microsoft.com/office/officeart/2005/8/layout/vList2"/>
    <dgm:cxn modelId="{3FA983B9-A930-4FF4-8E8C-98B7DCBB0293}" type="presOf" srcId="{3C9D5C68-6FCA-4A10-980A-33E11658865B}" destId="{07C4600B-39FA-46BA-A953-69A47F2CFAAA}" srcOrd="0" destOrd="9" presId="urn:microsoft.com/office/officeart/2005/8/layout/vList2"/>
    <dgm:cxn modelId="{FD660CBE-2CF5-42EC-8AF9-679D895F3C81}" type="parOf" srcId="{A0DAAF04-7AA3-4F22-9190-45111789109B}" destId="{C34A7D7A-9576-4FF6-A2D7-6570D2CE2B8A}" srcOrd="0" destOrd="0" parTransId="{B0B94145-BE76-470E-8FFD-BB60C4FCD4CA}" sibTransId="{07B86293-2F6E-4101-A11D-426BDDC0EA25}"/>
    <dgm:cxn modelId="{D9EF36C3-A46A-4E11-B4C0-6A628044D227}" type="parOf" srcId="{A0DAAF04-7AA3-4F22-9190-45111789109B}" destId="{BFB50813-E4F9-4251-A4BC-99F4EBDB6D0F}" srcOrd="5" destOrd="0" parTransId="{C09961B3-4796-43AE-96C7-E2854E4E95D7}" sibTransId="{FBA3D7A3-4780-4F1C-855F-2AD9D20B7032}"/>
    <dgm:cxn modelId="{B9487BC8-723F-4399-9032-A115D4BA276C}" type="presOf" srcId="{508B34B0-8822-4B9D-8509-C86242B3F0FC}" destId="{A04F6C91-AEBF-4847-980F-C23A5906DCBB}" srcOrd="0" destOrd="0" presId="urn:microsoft.com/office/officeart/2005/8/layout/vList2"/>
    <dgm:cxn modelId="{1243DCC8-42AD-49AA-93E8-F1C1AD188C30}" type="parOf" srcId="{A0DAAF04-7AA3-4F22-9190-45111789109B}" destId="{D638AB69-7239-4385-87A9-010C4FF9B007}" srcOrd="10" destOrd="0" parTransId="{3E83447B-1AB4-451A-A1A6-3ABD965CF691}" sibTransId="{2B2FE155-865C-4F6B-9B2B-8548AC163E2E}"/>
    <dgm:cxn modelId="{A96476CA-D1B5-44F9-9949-520AD7303805}" type="parOf" srcId="{A0DAAF04-7AA3-4F22-9190-45111789109B}" destId="{20AE0E32-10DD-47C1-96AD-AF530C66C69F}" srcOrd="4" destOrd="0" parTransId="{BAA467C5-10D8-403F-BA8D-BFCC130A425C}" sibTransId="{3EE5D31C-34CC-4DAD-B4C3-5DD3F7C41B85}"/>
    <dgm:cxn modelId="{1BF672CF-E1A3-4F5D-B648-482844D04C03}" type="parOf" srcId="{A0DAAF04-7AA3-4F22-9190-45111789109B}" destId="{3C9D5C68-6FCA-4A10-980A-33E11658865B}" srcOrd="9" destOrd="0" parTransId="{05C080D9-7998-4F50-8D45-825B25DCD512}" sibTransId="{D212E12E-385E-41E0-B53E-F948B797600D}"/>
    <dgm:cxn modelId="{7E7615D3-5325-4A3D-A3EE-317371958DB8}" type="presOf" srcId="{9BF0969C-9363-4AAE-AC35-B61B5CF042BC}" destId="{07C4600B-39FA-46BA-A953-69A47F2CFAAA}" srcOrd="0" destOrd="19" presId="urn:microsoft.com/office/officeart/2005/8/layout/vList2"/>
    <dgm:cxn modelId="{31835AD6-F378-469D-8CFC-50022F13F148}" type="presOf" srcId="{6EA496EA-1116-4392-82B2-3ABB000E63A9}" destId="{588B54E1-05A8-4440-8F0D-96AD752098A3}" srcOrd="0" destOrd="0" presId="urn:microsoft.com/office/officeart/2005/8/layout/vList2"/>
    <dgm:cxn modelId="{FC4E8ED7-220E-4BC1-B6AF-8ACEDACC20C0}" type="parOf" srcId="{A0DAAF04-7AA3-4F22-9190-45111789109B}" destId="{A41F902F-C66D-488A-8DD8-597A3019E2C7}" srcOrd="23" destOrd="0" parTransId="{88B6770A-755A-4722-B974-5093021C5A09}" sibTransId="{0F21C6AF-E34D-447C-89B5-ABEA023C79C6}"/>
    <dgm:cxn modelId="{5F11CBD9-5FBA-426E-9584-4988C06405BC}" type="parOf" srcId="{901C6586-BCBD-4CE4-9830-89F1D9B4AE5F}" destId="{FFB3B67C-1440-48A0-8A3C-215F535DAEB6}" srcOrd="0" destOrd="0" parTransId="{518085CE-D40D-4424-BF63-7CD1ED0A1257}" sibTransId="{DBE34E57-ADC3-4EFA-814C-31040430D082}"/>
    <dgm:cxn modelId="{3C0C2EE1-CEF1-4DDB-9409-3B6CF5B85AE9}" type="presOf" srcId="{8386D88B-396C-48A0-B8B3-DDC7DD755106}" destId="{07C4600B-39FA-46BA-A953-69A47F2CFAAA}" srcOrd="0" destOrd="6" presId="urn:microsoft.com/office/officeart/2005/8/layout/vList2"/>
    <dgm:cxn modelId="{6BB423E7-7D0D-4DC1-8275-8578E7F50C16}" type="presOf" srcId="{32B6E68A-4A4F-4AD7-83CD-F8175BCBCA64}" destId="{07C4600B-39FA-46BA-A953-69A47F2CFAAA}" srcOrd="0" destOrd="24" presId="urn:microsoft.com/office/officeart/2005/8/layout/vList2"/>
    <dgm:cxn modelId="{3471C0E8-EC31-4315-81C3-9929CFFE970F}" type="parOf" srcId="{A0DAAF04-7AA3-4F22-9190-45111789109B}" destId="{9389B19E-1899-4F2C-82AB-0EB53E354BF4}" srcOrd="13" destOrd="0" parTransId="{6E30DF53-89B9-4DAC-B9F2-249480BBA67D}" sibTransId="{B6B2617F-83E8-4A87-BC2F-863B0D9F1899}"/>
    <dgm:cxn modelId="{135D7BEA-3A80-4F09-A1FF-C9D11B398AFC}" type="parOf" srcId="{A0DAAF04-7AA3-4F22-9190-45111789109B}" destId="{A432918B-338E-4857-9F62-37E85883726A}" srcOrd="7" destOrd="0" parTransId="{69B13764-165B-40E4-9392-FE5D8D14CCBA}" sibTransId="{CB420957-73CE-4141-B49B-F6619252C1E5}"/>
    <dgm:cxn modelId="{C8E44EEB-8ABD-48A1-8A47-088DC6DB768E}" type="parOf" srcId="{A0DAAF04-7AA3-4F22-9190-45111789109B}" destId="{773A2A02-CD75-4BE2-9405-002E606E9995}" srcOrd="14" destOrd="0" parTransId="{A4631488-F0B1-491C-914F-76E4CF04B6E4}" sibTransId="{3E6D53D1-48DA-486A-8547-7350941664DC}"/>
    <dgm:cxn modelId="{239286EC-555D-470D-8B52-5B28D94D4E39}" type="presOf" srcId="{C34A7D7A-9576-4FF6-A2D7-6570D2CE2B8A}" destId="{07C4600B-39FA-46BA-A953-69A47F2CFAAA}" srcOrd="0" destOrd="0" presId="urn:microsoft.com/office/officeart/2005/8/layout/vList2"/>
    <dgm:cxn modelId="{161D42FF-2957-4609-B458-FFBBE2224410}" type="parOf" srcId="{A0DAAF04-7AA3-4F22-9190-45111789109B}" destId="{C9A7F4F6-8A47-4ED0-AA4B-5FDE33E534D3}" srcOrd="15" destOrd="0" parTransId="{496E119F-FF69-4EE8-9F83-6B154E7DDA22}" sibTransId="{43954DD8-D408-44E6-96BA-417CCEA76CA6}"/>
    <dgm:cxn modelId="{5B475918-8458-4E3F-8FDE-CBCDC36D4A12}" type="presParOf" srcId="{87195878-9623-4A53-B73A-3510AE5062C5}" destId="{2E63C274-9DA8-45B8-82CD-443D3F0D4117}" srcOrd="0" destOrd="0" presId="urn:microsoft.com/office/officeart/2005/8/layout/vList2"/>
    <dgm:cxn modelId="{027A12C7-1024-48CF-9DFB-75F634AC119C}" type="presParOf" srcId="{87195878-9623-4A53-B73A-3510AE5062C5}" destId="{0ED22298-B8E4-4CC6-A1C0-09FB0D12D12D}" srcOrd="1" destOrd="0" presId="urn:microsoft.com/office/officeart/2005/8/layout/vList2"/>
    <dgm:cxn modelId="{85AE3E9F-9EBC-4FDC-9CB9-946AC061D882}" type="presParOf" srcId="{87195878-9623-4A53-B73A-3510AE5062C5}" destId="{588B54E1-05A8-4440-8F0D-96AD752098A3}" srcOrd="2" destOrd="0" presId="urn:microsoft.com/office/officeart/2005/8/layout/vList2"/>
    <dgm:cxn modelId="{B994135C-0EC1-4EA0-98A0-C49DAD3B081D}" type="presParOf" srcId="{87195878-9623-4A53-B73A-3510AE5062C5}" destId="{9EB2A054-C719-46C0-9B55-010E4B78980E}" srcOrd="3" destOrd="0" presId="urn:microsoft.com/office/officeart/2005/8/layout/vList2"/>
    <dgm:cxn modelId="{E2906EFB-0CED-4A1A-AAF3-A07A3C15B7B3}" type="presParOf" srcId="{87195878-9623-4A53-B73A-3510AE5062C5}" destId="{920EF786-34AE-4CDF-83CF-7A159AE4B3C9}" srcOrd="4" destOrd="0" presId="urn:microsoft.com/office/officeart/2005/8/layout/vList2"/>
    <dgm:cxn modelId="{8FED8C11-F2BB-45D5-96CD-D9FE03C44E67}" type="presParOf" srcId="{87195878-9623-4A53-B73A-3510AE5062C5}" destId="{07C4600B-39FA-46BA-A953-69A47F2CFAAA}" srcOrd="5" destOrd="0" presId="urn:microsoft.com/office/officeart/2005/8/layout/vList2"/>
    <dgm:cxn modelId="{2318F9B4-15F5-44D3-BC47-52FC9C2DDABD}" type="presParOf" srcId="{87195878-9623-4A53-B73A-3510AE5062C5}" destId="{A04F6C91-AEBF-4847-980F-C23A5906DCBB}" srcOrd="6" destOrd="0" presId="urn:microsoft.com/office/officeart/2005/8/layout/vList2"/>
  </dgm:cxnLst>
  <dgm:bg>
    <a:solidFill>
      <a:schemeClr val="accent2"/>
    </a:solidFill>
  </dgm:bg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901C6586-BCBD-4CE4-9830-89F1D9B4AE5F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 phldr="1"/>
      <dgm:spPr bwMode="auto"/>
      <dgm:t>
        <a:bodyPr/>
        <a:lstStyle/>
        <a:p>
          <a:pPr>
            <a:defRPr/>
          </a:pPr>
          <a:endParaRPr lang="it-IT"/>
        </a:p>
      </dgm:t>
    </dgm:pt>
    <dgm:pt modelId="{FFB3B67C-1440-48A0-8A3C-215F535DAEB6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Pasta di semola di grano duro</a:t>
          </a:r>
          <a:endParaRPr/>
        </a:p>
      </dgm:t>
    </dgm:pt>
    <dgm:pt modelId="{518085CE-D40D-4424-BF63-7CD1ED0A1257}" type="parTrans" cxnId="{5F11CBD9-5FBA-426E-9584-4988C06405B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DBE34E57-ADC3-4EFA-814C-31040430D082}" type="sibTrans" cxnId="{5F11CBD9-5FBA-426E-9584-4988C06405B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6EA496EA-1116-4392-82B2-3ABB000E63A9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Sale</a:t>
          </a:r>
          <a:endParaRPr/>
        </a:p>
      </dgm:t>
    </dgm:pt>
    <dgm:pt modelId="{AF68B59F-D7C0-4C91-BEDC-861FD980CEAD}" type="parTrans" cxnId="{4D0E3B83-6833-441A-8118-96718D68C6AA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24950D9D-C797-4876-8F64-C13AC3960C8E}" type="sibTrans" cxnId="{4D0E3B83-6833-441A-8118-96718D68C6AA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A0DAAF04-7AA3-4F22-9190-45111789109B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Tuorlo d’uovo di gallina</a:t>
          </a:r>
          <a:endParaRPr/>
        </a:p>
      </dgm:t>
    </dgm:pt>
    <dgm:pt modelId="{519D677F-6421-4B03-977C-6050410474A4}" type="parTrans" cxnId="{DDC82E43-C7DD-40B2-956E-47F81491CDE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7DAEC203-3C7C-436D-AFE8-B885FB723D85}" type="sibTrans" cxnId="{DDC82E43-C7DD-40B2-956E-47F81491CDE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73AC3690-75D5-41BB-9A06-C03A7F64BBF2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Guanciale (cotto)</a:t>
          </a:r>
          <a:endParaRPr/>
        </a:p>
      </dgm:t>
    </dgm:pt>
    <dgm:pt modelId="{A4521E31-F3AC-4493-9A35-5127AC507B4C}" type="parTrans" cxnId="{608F240C-6D31-4EC2-9A0B-44786FB0CFC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2635728D-9B92-4EB1-8DB0-A0DA76CA87F1}" type="sibTrans" cxnId="{608F240C-6D31-4EC2-9A0B-44786FB0CFC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D97B27A1-5A4D-4301-8556-F5EAABCCE635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Pecorino Romano</a:t>
          </a:r>
          <a:endParaRPr/>
        </a:p>
      </dgm:t>
    </dgm:pt>
    <dgm:pt modelId="{BB6EFE5A-55CD-474F-8C7E-F27622450C45}" type="parTrans" cxnId="{B1F385A6-FE47-4AB4-96E8-EFCE0CA60E3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F4007C5F-1DBD-402D-B72E-37ADD6DC429A}" type="sibTrans" cxnId="{B1F385A6-FE47-4AB4-96E8-EFCE0CA60E3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04BE9AEC-4552-474D-B071-212C041E0A84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Pepe</a:t>
          </a:r>
          <a:endParaRPr/>
        </a:p>
      </dgm:t>
    </dgm:pt>
    <dgm:pt modelId="{3CD93CC9-3E9F-4F4B-9788-E7167ABD90EA}" type="parTrans" cxnId="{DD17C3E7-9C5D-4FA0-9035-99B3043CF77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6DF7C04D-DC26-4403-B017-3946977266C3}" type="sibTrans" cxnId="{DD17C3E7-9C5D-4FA0-9035-99B3043CF77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508B34B0-8822-4B9D-8509-C86242B3F0FC}" type="node">
      <dgm:prSet phldrT="[Testo]" custT="1"/>
      <dgm:spPr bwMode="auto"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>
            <a:defRPr/>
          </a:pPr>
          <a:r>
            <a:rPr lang="it-IT" sz="1200" b="1">
              <a:solidFill>
                <a:schemeClr val="accent2">
                  <a:lumMod val="50000"/>
                </a:schemeClr>
              </a:solidFill>
            </a:rPr>
            <a:t>+ Aggiungi ingrediente</a:t>
          </a:r>
          <a:endParaRPr/>
        </a:p>
      </dgm:t>
    </dgm:pt>
    <dgm:pt modelId="{EAFBB4BE-EB34-4DE9-B37A-E90832B60FFA}" type="parTrans" cxnId="{B7E32D36-B923-43E1-B2CE-694DD99F3081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46A9A74D-28EB-459B-B131-E8A65D94C2ED}" type="sibTrans" cxnId="{B7E32D36-B923-43E1-B2CE-694DD99F3081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F0C0F86B-80BD-4520-9E83-6DC0219129D8}" type="node">
      <dgm:prSet phldrT="[Testo]" custT="1"/>
      <dgm:spPr bwMode="auto">
        <a:noFill/>
        <a:ln>
          <a:noFill/>
        </a:ln>
      </dgm:spPr>
      <dgm:t>
        <a:bodyPr/>
        <a:lstStyle/>
        <a:p>
          <a:pPr>
            <a:defRPr/>
          </a:pPr>
          <a:endParaRPr lang="it-IT" sz="1400"/>
        </a:p>
      </dgm:t>
    </dgm:pt>
    <dgm:pt modelId="{44D45EBF-5242-4CF5-A5A8-AFAF60963F21}" type="parTrans" cxnId="{CFC94C55-EB71-4B8A-A7FA-9C147C383FD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C995CE2-13AC-4CE2-AAC5-1607B79F7671}" type="sibTrans" cxnId="{CFC94C55-EB71-4B8A-A7FA-9C147C383FD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652193C-1628-4C0E-B5A7-BC01F5A15199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16E18BA-6997-4308-8595-2ABD5F716B04}" type="parTrans" cxnId="{AE973A5B-F97E-42BF-A08E-D4B7EDB8DC8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FE3BF33-8D9F-4796-965B-3521F5B590E9}" type="sibTrans" cxnId="{AE973A5B-F97E-42BF-A08E-D4B7EDB8DC8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B7537CF-254E-4683-88E0-15B5AC4525D1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C1C36E8-BCD2-44DC-BA2F-6CE86D49097E}" type="parTrans" cxnId="{63A1F80B-4FE5-44B6-AB9D-7CC620D0CEFD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FA58463C-1AF2-4D42-B86C-81BEFB42402D}" type="sibTrans" cxnId="{63A1F80B-4FE5-44B6-AB9D-7CC620D0CEFD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1994E72-8066-4A33-9CF0-BDC3BFED4B91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0B54F88-967B-4495-A296-0196625F8678}" type="parTrans" cxnId="{39D58A2D-9B32-481C-A133-05607B8D751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1DBF7EF-35D0-43D2-993E-83A013278857}" type="sibTrans" cxnId="{39D58A2D-9B32-481C-A133-05607B8D751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CCF1C336-351A-4986-8966-7334DAD19C58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F3FDFDB-28D8-441A-95DB-FBAEEF23CCF9}" type="parTrans" cxnId="{10A12EA6-BA59-48C5-9067-97E7AC23BB46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5F2E657-D8BE-409C-8503-980B9C48BDAC}" type="sibTrans" cxnId="{10A12EA6-BA59-48C5-9067-97E7AC23BB46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EF8C836-5809-4119-98F0-335893544027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086C1C3-793F-4C05-8BA3-B2FC14418D50}" type="parTrans" cxnId="{97B62132-225D-423B-9CF7-95D091B6AEC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1DF8A1A-87A4-4EFD-8026-AF72443C6C50}" type="sibTrans" cxnId="{97B62132-225D-423B-9CF7-95D091B6AEC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CE436C1-5497-4887-A29F-133ED153DBC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CFC12FF-E221-4CCE-BEB2-84BB792B6D21}" type="parTrans" cxnId="{7A1CC611-18BB-46A5-AC29-50ECD316701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547FCED-3454-4B91-9844-7B6987389CD8}" type="sibTrans" cxnId="{7A1CC611-18BB-46A5-AC29-50ECD316701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FFE4DFC2-83E3-4B88-8AA1-C916996E5F7B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E4834AA-6831-4C05-8916-8D82BEAE1FE8}" type="parTrans" cxnId="{E7E93ECF-F918-4024-BD3A-A12D6C61E8D6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784081E-86D0-433D-B238-1E93EE868D2E}" type="sibTrans" cxnId="{E7E93ECF-F918-4024-BD3A-A12D6C61E8D6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2B6E68A-4A4F-4AD7-83CD-F8175BCBCA64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C706831-F717-4F53-883B-B1360AA9AC7D}" type="parTrans" cxnId="{B85B8A65-27B7-4B4F-A48A-199B9D2E6D3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0BF1F8A-19B8-45CB-9B10-4160ABBE06C0}" type="sibTrans" cxnId="{B85B8A65-27B7-4B4F-A48A-199B9D2E6D3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7195878-9623-4A53-B73A-3510AE5062C5}" type="pres">
      <dgm:prSet presAssocID="{901C6586-BCBD-4CE4-9830-89F1D9B4AE5F}" presName="linear" presStyleCnt="0">
        <dgm:presLayoutVars>
          <dgm:animLvl val="lvl"/>
          <dgm:resizeHandles val="exact"/>
        </dgm:presLayoutVars>
      </dgm:prSet>
      <dgm:spPr bwMode="auto"/>
    </dgm:pt>
    <dgm:pt modelId="{2E63C274-9DA8-45B8-82CD-443D3F0D4117}" type="pres">
      <dgm:prSet custLinFactNeighborX="-2184" custLinFactNeighborY="-100000" custLinFactY="-68734" presAssocID="{FFB3B67C-1440-48A0-8A3C-215F535DAEB6}" presName="parentText" presStyleLbl="node1" presStyleIdx="0" presStyleCnt="8">
        <dgm:presLayoutVars>
          <dgm:chMax val="0"/>
          <dgm:bulletEnabled val="1"/>
        </dgm:presLayoutVars>
      </dgm:prSet>
      <dgm:spPr bwMode="auto"/>
    </dgm:pt>
    <dgm:pt modelId="{0ED22298-B8E4-4CC6-A1C0-09FB0D12D12D}" type="pres">
      <dgm:prSet presAssocID="{DBE34E57-ADC3-4EFA-814C-31040430D082}" presName="spacer" presStyleCnt="0"/>
      <dgm:spPr bwMode="auto"/>
    </dgm:pt>
    <dgm:pt modelId="{588B54E1-05A8-4440-8F0D-96AD752098A3}" type="pres">
      <dgm:prSet presAssocID="{6EA496EA-1116-4392-82B2-3ABB000E63A9}" presName="parentText" presStyleLbl="node1" presStyleIdx="1" presStyleCnt="8">
        <dgm:presLayoutVars>
          <dgm:chMax val="0"/>
          <dgm:bulletEnabled val="1"/>
        </dgm:presLayoutVars>
      </dgm:prSet>
      <dgm:spPr bwMode="auto"/>
    </dgm:pt>
    <dgm:pt modelId="{9EB2A054-C719-46C0-9B55-010E4B78980E}" type="pres">
      <dgm:prSet presAssocID="{24950D9D-C797-4876-8F64-C13AC3960C8E}" presName="spacer" presStyleCnt="0"/>
      <dgm:spPr bwMode="auto"/>
    </dgm:pt>
    <dgm:pt modelId="{920EF786-34AE-4CDF-83CF-7A159AE4B3C9}" type="pres">
      <dgm:prSet presAssocID="{A0DAAF04-7AA3-4F22-9190-45111789109B}" presName="parentText" presStyleLbl="node1" presStyleIdx="2" presStyleCnt="8">
        <dgm:presLayoutVars>
          <dgm:chMax val="0"/>
          <dgm:bulletEnabled val="1"/>
        </dgm:presLayoutVars>
      </dgm:prSet>
      <dgm:spPr bwMode="auto"/>
    </dgm:pt>
    <dgm:pt modelId="{2E27A52A-8957-471F-AA16-F337D37061A8}" type="pres">
      <dgm:prSet presAssocID="{7DAEC203-3C7C-436D-AFE8-B885FB723D85}" presName="spacer" presStyleCnt="0"/>
      <dgm:spPr bwMode="auto"/>
    </dgm:pt>
    <dgm:pt modelId="{60CFC448-A2E9-471D-B823-5CCB0A6A8936}" type="pres">
      <dgm:prSet presAssocID="{73AC3690-75D5-41BB-9A06-C03A7F64BBF2}" presName="parentText" presStyleLbl="node1" presStyleIdx="3" presStyleCnt="8">
        <dgm:presLayoutVars>
          <dgm:chMax val="0"/>
          <dgm:bulletEnabled val="1"/>
        </dgm:presLayoutVars>
      </dgm:prSet>
      <dgm:spPr bwMode="auto"/>
    </dgm:pt>
    <dgm:pt modelId="{0BC88EDA-9496-41A5-A1CB-3951BE1A3A94}" type="pres">
      <dgm:prSet presAssocID="{2635728D-9B92-4EB1-8DB0-A0DA76CA87F1}" presName="spacer" presStyleCnt="0"/>
      <dgm:spPr bwMode="auto"/>
    </dgm:pt>
    <dgm:pt modelId="{99CE9A2F-1CEC-4ABF-B168-15D47293304F}" type="pres">
      <dgm:prSet presAssocID="{D97B27A1-5A4D-4301-8556-F5EAABCCE635}" presName="parentText" presStyleLbl="node1" presStyleIdx="4" presStyleCnt="8">
        <dgm:presLayoutVars>
          <dgm:chMax val="0"/>
          <dgm:bulletEnabled val="1"/>
        </dgm:presLayoutVars>
      </dgm:prSet>
      <dgm:spPr bwMode="auto"/>
    </dgm:pt>
    <dgm:pt modelId="{98426BBA-1F64-4AFA-8957-D78168382DF4}" type="pres">
      <dgm:prSet presAssocID="{F4007C5F-1DBD-402D-B72E-37ADD6DC429A}" presName="spacer" presStyleCnt="0"/>
      <dgm:spPr bwMode="auto"/>
    </dgm:pt>
    <dgm:pt modelId="{EFDFAC03-7954-429E-A62B-58C691FD5CEA}" type="pres">
      <dgm:prSet presAssocID="{04BE9AEC-4552-474D-B071-212C041E0A84}" presName="parentText" presStyleLbl="node1" presStyleIdx="5" presStyleCnt="8">
        <dgm:presLayoutVars>
          <dgm:chMax val="0"/>
          <dgm:bulletEnabled val="1"/>
        </dgm:presLayoutVars>
      </dgm:prSet>
      <dgm:spPr bwMode="auto"/>
    </dgm:pt>
    <dgm:pt modelId="{6A65C1F9-B100-46A8-9C4E-C0AD1F6897D8}" type="pres">
      <dgm:prSet presAssocID="{04BE9AEC-4552-474D-B071-212C041E0A84}" presName="childText" presStyleLbl="revTx" presStyleIdx="0" presStyleCnt="1">
        <dgm:presLayoutVars>
          <dgm:bulletEnabled val="1"/>
        </dgm:presLayoutVars>
      </dgm:prSet>
      <dgm:spPr bwMode="auto"/>
    </dgm:pt>
    <dgm:pt modelId="{924A46D7-53D3-4C2B-A0D4-9593D2A096BF}" type="pres">
      <dgm:prSet presAssocID="{F0C0F86B-80BD-4520-9E83-6DC0219129D8}" presName="parentText" presStyleLbl="node1" presStyleIdx="6" presStyleCnt="8">
        <dgm:presLayoutVars>
          <dgm:chMax val="0"/>
          <dgm:bulletEnabled val="1"/>
        </dgm:presLayoutVars>
      </dgm:prSet>
      <dgm:spPr bwMode="auto"/>
    </dgm:pt>
    <dgm:pt modelId="{32B0200A-C088-4154-AC6B-FBD63EA3629B}" type="pres">
      <dgm:prSet presAssocID="{DC995CE2-13AC-4CE2-AAC5-1607B79F7671}" presName="spacer" presStyleCnt="0"/>
      <dgm:spPr bwMode="auto"/>
    </dgm:pt>
    <dgm:pt modelId="{A04F6C91-AEBF-4847-980F-C23A5906DCBB}" type="pres">
      <dgm:prSet custLinFactNeighborX="745" custLinFactNeighborY="200000" custLinFactY="140631" presAssocID="{508B34B0-8822-4B9D-8509-C86242B3F0FC}" presName="parentText" presStyleLbl="node1" presStyleIdx="7" presStyleCnt="8">
        <dgm:presLayoutVars>
          <dgm:chMax val="0"/>
          <dgm:bulletEnabled val="1"/>
        </dgm:presLayoutVars>
      </dgm:prSet>
      <dgm:spPr bwMode="auto"/>
    </dgm:pt>
  </dgm:ptLst>
  <dgm:cxnLst>
    <dgm:cxn modelId="{BB1F0707-D578-4BED-98B6-C211E6F07870}" type="presOf" srcId="{0CE436C1-5497-4887-A29F-133ED153DBCE}" destId="{6A65C1F9-B100-46A8-9C4E-C0AD1F6897D8}" srcOrd="0" destOrd="5" presId="urn:microsoft.com/office/officeart/2005/8/layout/vList2"/>
    <dgm:cxn modelId="{63A1F80B-4FE5-44B6-AB9D-7CC620D0CEFD}" type="parOf" srcId="{04BE9AEC-4552-474D-B071-212C041E0A84}" destId="{1B7537CF-254E-4683-88E0-15B5AC4525D1}" srcOrd="1" destOrd="0" parTransId="{7C1C36E8-BCD2-44DC-BA2F-6CE86D49097E}" sibTransId="{FA58463C-1AF2-4D42-B86C-81BEFB42402D}"/>
    <dgm:cxn modelId="{608F240C-6D31-4EC2-9A0B-44786FB0CFC9}" type="parOf" srcId="{901C6586-BCBD-4CE4-9830-89F1D9B4AE5F}" destId="{73AC3690-75D5-41BB-9A06-C03A7F64BBF2}" srcOrd="3" destOrd="0" parTransId="{A4521E31-F3AC-4493-9A35-5127AC507B4C}" sibTransId="{2635728D-9B92-4EB1-8DB0-A0DA76CA87F1}"/>
    <dgm:cxn modelId="{7A1CC611-18BB-46A5-AC29-50ECD3167017}" type="parOf" srcId="{04BE9AEC-4552-474D-B071-212C041E0A84}" destId="{0CE436C1-5497-4887-A29F-133ED153DBCE}" srcOrd="5" destOrd="0" parTransId="{6CFC12FF-E221-4CCE-BEB2-84BB792B6D21}" sibTransId="{E547FCED-3454-4B91-9844-7B6987389CD8}"/>
    <dgm:cxn modelId="{39D58A2D-9B32-481C-A133-05607B8D751C}" type="parOf" srcId="{04BE9AEC-4552-474D-B071-212C041E0A84}" destId="{81994E72-8066-4A33-9CF0-BDC3BFED4B91}" srcOrd="2" destOrd="0" parTransId="{B0B54F88-967B-4495-A296-0196625F8678}" sibTransId="{E1DBF7EF-35D0-43D2-993E-83A013278857}"/>
    <dgm:cxn modelId="{80B23730-46B5-4DC6-B88C-69C8BAA2CE9F}" type="presOf" srcId="{F0C0F86B-80BD-4520-9E83-6DC0219129D8}" destId="{924A46D7-53D3-4C2B-A0D4-9593D2A096BF}" srcOrd="0" destOrd="0" presId="urn:microsoft.com/office/officeart/2005/8/layout/vList2"/>
    <dgm:cxn modelId="{97B62132-225D-423B-9CF7-95D091B6AEC1}" type="parOf" srcId="{04BE9AEC-4552-474D-B071-212C041E0A84}" destId="{6EF8C836-5809-4119-98F0-335893544027}" srcOrd="4" destOrd="0" parTransId="{B086C1C3-793F-4C05-8BA3-B2FC14418D50}" sibTransId="{31DF8A1A-87A4-4EFD-8026-AF72443C6C50}"/>
    <dgm:cxn modelId="{B7E32D36-B923-43E1-B2CE-694DD99F3081}" type="parOf" srcId="{901C6586-BCBD-4CE4-9830-89F1D9B4AE5F}" destId="{508B34B0-8822-4B9D-8509-C86242B3F0FC}" srcOrd="7" destOrd="0" parTransId="{EAFBB4BE-EB34-4DE9-B37A-E90832B60FFA}" sibTransId="{46A9A74D-28EB-459B-B131-E8A65D94C2ED}"/>
    <dgm:cxn modelId="{AE973A5B-F97E-42BF-A08E-D4B7EDB8DC8A}" type="parOf" srcId="{04BE9AEC-4552-474D-B071-212C041E0A84}" destId="{2652193C-1628-4C0E-B5A7-BC01F5A15199}" srcOrd="0" destOrd="0" parTransId="{716E18BA-6997-4308-8595-2ABD5F716B04}" sibTransId="{8FE3BF33-8D9F-4796-965B-3521F5B590E9}"/>
    <dgm:cxn modelId="{8E5BB860-61D0-46E3-B9BC-2E3ABBA3BA72}" type="presOf" srcId="{FFE4DFC2-83E3-4B88-8AA1-C916996E5F7B}" destId="{6A65C1F9-B100-46A8-9C4E-C0AD1F6897D8}" srcOrd="0" destOrd="6" presId="urn:microsoft.com/office/officeart/2005/8/layout/vList2"/>
    <dgm:cxn modelId="{51219D41-94E6-4691-814E-FF6B39A29AF0}" type="presOf" srcId="{2652193C-1628-4C0E-B5A7-BC01F5A15199}" destId="{6A65C1F9-B100-46A8-9C4E-C0AD1F6897D8}" srcOrd="0" destOrd="0" presId="urn:microsoft.com/office/officeart/2005/8/layout/vList2"/>
    <dgm:cxn modelId="{DDC82E43-C7DD-40B2-956E-47F81491CDEC}" type="parOf" srcId="{901C6586-BCBD-4CE4-9830-89F1D9B4AE5F}" destId="{A0DAAF04-7AA3-4F22-9190-45111789109B}" srcOrd="2" destOrd="0" parTransId="{519D677F-6421-4B03-977C-6050410474A4}" sibTransId="{7DAEC203-3C7C-436D-AFE8-B885FB723D85}"/>
    <dgm:cxn modelId="{B85B8A65-27B7-4B4F-A48A-199B9D2E6D35}" type="parOf" srcId="{04BE9AEC-4552-474D-B071-212C041E0A84}" destId="{32B6E68A-4A4F-4AD7-83CD-F8175BCBCA64}" srcOrd="7" destOrd="0" parTransId="{1C706831-F717-4F53-883B-B1360AA9AC7D}" sibTransId="{20BF1F8A-19B8-45CB-9B10-4160ABBE06C0}"/>
    <dgm:cxn modelId="{EC8C6746-808B-47C7-8480-64BCD1E94515}" type="presOf" srcId="{04BE9AEC-4552-474D-B071-212C041E0A84}" destId="{EFDFAC03-7954-429E-A62B-58C691FD5CEA}" srcOrd="0" destOrd="0" presId="urn:microsoft.com/office/officeart/2005/8/layout/vList2"/>
    <dgm:cxn modelId="{1D942A47-B72A-4E69-9500-4819B447EF64}" type="presOf" srcId="{FFB3B67C-1440-48A0-8A3C-215F535DAEB6}" destId="{2E63C274-9DA8-45B8-82CD-443D3F0D4117}" srcOrd="0" destOrd="0" presId="urn:microsoft.com/office/officeart/2005/8/layout/vList2"/>
    <dgm:cxn modelId="{CFC94C55-EB71-4B8A-A7FA-9C147C383FD1}" type="parOf" srcId="{901C6586-BCBD-4CE4-9830-89F1D9B4AE5F}" destId="{F0C0F86B-80BD-4520-9E83-6DC0219129D8}" srcOrd="6" destOrd="0" parTransId="{44D45EBF-5242-4CF5-A5A8-AFAF60963F21}" sibTransId="{DC995CE2-13AC-4CE2-AAC5-1607B79F7671}"/>
    <dgm:cxn modelId="{4D0E3B83-6833-441A-8118-96718D68C6AA}" type="parOf" srcId="{901C6586-BCBD-4CE4-9830-89F1D9B4AE5F}" destId="{6EA496EA-1116-4392-82B2-3ABB000E63A9}" srcOrd="1" destOrd="0" parTransId="{AF68B59F-D7C0-4C91-BEDC-861FD980CEAD}" sibTransId="{24950D9D-C797-4876-8F64-C13AC3960C8E}"/>
    <dgm:cxn modelId="{FAD3268B-E4F1-48AB-8C19-D586D836EA40}" type="presOf" srcId="{A0DAAF04-7AA3-4F22-9190-45111789109B}" destId="{920EF786-34AE-4CDF-83CF-7A159AE4B3C9}" srcOrd="0" destOrd="0" presId="urn:microsoft.com/office/officeart/2005/8/layout/vList2"/>
    <dgm:cxn modelId="{FC89439E-1552-46F2-8777-1A8BC6AE4F45}" type="presOf" srcId="{6EF8C836-5809-4119-98F0-335893544027}" destId="{6A65C1F9-B100-46A8-9C4E-C0AD1F6897D8}" srcOrd="0" destOrd="4" presId="urn:microsoft.com/office/officeart/2005/8/layout/vList2"/>
    <dgm:cxn modelId="{10A12EA6-BA59-48C5-9067-97E7AC23BB46}" type="parOf" srcId="{04BE9AEC-4552-474D-B071-212C041E0A84}" destId="{CCF1C336-351A-4986-8966-7334DAD19C58}" srcOrd="3" destOrd="0" parTransId="{0F3FDFDB-28D8-441A-95DB-FBAEEF23CCF9}" sibTransId="{45F2E657-D8BE-409C-8503-980B9C48BDAC}"/>
    <dgm:cxn modelId="{B1F385A6-FE47-4AB4-96E8-EFCE0CA60E39}" type="parOf" srcId="{901C6586-BCBD-4CE4-9830-89F1D9B4AE5F}" destId="{D97B27A1-5A4D-4301-8556-F5EAABCCE635}" srcOrd="4" destOrd="0" parTransId="{BB6EFE5A-55CD-474F-8C7E-F27622450C45}" sibTransId="{F4007C5F-1DBD-402D-B72E-37ADD6DC429A}"/>
    <dgm:cxn modelId="{07D75AB2-D22E-49BF-9A3B-78AE14B504CE}" type="presOf" srcId="{901C6586-BCBD-4CE4-9830-89F1D9B4AE5F}" destId="{87195878-9623-4A53-B73A-3510AE5062C5}" srcOrd="0" destOrd="0" presId="urn:microsoft.com/office/officeart/2005/8/layout/vList2"/>
    <dgm:cxn modelId="{4CF470B3-41B6-4B42-AC9D-A70FAF68B449}" type="presOf" srcId="{CCF1C336-351A-4986-8966-7334DAD19C58}" destId="{6A65C1F9-B100-46A8-9C4E-C0AD1F6897D8}" srcOrd="0" destOrd="3" presId="urn:microsoft.com/office/officeart/2005/8/layout/vList2"/>
    <dgm:cxn modelId="{827569BF-6414-44BA-9C08-F4811FA8B7B8}" type="presOf" srcId="{73AC3690-75D5-41BB-9A06-C03A7F64BBF2}" destId="{60CFC448-A2E9-471D-B823-5CCB0A6A8936}" srcOrd="0" destOrd="0" presId="urn:microsoft.com/office/officeart/2005/8/layout/vList2"/>
    <dgm:cxn modelId="{B9487BC8-723F-4399-9032-A115D4BA276C}" type="presOf" srcId="{508B34B0-8822-4B9D-8509-C86242B3F0FC}" destId="{A04F6C91-AEBF-4847-980F-C23A5906DCBB}" srcOrd="0" destOrd="0" presId="urn:microsoft.com/office/officeart/2005/8/layout/vList2"/>
    <dgm:cxn modelId="{E7E93ECF-F918-4024-BD3A-A12D6C61E8D6}" type="parOf" srcId="{04BE9AEC-4552-474D-B071-212C041E0A84}" destId="{FFE4DFC2-83E3-4B88-8AA1-C916996E5F7B}" srcOrd="6" destOrd="0" parTransId="{1E4834AA-6831-4C05-8916-8D82BEAE1FE8}" sibTransId="{7784081E-86D0-433D-B238-1E93EE868D2E}"/>
    <dgm:cxn modelId="{31835AD6-F378-469D-8CFC-50022F13F148}" type="presOf" srcId="{6EA496EA-1116-4392-82B2-3ABB000E63A9}" destId="{588B54E1-05A8-4440-8F0D-96AD752098A3}" srcOrd="0" destOrd="0" presId="urn:microsoft.com/office/officeart/2005/8/layout/vList2"/>
    <dgm:cxn modelId="{5F11CBD9-5FBA-426E-9584-4988C06405BC}" type="parOf" srcId="{901C6586-BCBD-4CE4-9830-89F1D9B4AE5F}" destId="{FFB3B67C-1440-48A0-8A3C-215F535DAEB6}" srcOrd="0" destOrd="0" parTransId="{518085CE-D40D-4424-BF63-7CD1ED0A1257}" sibTransId="{DBE34E57-ADC3-4EFA-814C-31040430D082}"/>
    <dgm:cxn modelId="{0574F8D9-6724-4C38-A8B7-67928FF56A92}" type="presOf" srcId="{1B7537CF-254E-4683-88E0-15B5AC4525D1}" destId="{6A65C1F9-B100-46A8-9C4E-C0AD1F6897D8}" srcOrd="0" destOrd="1" presId="urn:microsoft.com/office/officeart/2005/8/layout/vList2"/>
    <dgm:cxn modelId="{1F7D7ADB-BC6B-4821-8390-EED4BFAE4065}" type="presOf" srcId="{D97B27A1-5A4D-4301-8556-F5EAABCCE635}" destId="{99CE9A2F-1CEC-4ABF-B168-15D47293304F}" srcOrd="0" destOrd="0" presId="urn:microsoft.com/office/officeart/2005/8/layout/vList2"/>
    <dgm:cxn modelId="{98AB5AE7-2320-4DEC-9822-EA4B08DACCC3}" type="presOf" srcId="{32B6E68A-4A4F-4AD7-83CD-F8175BCBCA64}" destId="{6A65C1F9-B100-46A8-9C4E-C0AD1F6897D8}" srcOrd="0" destOrd="7" presId="urn:microsoft.com/office/officeart/2005/8/layout/vList2"/>
    <dgm:cxn modelId="{DD17C3E7-9C5D-4FA0-9035-99B3043CF779}" type="parOf" srcId="{901C6586-BCBD-4CE4-9830-89F1D9B4AE5F}" destId="{04BE9AEC-4552-474D-B071-212C041E0A84}" srcOrd="5" destOrd="0" parTransId="{3CD93CC9-3E9F-4F4B-9788-E7167ABD90EA}" sibTransId="{6DF7C04D-DC26-4403-B017-3946977266C3}"/>
    <dgm:cxn modelId="{4AF856F7-A575-4582-B33C-F101922D292C}" type="presOf" srcId="{81994E72-8066-4A33-9CF0-BDC3BFED4B91}" destId="{6A65C1F9-B100-46A8-9C4E-C0AD1F6897D8}" srcOrd="0" destOrd="2" presId="urn:microsoft.com/office/officeart/2005/8/layout/vList2"/>
    <dgm:cxn modelId="{5B475918-8458-4E3F-8FDE-CBCDC36D4A12}" type="presParOf" srcId="{87195878-9623-4A53-B73A-3510AE5062C5}" destId="{2E63C274-9DA8-45B8-82CD-443D3F0D4117}" srcOrd="0" destOrd="0" presId="urn:microsoft.com/office/officeart/2005/8/layout/vList2"/>
    <dgm:cxn modelId="{027A12C7-1024-48CF-9DFB-75F634AC119C}" type="presParOf" srcId="{87195878-9623-4A53-B73A-3510AE5062C5}" destId="{0ED22298-B8E4-4CC6-A1C0-09FB0D12D12D}" srcOrd="1" destOrd="0" presId="urn:microsoft.com/office/officeart/2005/8/layout/vList2"/>
    <dgm:cxn modelId="{85AE3E9F-9EBC-4FDC-9CB9-946AC061D882}" type="presParOf" srcId="{87195878-9623-4A53-B73A-3510AE5062C5}" destId="{588B54E1-05A8-4440-8F0D-96AD752098A3}" srcOrd="2" destOrd="0" presId="urn:microsoft.com/office/officeart/2005/8/layout/vList2"/>
    <dgm:cxn modelId="{B994135C-0EC1-4EA0-98A0-C49DAD3B081D}" type="presParOf" srcId="{87195878-9623-4A53-B73A-3510AE5062C5}" destId="{9EB2A054-C719-46C0-9B55-010E4B78980E}" srcOrd="3" destOrd="0" presId="urn:microsoft.com/office/officeart/2005/8/layout/vList2"/>
    <dgm:cxn modelId="{E2906EFB-0CED-4A1A-AAF3-A07A3C15B7B3}" type="presParOf" srcId="{87195878-9623-4A53-B73A-3510AE5062C5}" destId="{920EF786-34AE-4CDF-83CF-7A159AE4B3C9}" srcOrd="4" destOrd="0" presId="urn:microsoft.com/office/officeart/2005/8/layout/vList2"/>
    <dgm:cxn modelId="{31E9E98B-E835-44FA-8048-6910B8C6C9CB}" type="presParOf" srcId="{87195878-9623-4A53-B73A-3510AE5062C5}" destId="{2E27A52A-8957-471F-AA16-F337D37061A8}" srcOrd="5" destOrd="0" presId="urn:microsoft.com/office/officeart/2005/8/layout/vList2"/>
    <dgm:cxn modelId="{87687FE9-9F82-4121-A0AA-AF853B8A0D6C}" type="presParOf" srcId="{87195878-9623-4A53-B73A-3510AE5062C5}" destId="{60CFC448-A2E9-471D-B823-5CCB0A6A8936}" srcOrd="6" destOrd="0" presId="urn:microsoft.com/office/officeart/2005/8/layout/vList2"/>
    <dgm:cxn modelId="{050D95BE-1BBD-4792-BB41-80F4980C3D27}" type="presParOf" srcId="{87195878-9623-4A53-B73A-3510AE5062C5}" destId="{0BC88EDA-9496-41A5-A1CB-3951BE1A3A94}" srcOrd="7" destOrd="0" presId="urn:microsoft.com/office/officeart/2005/8/layout/vList2"/>
    <dgm:cxn modelId="{C84C3944-EDCA-4BEE-A62F-E0192F0FE96A}" type="presParOf" srcId="{87195878-9623-4A53-B73A-3510AE5062C5}" destId="{99CE9A2F-1CEC-4ABF-B168-15D47293304F}" srcOrd="8" destOrd="0" presId="urn:microsoft.com/office/officeart/2005/8/layout/vList2"/>
    <dgm:cxn modelId="{EA66A9D7-CE7B-4F46-840F-3FC0EEC83C51}" type="presParOf" srcId="{87195878-9623-4A53-B73A-3510AE5062C5}" destId="{98426BBA-1F64-4AFA-8957-D78168382DF4}" srcOrd="9" destOrd="0" presId="urn:microsoft.com/office/officeart/2005/8/layout/vList2"/>
    <dgm:cxn modelId="{985E69CA-0E5B-428B-8D39-41E97FE1E5DC}" type="presParOf" srcId="{87195878-9623-4A53-B73A-3510AE5062C5}" destId="{EFDFAC03-7954-429E-A62B-58C691FD5CEA}" srcOrd="10" destOrd="0" presId="urn:microsoft.com/office/officeart/2005/8/layout/vList2"/>
    <dgm:cxn modelId="{83573241-D0AB-4C0D-A1F5-CB8E1022C968}" type="presParOf" srcId="{87195878-9623-4A53-B73A-3510AE5062C5}" destId="{6A65C1F9-B100-46A8-9C4E-C0AD1F6897D8}" srcOrd="11" destOrd="0" presId="urn:microsoft.com/office/officeart/2005/8/layout/vList2"/>
    <dgm:cxn modelId="{D722051E-A16F-4A16-95EE-AAE91990F0F4}" type="presParOf" srcId="{87195878-9623-4A53-B73A-3510AE5062C5}" destId="{924A46D7-53D3-4C2B-A0D4-9593D2A096BF}" srcOrd="12" destOrd="0" presId="urn:microsoft.com/office/officeart/2005/8/layout/vList2"/>
    <dgm:cxn modelId="{4D0230EF-8824-40DC-9612-2FD5C37D4C1D}" type="presParOf" srcId="{87195878-9623-4A53-B73A-3510AE5062C5}" destId="{32B0200A-C088-4154-AC6B-FBD63EA3629B}" srcOrd="13" destOrd="0" presId="urn:microsoft.com/office/officeart/2005/8/layout/vList2"/>
    <dgm:cxn modelId="{2318F9B4-15F5-44D3-BC47-52FC9C2DDABD}" type="presParOf" srcId="{87195878-9623-4A53-B73A-3510AE5062C5}" destId="{A04F6C91-AEBF-4847-980F-C23A5906DCBB}" srcOrd="14" destOrd="0" presId="urn:microsoft.com/office/officeart/2005/8/layout/vList2"/>
  </dgm:cxnLst>
  <dgm:bg>
    <a:solidFill>
      <a:schemeClr val="accent2"/>
    </a:solidFill>
  </dgm:bg>
  <dgm:whole/>
  <dgm:extLst>
    <a:ext uri="http://schemas.microsoft.com/office/drawing/2008/diagram">
      <dsp:dataModelExt xmlns:dsp="http://schemas.microsoft.com/office/drawing/2008/diagram" relId="rId4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901C6586-BCBD-4CE4-9830-89F1D9B4AE5F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 phldr="1"/>
      <dgm:spPr bwMode="auto"/>
      <dgm:t>
        <a:bodyPr/>
        <a:lstStyle/>
        <a:p>
          <a:pPr>
            <a:defRPr/>
          </a:pPr>
          <a:endParaRPr lang="it-IT"/>
        </a:p>
      </dgm:t>
    </dgm:pt>
    <dgm:pt modelId="{FFB3B67C-1440-48A0-8A3C-215F535DAEB6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Cereali contenenti glutine </a:t>
          </a: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e prodotti </a:t>
          </a: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derivati</a:t>
          </a:r>
          <a:endParaRPr/>
        </a:p>
      </dgm:t>
    </dgm:pt>
    <dgm:pt modelId="{518085CE-D40D-4424-BF63-7CD1ED0A1257}" type="parTrans" cxnId="{5F11CBD9-5FBA-426E-9584-4988C06405B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DBE34E57-ADC3-4EFA-814C-31040430D082}" type="sibTrans" cxnId="{5F11CBD9-5FBA-426E-9584-4988C06405B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6EA496EA-1116-4392-82B2-3ABB000E63A9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Uova e prodotti a base di uova</a:t>
          </a:r>
          <a:endParaRPr/>
        </a:p>
      </dgm:t>
    </dgm:pt>
    <dgm:pt modelId="{AF68B59F-D7C0-4C91-BEDC-861FD980CEAD}" type="parTrans" cxnId="{4D0E3B83-6833-441A-8118-96718D68C6AA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24950D9D-C797-4876-8F64-C13AC3960C8E}" type="sibTrans" cxnId="{4D0E3B83-6833-441A-8118-96718D68C6AA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508B34B0-8822-4B9D-8509-C86242B3F0FC}" type="node">
      <dgm:prSet phldrT="[Testo]" custT="1"/>
      <dgm:spPr bwMode="auto"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>
            <a:defRPr/>
          </a:pPr>
          <a:r>
            <a:rPr lang="it-IT" sz="1200" b="1">
              <a:solidFill>
                <a:schemeClr val="accent2">
                  <a:lumMod val="50000"/>
                </a:schemeClr>
              </a:solidFill>
            </a:rPr>
            <a:t>+ Aggiungi allergene</a:t>
          </a:r>
          <a:endParaRPr/>
        </a:p>
      </dgm:t>
    </dgm:pt>
    <dgm:pt modelId="{EAFBB4BE-EB34-4DE9-B37A-E90832B60FFA}" type="parTrans" cxnId="{B7E32D36-B923-43E1-B2CE-694DD99F3081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46A9A74D-28EB-459B-B131-E8A65D94C2ED}" type="sibTrans" cxnId="{B7E32D36-B923-43E1-B2CE-694DD99F3081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32B6E68A-4A4F-4AD7-83CD-F8175BCBCA64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C706831-F717-4F53-883B-B1360AA9AC7D}" type="parTrans" cxnId="{B85B8A65-27B7-4B4F-A48A-199B9D2E6D3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0BF1F8A-19B8-45CB-9B10-4160ABBE06C0}" type="sibTrans" cxnId="{B85B8A65-27B7-4B4F-A48A-199B9D2E6D3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0DAAF04-7AA3-4F22-9190-45111789109B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Latte e prodotti a base di latte</a:t>
          </a:r>
          <a:endParaRPr/>
        </a:p>
      </dgm:t>
    </dgm:pt>
    <dgm:pt modelId="{7DAEC203-3C7C-436D-AFE8-B885FB723D85}" type="sibTrans" cxnId="{DDC82E43-C7DD-40B2-956E-47F81491CDE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519D677F-6421-4B03-977C-6050410474A4}" type="parTrans" cxnId="{DDC82E43-C7DD-40B2-956E-47F81491CDE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C34A7D7A-9576-4FF6-A2D7-6570D2CE2B8A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0B94145-BE76-470E-8FFD-BB60C4FCD4CA}" type="parTrans" cxnId="{FD660CBE-2CF5-42EC-8AF9-679D895F3C8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7B86293-2F6E-4101-A11D-426BDDC0EA25}" type="sibTrans" cxnId="{FD660CBE-2CF5-42EC-8AF9-679D895F3C8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2047BF9-A353-4F3C-A439-D96C407B9F0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2086C2B-74CC-4B35-B2BF-BCAE78CDA663}" type="parTrans" cxnId="{E572CAAE-71B4-4325-89E0-64FCDEA29C9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3B0A022-0FFB-4040-B1DD-3816346EA22E}" type="sibTrans" cxnId="{E572CAAE-71B4-4325-89E0-64FCDEA29C9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CE0415A-EA7E-43E6-B296-E823DA52C3E7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C02ED2E-FE65-49F0-A336-729CC8871527}" type="parTrans" cxnId="{8F1BB440-FCE1-410A-833B-35AB93E1E2C9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4C4395D-AE35-4042-ADF9-3FAD159F2FB1}" type="sibTrans" cxnId="{8F1BB440-FCE1-410A-833B-35AB93E1E2C9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52BB327-7C1D-4E3A-B7EF-E38365B17D7F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88E99E5-E93D-4B20-B245-67F822D41D0F}" type="parTrans" cxnId="{2AE79A6E-A8BB-4A3F-94E2-2A598D0C039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D3A8F43-FEAF-4DD5-AA09-6CDA1232D4B2}" type="sibTrans" cxnId="{2AE79A6E-A8BB-4A3F-94E2-2A598D0C039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0AE0E32-10DD-47C1-96AD-AF530C66C69F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AA467C5-10D8-403F-BA8D-BFCC130A425C}" type="parTrans" cxnId="{A96476CA-D1B5-44F9-9949-520AD730380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EE5D31C-34CC-4DAD-B4C3-5DD3F7C41B85}" type="sibTrans" cxnId="{A96476CA-D1B5-44F9-9949-520AD730380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FB50813-E4F9-4251-A4BC-99F4EBDB6D0F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C09961B3-4796-43AE-96C7-E2854E4E95D7}" type="parTrans" cxnId="{D9EF36C3-A46A-4E11-B4C0-6A628044D22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FBA3D7A3-4780-4F1C-855F-2AD9D20B7032}" type="sibTrans" cxnId="{D9EF36C3-A46A-4E11-B4C0-6A628044D22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386D88B-396C-48A0-B8B3-DDC7DD755106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1B81EEC-407E-44C2-A435-18144803555A}" type="parTrans" cxnId="{8CD4D00E-EB2C-46B9-B893-6652049FCB5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CA51C94-3F2D-4EDD-BAED-39580F2B5FAC}" type="sibTrans" cxnId="{8CD4D00E-EB2C-46B9-B893-6652049FCB5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432918B-338E-4857-9F62-37E85883726A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9B13764-165B-40E4-9392-FE5D8D14CCBA}" type="parTrans" cxnId="{135D7BEA-3A80-4F09-A1FF-C9D11B398AF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CB420957-73CE-4141-B49B-F6619252C1E5}" type="sibTrans" cxnId="{135D7BEA-3A80-4F09-A1FF-C9D11B398AF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844263D-2440-4798-B552-36A93B2AFAB1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F5517B3-C4EE-4F19-AEA3-0CEFBDDCC5C9}" type="parTrans" cxnId="{C97AD203-857D-4C7D-9461-DB2B94885A8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C412F20-2E27-439F-8A7A-E1BAC0A6E9BA}" type="sibTrans" cxnId="{C97AD203-857D-4C7D-9461-DB2B94885A8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C9D5C68-6FCA-4A10-980A-33E11658865B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5C080D9-7998-4F50-8D45-825B25DCD512}" type="parTrans" cxnId="{1BF672CF-E1A3-4F5D-B648-482844D04C03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212E12E-385E-41E0-B53E-F948B797600D}" type="sibTrans" cxnId="{1BF672CF-E1A3-4F5D-B648-482844D04C03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638AB69-7239-4385-87A9-010C4FF9B007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E83447B-1AB4-451A-A1A6-3ABD965CF691}" type="parTrans" cxnId="{1243DCC8-42AD-49AA-93E8-F1C1AD188C3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B2FE155-865C-4F6B-9B2B-8548AC163E2E}" type="sibTrans" cxnId="{1243DCC8-42AD-49AA-93E8-F1C1AD188C3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B58BD59-636A-4FE6-A40D-0833FB603B00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BBEDE51-F33E-4C9C-A8A2-A1A6827E7EE9}" type="parTrans" cxnId="{06E14152-B839-4161-8FFE-8A65F019E37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CE0364A-BBB8-471B-8DC9-72865C561CFC}" type="sibTrans" cxnId="{06E14152-B839-4161-8FFE-8A65F019E37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17ACEB7-010C-4DEB-B58D-581CB7427475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2A92083-BEF8-48AF-BB93-86E9154A27F3}" type="parTrans" cxnId="{707C5A6D-100E-4E3E-ADE7-9F59D266F88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4541D56-2B87-4071-AF57-D565B29C9F5E}" type="sibTrans" cxnId="{707C5A6D-100E-4E3E-ADE7-9F59D266F88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389B19E-1899-4F2C-82AB-0EB53E354BF4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E30DF53-89B9-4DAC-B9F2-249480BBA67D}" type="parTrans" cxnId="{3471C0E8-EC31-4315-81C3-9929CFFE970F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6B2617F-83E8-4A87-BC2F-863B0D9F1899}" type="sibTrans" cxnId="{3471C0E8-EC31-4315-81C3-9929CFFE970F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73A2A02-CD75-4BE2-9405-002E606E9995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4631488-F0B1-491C-914F-76E4CF04B6E4}" type="parTrans" cxnId="{C8E44EEB-8ABD-48A1-8A47-088DC6DB768E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E6D53D1-48DA-486A-8547-7350941664DC}" type="sibTrans" cxnId="{C8E44EEB-8ABD-48A1-8A47-088DC6DB768E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C9A7F4F6-8A47-4ED0-AA4B-5FDE33E534D3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96E119F-FF69-4EE8-9F83-6B154E7DDA22}" type="parTrans" cxnId="{161D42FF-2957-4609-B458-FFBBE222441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3954DD8-D408-44E6-96BA-417CCEA76CA6}" type="sibTrans" cxnId="{161D42FF-2957-4609-B458-FFBBE222441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FAF025BF-D22F-4618-A1C6-B73B104074E3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CEBD54A-5FF9-4520-8D27-422579A83F10}" type="parTrans" cxnId="{DC2D0E1F-B65F-459A-91B7-FDA2792EC4A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8241217-5FDE-47B0-B45F-D1FC788ABA52}" type="sibTrans" cxnId="{DC2D0E1F-B65F-459A-91B7-FDA2792EC4A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6C1D3AC-4E1E-4207-AAF3-48F6286EB818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16AE1A0-4A85-440E-8D1D-E88720F2AA97}" type="parTrans" cxnId="{25047110-F888-4DCC-9191-F10C0AF02413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4EE6A8A-6B36-4586-B550-E39804E8F92A}" type="sibTrans" cxnId="{25047110-F888-4DCC-9191-F10C0AF02413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112AADC-B90B-4409-886C-74D8914FBA90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63FE461-EB55-422D-82D0-C92AFF7A0F6A}" type="parTrans" cxnId="{01E1DA61-20FA-4656-B020-7182F6EA12F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F358168-077C-4822-934A-1E887F958ECA}" type="sibTrans" cxnId="{01E1DA61-20FA-4656-B020-7182F6EA12F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BF0969C-9363-4AAE-AC35-B61B5CF042BC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1F35008-D55D-407F-ABDE-4B1DB123579C}" type="parTrans" cxnId="{3CC53FB2-908B-4BCA-9F2D-36B4708A553E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E5B4BDF-9393-4EE6-8B37-4F3CE75E9A52}" type="sibTrans" cxnId="{3CC53FB2-908B-4BCA-9F2D-36B4708A553E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1B43E14-8216-4550-8E33-3EC59F2423C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69E2B12-3987-4C45-9E46-4263F458446D}" type="parTrans" cxnId="{0CBEEE25-9303-4605-B24B-CF6BD72576DD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79BBC1F-08BE-415F-8ADA-BDBB9A58E67C}" type="sibTrans" cxnId="{0CBEEE25-9303-4605-B24B-CF6BD72576DD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527CF90-2636-4A37-8562-22BB4FF1529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3F896ED-7E3D-4360-9602-C2874C608373}" type="parTrans" cxnId="{117AA14E-48D4-46B9-822B-5A556FFF77C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F4DEBA9-FB8F-481C-B471-857A83309FBC}" type="sibTrans" cxnId="{117AA14E-48D4-46B9-822B-5A556FFF77C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28D5B42-8B89-4AC7-8BAC-C8B3759D325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5612D30-4F9E-40FC-8BAB-9998422A09C7}" type="parTrans" cxnId="{71570C21-101F-48E8-BED3-B4627B240FF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0A87C9B-8E9E-4717-9872-D01B16379833}" type="sibTrans" cxnId="{71570C21-101F-48E8-BED3-B4627B240FF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41F902F-C66D-488A-8DD8-597A3019E2C7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8B6770A-755A-4722-B974-5093021C5A09}" type="parTrans" cxnId="{FC4E8ED7-220E-4BC1-B6AF-8ACEDACC20C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F21C6AF-E34D-447C-89B5-ABEA023C79C6}" type="sibTrans" cxnId="{FC4E8ED7-220E-4BC1-B6AF-8ACEDACC20C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7195878-9623-4A53-B73A-3510AE5062C5}" type="pres">
      <dgm:prSet presAssocID="{901C6586-BCBD-4CE4-9830-89F1D9B4AE5F}" presName="linear" presStyleCnt="0">
        <dgm:presLayoutVars>
          <dgm:animLvl val="lvl"/>
          <dgm:resizeHandles val="exact"/>
        </dgm:presLayoutVars>
      </dgm:prSet>
      <dgm:spPr bwMode="auto"/>
    </dgm:pt>
    <dgm:pt modelId="{2E63C274-9DA8-45B8-82CD-443D3F0D4117}" type="pres">
      <dgm:prSet custLinFactNeighborX="-2184" custLinFactNeighborY="-100000" custLinFactY="-68734" presAssocID="{FFB3B67C-1440-48A0-8A3C-215F535DAEB6}" presName="parentText" presStyleLbl="node1" presStyleIdx="0" presStyleCnt="4">
        <dgm:presLayoutVars>
          <dgm:chMax val="0"/>
          <dgm:bulletEnabled val="1"/>
        </dgm:presLayoutVars>
      </dgm:prSet>
      <dgm:spPr bwMode="auto"/>
    </dgm:pt>
    <dgm:pt modelId="{0ED22298-B8E4-4CC6-A1C0-09FB0D12D12D}" type="pres">
      <dgm:prSet presAssocID="{DBE34E57-ADC3-4EFA-814C-31040430D082}" presName="spacer" presStyleCnt="0"/>
      <dgm:spPr bwMode="auto"/>
    </dgm:pt>
    <dgm:pt modelId="{588B54E1-05A8-4440-8F0D-96AD752098A3}" type="pres">
      <dgm:prSet presAssocID="{6EA496EA-1116-4392-82B2-3ABB000E63A9}" presName="parentText" presStyleLbl="node1" presStyleIdx="1" presStyleCnt="4">
        <dgm:presLayoutVars>
          <dgm:chMax val="0"/>
          <dgm:bulletEnabled val="1"/>
        </dgm:presLayoutVars>
      </dgm:prSet>
      <dgm:spPr bwMode="auto"/>
    </dgm:pt>
    <dgm:pt modelId="{9EB2A054-C719-46C0-9B55-010E4B78980E}" type="pres">
      <dgm:prSet presAssocID="{24950D9D-C797-4876-8F64-C13AC3960C8E}" presName="spacer" presStyleCnt="0"/>
      <dgm:spPr bwMode="auto"/>
    </dgm:pt>
    <dgm:pt modelId="{920EF786-34AE-4CDF-83CF-7A159AE4B3C9}" type="pres">
      <dgm:prSet presAssocID="{A0DAAF04-7AA3-4F22-9190-45111789109B}" presName="parentText" presStyleLbl="node1" presStyleIdx="2" presStyleCnt="4">
        <dgm:presLayoutVars>
          <dgm:chMax val="0"/>
          <dgm:bulletEnabled val="1"/>
        </dgm:presLayoutVars>
      </dgm:prSet>
      <dgm:spPr bwMode="auto"/>
    </dgm:pt>
    <dgm:pt modelId="{07C4600B-39FA-46BA-A953-69A47F2CFAAA}" type="pres">
      <dgm:prSet presAssocID="{A0DAAF04-7AA3-4F22-9190-45111789109B}" presName="childText" presStyleLbl="revTx" presStyleIdx="0" presStyleCnt="1">
        <dgm:presLayoutVars>
          <dgm:bulletEnabled val="1"/>
        </dgm:presLayoutVars>
      </dgm:prSet>
      <dgm:spPr bwMode="auto"/>
    </dgm:pt>
    <dgm:pt modelId="{A04F6C91-AEBF-4847-980F-C23A5906DCBB}" type="pres">
      <dgm:prSet custLinFactNeighborX="745" custLinFactNeighborY="200000" custLinFactY="140631" presAssocID="{508B34B0-8822-4B9D-8509-C86242B3F0FC}" presName="parentText" presStyleLbl="node1" presStyleIdx="3" presStyleCnt="4">
        <dgm:presLayoutVars>
          <dgm:chMax val="0"/>
          <dgm:bulletEnabled val="1"/>
        </dgm:presLayoutVars>
      </dgm:prSet>
      <dgm:spPr bwMode="auto"/>
    </dgm:pt>
  </dgm:ptLst>
  <dgm:cxnLst>
    <dgm:cxn modelId="{C97AD203-857D-4C7D-9461-DB2B94885A82}" type="parOf" srcId="{A0DAAF04-7AA3-4F22-9190-45111789109B}" destId="{5844263D-2440-4798-B552-36A93B2AFAB1}" srcOrd="8" destOrd="0" parTransId="{9F5517B3-C4EE-4F19-AEA3-0CEFBDDCC5C9}" sibTransId="{2C412F20-2E27-439F-8A7A-E1BAC0A6E9BA}"/>
    <dgm:cxn modelId="{8CD4D00E-EB2C-46B9-B893-6652049FCB55}" type="parOf" srcId="{A0DAAF04-7AA3-4F22-9190-45111789109B}" destId="{8386D88B-396C-48A0-B8B3-DDC7DD755106}" srcOrd="6" destOrd="0" parTransId="{91B81EEC-407E-44C2-A435-18144803555A}" sibTransId="{4CA51C94-3F2D-4EDD-BAED-39580F2B5FAC}"/>
    <dgm:cxn modelId="{25047110-F888-4DCC-9191-F10C0AF02413}" type="parOf" srcId="{A0DAAF04-7AA3-4F22-9190-45111789109B}" destId="{D6C1D3AC-4E1E-4207-AAF3-48F6286EB818}" srcOrd="17" destOrd="0" parTransId="{016AE1A0-4A85-440E-8D1D-E88720F2AA97}" sibTransId="{A4EE6A8A-6B36-4586-B550-E39804E8F92A}"/>
    <dgm:cxn modelId="{9919BE1E-FE1F-4EE1-8B3F-4C86C3188EDC}" type="presOf" srcId="{E527CF90-2636-4A37-8562-22BB4FF1529E}" destId="{07C4600B-39FA-46BA-A953-69A47F2CFAAA}" srcOrd="0" destOrd="21" presId="urn:microsoft.com/office/officeart/2005/8/layout/vList2"/>
    <dgm:cxn modelId="{DC2D0E1F-B65F-459A-91B7-FDA2792EC4A2}" type="parOf" srcId="{A0DAAF04-7AA3-4F22-9190-45111789109B}" destId="{FAF025BF-D22F-4618-A1C6-B73B104074E3}" srcOrd="16" destOrd="0" parTransId="{ACEBD54A-5FF9-4520-8D27-422579A83F10}" sibTransId="{58241217-5FDE-47B0-B45F-D1FC788ABA52}"/>
    <dgm:cxn modelId="{71570C21-101F-48E8-BED3-B4627B240FFA}" type="parOf" srcId="{A0DAAF04-7AA3-4F22-9190-45111789109B}" destId="{128D5B42-8B89-4AC7-8BAC-C8B3759D325E}" srcOrd="22" destOrd="0" parTransId="{45612D30-4F9E-40FC-8BAB-9998422A09C7}" sibTransId="{90A87C9B-8E9E-4717-9872-D01B16379833}"/>
    <dgm:cxn modelId="{1EB3AD21-F4DB-4D2B-9CB5-27E9BE9E791E}" type="presOf" srcId="{0112AADC-B90B-4409-886C-74D8914FBA90}" destId="{07C4600B-39FA-46BA-A953-69A47F2CFAAA}" srcOrd="0" destOrd="18" presId="urn:microsoft.com/office/officeart/2005/8/layout/vList2"/>
    <dgm:cxn modelId="{0CBEEE25-9303-4605-B24B-CF6BD72576DD}" type="parOf" srcId="{A0DAAF04-7AA3-4F22-9190-45111789109B}" destId="{E1B43E14-8216-4550-8E33-3EC59F2423CE}" srcOrd="20" destOrd="0" parTransId="{669E2B12-3987-4C45-9E46-4263F458446D}" sibTransId="{779BBC1F-08BE-415F-8ADA-BDBB9A58E67C}"/>
    <dgm:cxn modelId="{EE4FFC30-0341-40FE-A06C-D0EA27CF6D28}" type="presOf" srcId="{A41F902F-C66D-488A-8DD8-597A3019E2C7}" destId="{07C4600B-39FA-46BA-A953-69A47F2CFAAA}" srcOrd="0" destOrd="23" presId="urn:microsoft.com/office/officeart/2005/8/layout/vList2"/>
    <dgm:cxn modelId="{8C07B635-4C76-4BC1-A3B5-4F0B7DC38D29}" type="presOf" srcId="{D6C1D3AC-4E1E-4207-AAF3-48F6286EB818}" destId="{07C4600B-39FA-46BA-A953-69A47F2CFAAA}" srcOrd="0" destOrd="17" presId="urn:microsoft.com/office/officeart/2005/8/layout/vList2"/>
    <dgm:cxn modelId="{B7E32D36-B923-43E1-B2CE-694DD99F3081}" type="parOf" srcId="{901C6586-BCBD-4CE4-9830-89F1D9B4AE5F}" destId="{508B34B0-8822-4B9D-8509-C86242B3F0FC}" srcOrd="3" destOrd="0" parTransId="{EAFBB4BE-EB34-4DE9-B37A-E90832B60FFA}" sibTransId="{46A9A74D-28EB-459B-B131-E8A65D94C2ED}"/>
    <dgm:cxn modelId="{98D9C03C-5D24-47D0-B701-664E30C10D17}" type="presOf" srcId="{FAF025BF-D22F-4618-A1C6-B73B104074E3}" destId="{07C4600B-39FA-46BA-A953-69A47F2CFAAA}" srcOrd="0" destOrd="16" presId="urn:microsoft.com/office/officeart/2005/8/layout/vList2"/>
    <dgm:cxn modelId="{8F1BB440-FCE1-410A-833B-35AB93E1E2C9}" type="parOf" srcId="{A0DAAF04-7AA3-4F22-9190-45111789109B}" destId="{BCE0415A-EA7E-43E6-B296-E823DA52C3E7}" srcOrd="2" destOrd="0" parTransId="{6C02ED2E-FE65-49F0-A336-729CC8871527}" sibTransId="{D4C4395D-AE35-4042-ADF9-3FAD159F2FB1}"/>
    <dgm:cxn modelId="{01E1DA61-20FA-4656-B020-7182F6EA12FC}" type="parOf" srcId="{A0DAAF04-7AA3-4F22-9190-45111789109B}" destId="{0112AADC-B90B-4409-886C-74D8914FBA90}" srcOrd="18" destOrd="0" parTransId="{663FE461-EB55-422D-82D0-C92AFF7A0F6A}" sibTransId="{3F358168-077C-4822-934A-1E887F958ECA}"/>
    <dgm:cxn modelId="{44C05742-DB24-4C11-A5FC-3691F6D87F25}" type="presOf" srcId="{20AE0E32-10DD-47C1-96AD-AF530C66C69F}" destId="{07C4600B-39FA-46BA-A953-69A47F2CFAAA}" srcOrd="0" destOrd="4" presId="urn:microsoft.com/office/officeart/2005/8/layout/vList2"/>
    <dgm:cxn modelId="{DDC82E43-C7DD-40B2-956E-47F81491CDEC}" type="parOf" srcId="{901C6586-BCBD-4CE4-9830-89F1D9B4AE5F}" destId="{A0DAAF04-7AA3-4F22-9190-45111789109B}" srcOrd="2" destOrd="0" parTransId="{519D677F-6421-4B03-977C-6050410474A4}" sibTransId="{7DAEC203-3C7C-436D-AFE8-B885FB723D85}"/>
    <dgm:cxn modelId="{B85B8A65-27B7-4B4F-A48A-199B9D2E6D35}" type="parOf" srcId="{A0DAAF04-7AA3-4F22-9190-45111789109B}" destId="{32B6E68A-4A4F-4AD7-83CD-F8175BCBCA64}" srcOrd="24" destOrd="0" parTransId="{1C706831-F717-4F53-883B-B1360AA9AC7D}" sibTransId="{20BF1F8A-19B8-45CB-9B10-4160ABBE06C0}"/>
    <dgm:cxn modelId="{1D942A47-B72A-4E69-9500-4819B447EF64}" type="presOf" srcId="{FFB3B67C-1440-48A0-8A3C-215F535DAEB6}" destId="{2E63C274-9DA8-45B8-82CD-443D3F0D4117}" srcOrd="0" destOrd="0" presId="urn:microsoft.com/office/officeart/2005/8/layout/vList2"/>
    <dgm:cxn modelId="{CF367968-BFA9-4392-8289-98F406AAF0E8}" type="presOf" srcId="{C9A7F4F6-8A47-4ED0-AA4B-5FDE33E534D3}" destId="{07C4600B-39FA-46BA-A953-69A47F2CFAAA}" srcOrd="0" destOrd="15" presId="urn:microsoft.com/office/officeart/2005/8/layout/vList2"/>
    <dgm:cxn modelId="{707C5A6D-100E-4E3E-ADE7-9F59D266F887}" type="parOf" srcId="{A0DAAF04-7AA3-4F22-9190-45111789109B}" destId="{117ACEB7-010C-4DEB-B58D-581CB7427475}" srcOrd="12" destOrd="0" parTransId="{22A92083-BEF8-48AF-BB93-86E9154A27F3}" sibTransId="{E4541D56-2B87-4071-AF57-D565B29C9F5E}"/>
    <dgm:cxn modelId="{2AE79A6E-A8BB-4A3F-94E2-2A598D0C039A}" type="parOf" srcId="{A0DAAF04-7AA3-4F22-9190-45111789109B}" destId="{952BB327-7C1D-4E3A-B7EF-E38365B17D7F}" srcOrd="3" destOrd="0" parTransId="{B88E99E5-E93D-4B20-B245-67F822D41D0F}" sibTransId="{5D3A8F43-FEAF-4DD5-AA09-6CDA1232D4B2}"/>
    <dgm:cxn modelId="{117AA14E-48D4-46B9-822B-5A556FFF77CA}" type="parOf" srcId="{A0DAAF04-7AA3-4F22-9190-45111789109B}" destId="{E527CF90-2636-4A37-8562-22BB4FF1529E}" srcOrd="21" destOrd="0" parTransId="{03F896ED-7E3D-4360-9602-C2874C608373}" sibTransId="{9F4DEBA9-FB8F-481C-B471-857A83309FBC}"/>
    <dgm:cxn modelId="{E85AAB6E-C20C-473D-92F7-F58C239A6B04}" type="presOf" srcId="{E1B43E14-8216-4550-8E33-3EC59F2423CE}" destId="{07C4600B-39FA-46BA-A953-69A47F2CFAAA}" srcOrd="0" destOrd="20" presId="urn:microsoft.com/office/officeart/2005/8/layout/vList2"/>
    <dgm:cxn modelId="{6F86DF71-E338-416C-AD21-1179C10CB4BE}" type="presOf" srcId="{128D5B42-8B89-4AC7-8BAC-C8B3759D325E}" destId="{07C4600B-39FA-46BA-A953-69A47F2CFAAA}" srcOrd="0" destOrd="22" presId="urn:microsoft.com/office/officeart/2005/8/layout/vList2"/>
    <dgm:cxn modelId="{4A60E751-4FCD-40F1-98A8-9D1C5FC1DACE}" type="presOf" srcId="{D638AB69-7239-4385-87A9-010C4FF9B007}" destId="{07C4600B-39FA-46BA-A953-69A47F2CFAAA}" srcOrd="0" destOrd="10" presId="urn:microsoft.com/office/officeart/2005/8/layout/vList2"/>
    <dgm:cxn modelId="{06E14152-B839-4161-8FFE-8A65F019E372}" type="parOf" srcId="{A0DAAF04-7AA3-4F22-9190-45111789109B}" destId="{AB58BD59-636A-4FE6-A40D-0833FB603B00}" srcOrd="11" destOrd="0" parTransId="{5BBEDE51-F33E-4C9C-A8A2-A1A6827E7EE9}" sibTransId="{BCE0364A-BBB8-471B-8DC9-72865C561CFC}"/>
    <dgm:cxn modelId="{92914E75-873F-42EA-A5F7-4321FEDB6693}" type="presOf" srcId="{A432918B-338E-4857-9F62-37E85883726A}" destId="{07C4600B-39FA-46BA-A953-69A47F2CFAAA}" srcOrd="0" destOrd="7" presId="urn:microsoft.com/office/officeart/2005/8/layout/vList2"/>
    <dgm:cxn modelId="{17F79A79-44C1-4907-A6E6-38E034033BC8}" type="presOf" srcId="{BFB50813-E4F9-4251-A4BC-99F4EBDB6D0F}" destId="{07C4600B-39FA-46BA-A953-69A47F2CFAAA}" srcOrd="0" destOrd="5" presId="urn:microsoft.com/office/officeart/2005/8/layout/vList2"/>
    <dgm:cxn modelId="{39F3AB7B-8BCA-49DC-A047-1958789117F4}" type="presOf" srcId="{AB58BD59-636A-4FE6-A40D-0833FB603B00}" destId="{07C4600B-39FA-46BA-A953-69A47F2CFAAA}" srcOrd="0" destOrd="11" presId="urn:microsoft.com/office/officeart/2005/8/layout/vList2"/>
    <dgm:cxn modelId="{4D0E3B83-6833-441A-8118-96718D68C6AA}" type="parOf" srcId="{901C6586-BCBD-4CE4-9830-89F1D9B4AE5F}" destId="{6EA496EA-1116-4392-82B2-3ABB000E63A9}" srcOrd="1" destOrd="0" parTransId="{AF68B59F-D7C0-4C91-BEDC-861FD980CEAD}" sibTransId="{24950D9D-C797-4876-8F64-C13AC3960C8E}"/>
    <dgm:cxn modelId="{FAD3268B-E4F1-48AB-8C19-D586D836EA40}" type="presOf" srcId="{A0DAAF04-7AA3-4F22-9190-45111789109B}" destId="{920EF786-34AE-4CDF-83CF-7A159AE4B3C9}" srcOrd="0" destOrd="0" presId="urn:microsoft.com/office/officeart/2005/8/layout/vList2"/>
    <dgm:cxn modelId="{B58D2F93-4384-495D-89D7-8B664473065E}" type="presOf" srcId="{952BB327-7C1D-4E3A-B7EF-E38365B17D7F}" destId="{07C4600B-39FA-46BA-A953-69A47F2CFAAA}" srcOrd="0" destOrd="3" presId="urn:microsoft.com/office/officeart/2005/8/layout/vList2"/>
    <dgm:cxn modelId="{81AF73A0-4C43-4AE9-97B3-ED7379133625}" type="presOf" srcId="{9389B19E-1899-4F2C-82AB-0EB53E354BF4}" destId="{07C4600B-39FA-46BA-A953-69A47F2CFAAA}" srcOrd="0" destOrd="13" presId="urn:microsoft.com/office/officeart/2005/8/layout/vList2"/>
    <dgm:cxn modelId="{673BDFA4-A09E-4981-B65F-A1370197E0A5}" type="presOf" srcId="{52047BF9-A353-4F3C-A439-D96C407B9F0E}" destId="{07C4600B-39FA-46BA-A953-69A47F2CFAAA}" srcOrd="0" destOrd="1" presId="urn:microsoft.com/office/officeart/2005/8/layout/vList2"/>
    <dgm:cxn modelId="{0864A6AA-4B8A-498A-8B74-C94CAF5CA0AF}" type="presOf" srcId="{773A2A02-CD75-4BE2-9405-002E606E9995}" destId="{07C4600B-39FA-46BA-A953-69A47F2CFAAA}" srcOrd="0" destOrd="14" presId="urn:microsoft.com/office/officeart/2005/8/layout/vList2"/>
    <dgm:cxn modelId="{645FA0AB-BDD0-4742-8B33-A1B7474B039B}" type="presOf" srcId="{117ACEB7-010C-4DEB-B58D-581CB7427475}" destId="{07C4600B-39FA-46BA-A953-69A47F2CFAAA}" srcOrd="0" destOrd="12" presId="urn:microsoft.com/office/officeart/2005/8/layout/vList2"/>
    <dgm:cxn modelId="{A9E4B6AC-64A4-4B63-8725-EB5B8F752AED}" type="presOf" srcId="{BCE0415A-EA7E-43E6-B296-E823DA52C3E7}" destId="{07C4600B-39FA-46BA-A953-69A47F2CFAAA}" srcOrd="0" destOrd="2" presId="urn:microsoft.com/office/officeart/2005/8/layout/vList2"/>
    <dgm:cxn modelId="{E6FA5EAD-4AB5-4580-92AD-8DAA80755A0C}" type="presOf" srcId="{5844263D-2440-4798-B552-36A93B2AFAB1}" destId="{07C4600B-39FA-46BA-A953-69A47F2CFAAA}" srcOrd="0" destOrd="8" presId="urn:microsoft.com/office/officeart/2005/8/layout/vList2"/>
    <dgm:cxn modelId="{E572CAAE-71B4-4325-89E0-64FCDEA29C97}" type="parOf" srcId="{A0DAAF04-7AA3-4F22-9190-45111789109B}" destId="{52047BF9-A353-4F3C-A439-D96C407B9F0E}" srcOrd="1" destOrd="0" parTransId="{B2086C2B-74CC-4B35-B2BF-BCAE78CDA663}" sibTransId="{B3B0A022-0FFB-4040-B1DD-3816346EA22E}"/>
    <dgm:cxn modelId="{3CC53FB2-908B-4BCA-9F2D-36B4708A553E}" type="parOf" srcId="{A0DAAF04-7AA3-4F22-9190-45111789109B}" destId="{9BF0969C-9363-4AAE-AC35-B61B5CF042BC}" srcOrd="19" destOrd="0" parTransId="{71F35008-D55D-407F-ABDE-4B1DB123579C}" sibTransId="{EE5B4BDF-9393-4EE6-8B37-4F3CE75E9A52}"/>
    <dgm:cxn modelId="{07D75AB2-D22E-49BF-9A3B-78AE14B504CE}" type="presOf" srcId="{901C6586-BCBD-4CE4-9830-89F1D9B4AE5F}" destId="{87195878-9623-4A53-B73A-3510AE5062C5}" srcOrd="0" destOrd="0" presId="urn:microsoft.com/office/officeart/2005/8/layout/vList2"/>
    <dgm:cxn modelId="{3FA983B9-A930-4FF4-8E8C-98B7DCBB0293}" type="presOf" srcId="{3C9D5C68-6FCA-4A10-980A-33E11658865B}" destId="{07C4600B-39FA-46BA-A953-69A47F2CFAAA}" srcOrd="0" destOrd="9" presId="urn:microsoft.com/office/officeart/2005/8/layout/vList2"/>
    <dgm:cxn modelId="{FD660CBE-2CF5-42EC-8AF9-679D895F3C81}" type="parOf" srcId="{A0DAAF04-7AA3-4F22-9190-45111789109B}" destId="{C34A7D7A-9576-4FF6-A2D7-6570D2CE2B8A}" srcOrd="0" destOrd="0" parTransId="{B0B94145-BE76-470E-8FFD-BB60C4FCD4CA}" sibTransId="{07B86293-2F6E-4101-A11D-426BDDC0EA25}"/>
    <dgm:cxn modelId="{D9EF36C3-A46A-4E11-B4C0-6A628044D227}" type="parOf" srcId="{A0DAAF04-7AA3-4F22-9190-45111789109B}" destId="{BFB50813-E4F9-4251-A4BC-99F4EBDB6D0F}" srcOrd="5" destOrd="0" parTransId="{C09961B3-4796-43AE-96C7-E2854E4E95D7}" sibTransId="{FBA3D7A3-4780-4F1C-855F-2AD9D20B7032}"/>
    <dgm:cxn modelId="{B9487BC8-723F-4399-9032-A115D4BA276C}" type="presOf" srcId="{508B34B0-8822-4B9D-8509-C86242B3F0FC}" destId="{A04F6C91-AEBF-4847-980F-C23A5906DCBB}" srcOrd="0" destOrd="0" presId="urn:microsoft.com/office/officeart/2005/8/layout/vList2"/>
    <dgm:cxn modelId="{1243DCC8-42AD-49AA-93E8-F1C1AD188C30}" type="parOf" srcId="{A0DAAF04-7AA3-4F22-9190-45111789109B}" destId="{D638AB69-7239-4385-87A9-010C4FF9B007}" srcOrd="10" destOrd="0" parTransId="{3E83447B-1AB4-451A-A1A6-3ABD965CF691}" sibTransId="{2B2FE155-865C-4F6B-9B2B-8548AC163E2E}"/>
    <dgm:cxn modelId="{A96476CA-D1B5-44F9-9949-520AD7303805}" type="parOf" srcId="{A0DAAF04-7AA3-4F22-9190-45111789109B}" destId="{20AE0E32-10DD-47C1-96AD-AF530C66C69F}" srcOrd="4" destOrd="0" parTransId="{BAA467C5-10D8-403F-BA8D-BFCC130A425C}" sibTransId="{3EE5D31C-34CC-4DAD-B4C3-5DD3F7C41B85}"/>
    <dgm:cxn modelId="{1BF672CF-E1A3-4F5D-B648-482844D04C03}" type="parOf" srcId="{A0DAAF04-7AA3-4F22-9190-45111789109B}" destId="{3C9D5C68-6FCA-4A10-980A-33E11658865B}" srcOrd="9" destOrd="0" parTransId="{05C080D9-7998-4F50-8D45-825B25DCD512}" sibTransId="{D212E12E-385E-41E0-B53E-F948B797600D}"/>
    <dgm:cxn modelId="{7E7615D3-5325-4A3D-A3EE-317371958DB8}" type="presOf" srcId="{9BF0969C-9363-4AAE-AC35-B61B5CF042BC}" destId="{07C4600B-39FA-46BA-A953-69A47F2CFAAA}" srcOrd="0" destOrd="19" presId="urn:microsoft.com/office/officeart/2005/8/layout/vList2"/>
    <dgm:cxn modelId="{31835AD6-F378-469D-8CFC-50022F13F148}" type="presOf" srcId="{6EA496EA-1116-4392-82B2-3ABB000E63A9}" destId="{588B54E1-05A8-4440-8F0D-96AD752098A3}" srcOrd="0" destOrd="0" presId="urn:microsoft.com/office/officeart/2005/8/layout/vList2"/>
    <dgm:cxn modelId="{FC4E8ED7-220E-4BC1-B6AF-8ACEDACC20C0}" type="parOf" srcId="{A0DAAF04-7AA3-4F22-9190-45111789109B}" destId="{A41F902F-C66D-488A-8DD8-597A3019E2C7}" srcOrd="23" destOrd="0" parTransId="{88B6770A-755A-4722-B974-5093021C5A09}" sibTransId="{0F21C6AF-E34D-447C-89B5-ABEA023C79C6}"/>
    <dgm:cxn modelId="{5F11CBD9-5FBA-426E-9584-4988C06405BC}" type="parOf" srcId="{901C6586-BCBD-4CE4-9830-89F1D9B4AE5F}" destId="{FFB3B67C-1440-48A0-8A3C-215F535DAEB6}" srcOrd="0" destOrd="0" parTransId="{518085CE-D40D-4424-BF63-7CD1ED0A1257}" sibTransId="{DBE34E57-ADC3-4EFA-814C-31040430D082}"/>
    <dgm:cxn modelId="{3C0C2EE1-CEF1-4DDB-9409-3B6CF5B85AE9}" type="presOf" srcId="{8386D88B-396C-48A0-B8B3-DDC7DD755106}" destId="{07C4600B-39FA-46BA-A953-69A47F2CFAAA}" srcOrd="0" destOrd="6" presId="urn:microsoft.com/office/officeart/2005/8/layout/vList2"/>
    <dgm:cxn modelId="{6BB423E7-7D0D-4DC1-8275-8578E7F50C16}" type="presOf" srcId="{32B6E68A-4A4F-4AD7-83CD-F8175BCBCA64}" destId="{07C4600B-39FA-46BA-A953-69A47F2CFAAA}" srcOrd="0" destOrd="24" presId="urn:microsoft.com/office/officeart/2005/8/layout/vList2"/>
    <dgm:cxn modelId="{3471C0E8-EC31-4315-81C3-9929CFFE970F}" type="parOf" srcId="{A0DAAF04-7AA3-4F22-9190-45111789109B}" destId="{9389B19E-1899-4F2C-82AB-0EB53E354BF4}" srcOrd="13" destOrd="0" parTransId="{6E30DF53-89B9-4DAC-B9F2-249480BBA67D}" sibTransId="{B6B2617F-83E8-4A87-BC2F-863B0D9F1899}"/>
    <dgm:cxn modelId="{135D7BEA-3A80-4F09-A1FF-C9D11B398AFC}" type="parOf" srcId="{A0DAAF04-7AA3-4F22-9190-45111789109B}" destId="{A432918B-338E-4857-9F62-37E85883726A}" srcOrd="7" destOrd="0" parTransId="{69B13764-165B-40E4-9392-FE5D8D14CCBA}" sibTransId="{CB420957-73CE-4141-B49B-F6619252C1E5}"/>
    <dgm:cxn modelId="{C8E44EEB-8ABD-48A1-8A47-088DC6DB768E}" type="parOf" srcId="{A0DAAF04-7AA3-4F22-9190-45111789109B}" destId="{773A2A02-CD75-4BE2-9405-002E606E9995}" srcOrd="14" destOrd="0" parTransId="{A4631488-F0B1-491C-914F-76E4CF04B6E4}" sibTransId="{3E6D53D1-48DA-486A-8547-7350941664DC}"/>
    <dgm:cxn modelId="{239286EC-555D-470D-8B52-5B28D94D4E39}" type="presOf" srcId="{C34A7D7A-9576-4FF6-A2D7-6570D2CE2B8A}" destId="{07C4600B-39FA-46BA-A953-69A47F2CFAAA}" srcOrd="0" destOrd="0" presId="urn:microsoft.com/office/officeart/2005/8/layout/vList2"/>
    <dgm:cxn modelId="{161D42FF-2957-4609-B458-FFBBE2224410}" type="parOf" srcId="{A0DAAF04-7AA3-4F22-9190-45111789109B}" destId="{C9A7F4F6-8A47-4ED0-AA4B-5FDE33E534D3}" srcOrd="15" destOrd="0" parTransId="{496E119F-FF69-4EE8-9F83-6B154E7DDA22}" sibTransId="{43954DD8-D408-44E6-96BA-417CCEA76CA6}"/>
    <dgm:cxn modelId="{5B475918-8458-4E3F-8FDE-CBCDC36D4A12}" type="presParOf" srcId="{87195878-9623-4A53-B73A-3510AE5062C5}" destId="{2E63C274-9DA8-45B8-82CD-443D3F0D4117}" srcOrd="0" destOrd="0" presId="urn:microsoft.com/office/officeart/2005/8/layout/vList2"/>
    <dgm:cxn modelId="{027A12C7-1024-48CF-9DFB-75F634AC119C}" type="presParOf" srcId="{87195878-9623-4A53-B73A-3510AE5062C5}" destId="{0ED22298-B8E4-4CC6-A1C0-09FB0D12D12D}" srcOrd="1" destOrd="0" presId="urn:microsoft.com/office/officeart/2005/8/layout/vList2"/>
    <dgm:cxn modelId="{85AE3E9F-9EBC-4FDC-9CB9-946AC061D882}" type="presParOf" srcId="{87195878-9623-4A53-B73A-3510AE5062C5}" destId="{588B54E1-05A8-4440-8F0D-96AD752098A3}" srcOrd="2" destOrd="0" presId="urn:microsoft.com/office/officeart/2005/8/layout/vList2"/>
    <dgm:cxn modelId="{B994135C-0EC1-4EA0-98A0-C49DAD3B081D}" type="presParOf" srcId="{87195878-9623-4A53-B73A-3510AE5062C5}" destId="{9EB2A054-C719-46C0-9B55-010E4B78980E}" srcOrd="3" destOrd="0" presId="urn:microsoft.com/office/officeart/2005/8/layout/vList2"/>
    <dgm:cxn modelId="{E2906EFB-0CED-4A1A-AAF3-A07A3C15B7B3}" type="presParOf" srcId="{87195878-9623-4A53-B73A-3510AE5062C5}" destId="{920EF786-34AE-4CDF-83CF-7A159AE4B3C9}" srcOrd="4" destOrd="0" presId="urn:microsoft.com/office/officeart/2005/8/layout/vList2"/>
    <dgm:cxn modelId="{8FED8C11-F2BB-45D5-96CD-D9FE03C44E67}" type="presParOf" srcId="{87195878-9623-4A53-B73A-3510AE5062C5}" destId="{07C4600B-39FA-46BA-A953-69A47F2CFAAA}" srcOrd="5" destOrd="0" presId="urn:microsoft.com/office/officeart/2005/8/layout/vList2"/>
    <dgm:cxn modelId="{2318F9B4-15F5-44D3-BC47-52FC9C2DDABD}" type="presParOf" srcId="{87195878-9623-4A53-B73A-3510AE5062C5}" destId="{A04F6C91-AEBF-4847-980F-C23A5906DCBB}" srcOrd="6" destOrd="0" presId="urn:microsoft.com/office/officeart/2005/8/layout/vList2"/>
  </dgm:cxnLst>
  <dgm:bg>
    <a:solidFill>
      <a:schemeClr val="accent2"/>
    </a:solidFill>
  </dgm:bg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901C6586-BCBD-4CE4-9830-89F1D9B4AE5F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 phldr="1"/>
      <dgm:spPr bwMode="auto"/>
      <dgm:t>
        <a:bodyPr/>
        <a:lstStyle/>
        <a:p>
          <a:pPr>
            <a:defRPr/>
          </a:pPr>
          <a:endParaRPr lang="it-IT"/>
        </a:p>
      </dgm:t>
    </dgm:pt>
    <dgm:pt modelId="{FFB3B67C-1440-48A0-8A3C-215F535DAEB6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Pasta di semola di grano duro</a:t>
          </a:r>
          <a:endParaRPr/>
        </a:p>
      </dgm:t>
    </dgm:pt>
    <dgm:pt modelId="{518085CE-D40D-4424-BF63-7CD1ED0A1257}" type="parTrans" cxnId="{5F11CBD9-5FBA-426E-9584-4988C06405B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DBE34E57-ADC3-4EFA-814C-31040430D082}" type="sibTrans" cxnId="{5F11CBD9-5FBA-426E-9584-4988C06405B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6EA496EA-1116-4392-82B2-3ABB000E63A9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Sale</a:t>
          </a:r>
          <a:endParaRPr/>
        </a:p>
      </dgm:t>
    </dgm:pt>
    <dgm:pt modelId="{AF68B59F-D7C0-4C91-BEDC-861FD980CEAD}" type="parTrans" cxnId="{4D0E3B83-6833-441A-8118-96718D68C6AA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24950D9D-C797-4876-8F64-C13AC3960C8E}" type="sibTrans" cxnId="{4D0E3B83-6833-441A-8118-96718D68C6AA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A0DAAF04-7AA3-4F22-9190-45111789109B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Tuorlo d’uovo di gallina</a:t>
          </a:r>
          <a:endParaRPr/>
        </a:p>
      </dgm:t>
    </dgm:pt>
    <dgm:pt modelId="{519D677F-6421-4B03-977C-6050410474A4}" type="parTrans" cxnId="{DDC82E43-C7DD-40B2-956E-47F81491CDE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7DAEC203-3C7C-436D-AFE8-B885FB723D85}" type="sibTrans" cxnId="{DDC82E43-C7DD-40B2-956E-47F81491CDE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73AC3690-75D5-41BB-9A06-C03A7F64BBF2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Guanciale (cotto)</a:t>
          </a:r>
          <a:endParaRPr/>
        </a:p>
      </dgm:t>
    </dgm:pt>
    <dgm:pt modelId="{A4521E31-F3AC-4493-9A35-5127AC507B4C}" type="parTrans" cxnId="{608F240C-6D31-4EC2-9A0B-44786FB0CFC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2635728D-9B92-4EB1-8DB0-A0DA76CA87F1}" type="sibTrans" cxnId="{608F240C-6D31-4EC2-9A0B-44786FB0CFC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D97B27A1-5A4D-4301-8556-F5EAABCCE635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Pecorino Romano</a:t>
          </a:r>
          <a:endParaRPr/>
        </a:p>
      </dgm:t>
    </dgm:pt>
    <dgm:pt modelId="{BB6EFE5A-55CD-474F-8C7E-F27622450C45}" type="parTrans" cxnId="{B1F385A6-FE47-4AB4-96E8-EFCE0CA60E3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F4007C5F-1DBD-402D-B72E-37ADD6DC429A}" type="sibTrans" cxnId="{B1F385A6-FE47-4AB4-96E8-EFCE0CA60E3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04BE9AEC-4552-474D-B071-212C041E0A84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Pepe</a:t>
          </a:r>
          <a:endParaRPr/>
        </a:p>
      </dgm:t>
    </dgm:pt>
    <dgm:pt modelId="{3CD93CC9-3E9F-4F4B-9788-E7167ABD90EA}" type="parTrans" cxnId="{DD17C3E7-9C5D-4FA0-9035-99B3043CF77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6DF7C04D-DC26-4403-B017-3946977266C3}" type="sibTrans" cxnId="{DD17C3E7-9C5D-4FA0-9035-99B3043CF77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508B34B0-8822-4B9D-8509-C86242B3F0FC}" type="node">
      <dgm:prSet phldrT="[Testo]" custT="1"/>
      <dgm:spPr bwMode="auto"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>
            <a:defRPr/>
          </a:pPr>
          <a:r>
            <a:rPr lang="it-IT" sz="1200" b="1">
              <a:solidFill>
                <a:schemeClr val="accent2">
                  <a:lumMod val="50000"/>
                </a:schemeClr>
              </a:solidFill>
            </a:rPr>
            <a:t>+ Aggiungi ingrediente</a:t>
          </a:r>
          <a:endParaRPr/>
        </a:p>
      </dgm:t>
    </dgm:pt>
    <dgm:pt modelId="{EAFBB4BE-EB34-4DE9-B37A-E90832B60FFA}" type="parTrans" cxnId="{B7E32D36-B923-43E1-B2CE-694DD99F3081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46A9A74D-28EB-459B-B131-E8A65D94C2ED}" type="sibTrans" cxnId="{B7E32D36-B923-43E1-B2CE-694DD99F3081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F0C0F86B-80BD-4520-9E83-6DC0219129D8}" type="node">
      <dgm:prSet phldrT="[Testo]" custT="1"/>
      <dgm:spPr bwMode="auto">
        <a:noFill/>
        <a:ln>
          <a:noFill/>
        </a:ln>
      </dgm:spPr>
      <dgm:t>
        <a:bodyPr/>
        <a:lstStyle/>
        <a:p>
          <a:pPr>
            <a:defRPr/>
          </a:pPr>
          <a:endParaRPr lang="it-IT" sz="1400"/>
        </a:p>
      </dgm:t>
    </dgm:pt>
    <dgm:pt modelId="{44D45EBF-5242-4CF5-A5A8-AFAF60963F21}" type="parTrans" cxnId="{CFC94C55-EB71-4B8A-A7FA-9C147C383FD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C995CE2-13AC-4CE2-AAC5-1607B79F7671}" type="sibTrans" cxnId="{CFC94C55-EB71-4B8A-A7FA-9C147C383FD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652193C-1628-4C0E-B5A7-BC01F5A15199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16E18BA-6997-4308-8595-2ABD5F716B04}" type="parTrans" cxnId="{AE973A5B-F97E-42BF-A08E-D4B7EDB8DC8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FE3BF33-8D9F-4796-965B-3521F5B590E9}" type="sibTrans" cxnId="{AE973A5B-F97E-42BF-A08E-D4B7EDB8DC8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B7537CF-254E-4683-88E0-15B5AC4525D1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C1C36E8-BCD2-44DC-BA2F-6CE86D49097E}" type="parTrans" cxnId="{63A1F80B-4FE5-44B6-AB9D-7CC620D0CEFD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FA58463C-1AF2-4D42-B86C-81BEFB42402D}" type="sibTrans" cxnId="{63A1F80B-4FE5-44B6-AB9D-7CC620D0CEFD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1994E72-8066-4A33-9CF0-BDC3BFED4B91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0B54F88-967B-4495-A296-0196625F8678}" type="parTrans" cxnId="{39D58A2D-9B32-481C-A133-05607B8D751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1DBF7EF-35D0-43D2-993E-83A013278857}" type="sibTrans" cxnId="{39D58A2D-9B32-481C-A133-05607B8D751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CCF1C336-351A-4986-8966-7334DAD19C58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F3FDFDB-28D8-441A-95DB-FBAEEF23CCF9}" type="parTrans" cxnId="{10A12EA6-BA59-48C5-9067-97E7AC23BB46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5F2E657-D8BE-409C-8503-980B9C48BDAC}" type="sibTrans" cxnId="{10A12EA6-BA59-48C5-9067-97E7AC23BB46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EF8C836-5809-4119-98F0-335893544027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086C1C3-793F-4C05-8BA3-B2FC14418D50}" type="parTrans" cxnId="{97B62132-225D-423B-9CF7-95D091B6AEC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1DF8A1A-87A4-4EFD-8026-AF72443C6C50}" type="sibTrans" cxnId="{97B62132-225D-423B-9CF7-95D091B6AEC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CE436C1-5497-4887-A29F-133ED153DBC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CFC12FF-E221-4CCE-BEB2-84BB792B6D21}" type="parTrans" cxnId="{7A1CC611-18BB-46A5-AC29-50ECD316701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547FCED-3454-4B91-9844-7B6987389CD8}" type="sibTrans" cxnId="{7A1CC611-18BB-46A5-AC29-50ECD316701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FFE4DFC2-83E3-4B88-8AA1-C916996E5F7B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E4834AA-6831-4C05-8916-8D82BEAE1FE8}" type="parTrans" cxnId="{E7E93ECF-F918-4024-BD3A-A12D6C61E8D6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784081E-86D0-433D-B238-1E93EE868D2E}" type="sibTrans" cxnId="{E7E93ECF-F918-4024-BD3A-A12D6C61E8D6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2B6E68A-4A4F-4AD7-83CD-F8175BCBCA64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C706831-F717-4F53-883B-B1360AA9AC7D}" type="parTrans" cxnId="{B85B8A65-27B7-4B4F-A48A-199B9D2E6D3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0BF1F8A-19B8-45CB-9B10-4160ABBE06C0}" type="sibTrans" cxnId="{B85B8A65-27B7-4B4F-A48A-199B9D2E6D3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7195878-9623-4A53-B73A-3510AE5062C5}" type="pres">
      <dgm:prSet presAssocID="{901C6586-BCBD-4CE4-9830-89F1D9B4AE5F}" presName="linear" presStyleCnt="0">
        <dgm:presLayoutVars>
          <dgm:animLvl val="lvl"/>
          <dgm:resizeHandles val="exact"/>
        </dgm:presLayoutVars>
      </dgm:prSet>
      <dgm:spPr bwMode="auto"/>
    </dgm:pt>
    <dgm:pt modelId="{2E63C274-9DA8-45B8-82CD-443D3F0D4117}" type="pres">
      <dgm:prSet custLinFactNeighborX="-2184" custLinFactNeighborY="-100000" custLinFactY="-68734" presAssocID="{FFB3B67C-1440-48A0-8A3C-215F535DAEB6}" presName="parentText" presStyleLbl="node1" presStyleIdx="0" presStyleCnt="8">
        <dgm:presLayoutVars>
          <dgm:chMax val="0"/>
          <dgm:bulletEnabled val="1"/>
        </dgm:presLayoutVars>
      </dgm:prSet>
      <dgm:spPr bwMode="auto"/>
    </dgm:pt>
    <dgm:pt modelId="{0ED22298-B8E4-4CC6-A1C0-09FB0D12D12D}" type="pres">
      <dgm:prSet presAssocID="{DBE34E57-ADC3-4EFA-814C-31040430D082}" presName="spacer" presStyleCnt="0"/>
      <dgm:spPr bwMode="auto"/>
    </dgm:pt>
    <dgm:pt modelId="{588B54E1-05A8-4440-8F0D-96AD752098A3}" type="pres">
      <dgm:prSet presAssocID="{6EA496EA-1116-4392-82B2-3ABB000E63A9}" presName="parentText" presStyleLbl="node1" presStyleIdx="1" presStyleCnt="8">
        <dgm:presLayoutVars>
          <dgm:chMax val="0"/>
          <dgm:bulletEnabled val="1"/>
        </dgm:presLayoutVars>
      </dgm:prSet>
      <dgm:spPr bwMode="auto"/>
    </dgm:pt>
    <dgm:pt modelId="{9EB2A054-C719-46C0-9B55-010E4B78980E}" type="pres">
      <dgm:prSet presAssocID="{24950D9D-C797-4876-8F64-C13AC3960C8E}" presName="spacer" presStyleCnt="0"/>
      <dgm:spPr bwMode="auto"/>
    </dgm:pt>
    <dgm:pt modelId="{920EF786-34AE-4CDF-83CF-7A159AE4B3C9}" type="pres">
      <dgm:prSet presAssocID="{A0DAAF04-7AA3-4F22-9190-45111789109B}" presName="parentText" presStyleLbl="node1" presStyleIdx="2" presStyleCnt="8">
        <dgm:presLayoutVars>
          <dgm:chMax val="0"/>
          <dgm:bulletEnabled val="1"/>
        </dgm:presLayoutVars>
      </dgm:prSet>
      <dgm:spPr bwMode="auto"/>
    </dgm:pt>
    <dgm:pt modelId="{2E27A52A-8957-471F-AA16-F337D37061A8}" type="pres">
      <dgm:prSet presAssocID="{7DAEC203-3C7C-436D-AFE8-B885FB723D85}" presName="spacer" presStyleCnt="0"/>
      <dgm:spPr bwMode="auto"/>
    </dgm:pt>
    <dgm:pt modelId="{60CFC448-A2E9-471D-B823-5CCB0A6A8936}" type="pres">
      <dgm:prSet presAssocID="{73AC3690-75D5-41BB-9A06-C03A7F64BBF2}" presName="parentText" presStyleLbl="node1" presStyleIdx="3" presStyleCnt="8">
        <dgm:presLayoutVars>
          <dgm:chMax val="0"/>
          <dgm:bulletEnabled val="1"/>
        </dgm:presLayoutVars>
      </dgm:prSet>
      <dgm:spPr bwMode="auto"/>
    </dgm:pt>
    <dgm:pt modelId="{0BC88EDA-9496-41A5-A1CB-3951BE1A3A94}" type="pres">
      <dgm:prSet presAssocID="{2635728D-9B92-4EB1-8DB0-A0DA76CA87F1}" presName="spacer" presStyleCnt="0"/>
      <dgm:spPr bwMode="auto"/>
    </dgm:pt>
    <dgm:pt modelId="{99CE9A2F-1CEC-4ABF-B168-15D47293304F}" type="pres">
      <dgm:prSet presAssocID="{D97B27A1-5A4D-4301-8556-F5EAABCCE635}" presName="parentText" presStyleLbl="node1" presStyleIdx="4" presStyleCnt="8">
        <dgm:presLayoutVars>
          <dgm:chMax val="0"/>
          <dgm:bulletEnabled val="1"/>
        </dgm:presLayoutVars>
      </dgm:prSet>
      <dgm:spPr bwMode="auto"/>
    </dgm:pt>
    <dgm:pt modelId="{98426BBA-1F64-4AFA-8957-D78168382DF4}" type="pres">
      <dgm:prSet presAssocID="{F4007C5F-1DBD-402D-B72E-37ADD6DC429A}" presName="spacer" presStyleCnt="0"/>
      <dgm:spPr bwMode="auto"/>
    </dgm:pt>
    <dgm:pt modelId="{EFDFAC03-7954-429E-A62B-58C691FD5CEA}" type="pres">
      <dgm:prSet presAssocID="{04BE9AEC-4552-474D-B071-212C041E0A84}" presName="parentText" presStyleLbl="node1" presStyleIdx="5" presStyleCnt="8">
        <dgm:presLayoutVars>
          <dgm:chMax val="0"/>
          <dgm:bulletEnabled val="1"/>
        </dgm:presLayoutVars>
      </dgm:prSet>
      <dgm:spPr bwMode="auto"/>
    </dgm:pt>
    <dgm:pt modelId="{6A65C1F9-B100-46A8-9C4E-C0AD1F6897D8}" type="pres">
      <dgm:prSet presAssocID="{04BE9AEC-4552-474D-B071-212C041E0A84}" presName="childText" presStyleLbl="revTx" presStyleIdx="0" presStyleCnt="1">
        <dgm:presLayoutVars>
          <dgm:bulletEnabled val="1"/>
        </dgm:presLayoutVars>
      </dgm:prSet>
      <dgm:spPr bwMode="auto"/>
    </dgm:pt>
    <dgm:pt modelId="{924A46D7-53D3-4C2B-A0D4-9593D2A096BF}" type="pres">
      <dgm:prSet presAssocID="{F0C0F86B-80BD-4520-9E83-6DC0219129D8}" presName="parentText" presStyleLbl="node1" presStyleIdx="6" presStyleCnt="8">
        <dgm:presLayoutVars>
          <dgm:chMax val="0"/>
          <dgm:bulletEnabled val="1"/>
        </dgm:presLayoutVars>
      </dgm:prSet>
      <dgm:spPr bwMode="auto"/>
    </dgm:pt>
    <dgm:pt modelId="{32B0200A-C088-4154-AC6B-FBD63EA3629B}" type="pres">
      <dgm:prSet presAssocID="{DC995CE2-13AC-4CE2-AAC5-1607B79F7671}" presName="spacer" presStyleCnt="0"/>
      <dgm:spPr bwMode="auto"/>
    </dgm:pt>
    <dgm:pt modelId="{A04F6C91-AEBF-4847-980F-C23A5906DCBB}" type="pres">
      <dgm:prSet custLinFactNeighborX="745" custLinFactNeighborY="200000" custLinFactY="140631" presAssocID="{508B34B0-8822-4B9D-8509-C86242B3F0FC}" presName="parentText" presStyleLbl="node1" presStyleIdx="7" presStyleCnt="8">
        <dgm:presLayoutVars>
          <dgm:chMax val="0"/>
          <dgm:bulletEnabled val="1"/>
        </dgm:presLayoutVars>
      </dgm:prSet>
      <dgm:spPr bwMode="auto"/>
    </dgm:pt>
  </dgm:ptLst>
  <dgm:cxnLst>
    <dgm:cxn modelId="{BB1F0707-D578-4BED-98B6-C211E6F07870}" type="presOf" srcId="{0CE436C1-5497-4887-A29F-133ED153DBCE}" destId="{6A65C1F9-B100-46A8-9C4E-C0AD1F6897D8}" srcOrd="0" destOrd="5" presId="urn:microsoft.com/office/officeart/2005/8/layout/vList2"/>
    <dgm:cxn modelId="{63A1F80B-4FE5-44B6-AB9D-7CC620D0CEFD}" type="parOf" srcId="{04BE9AEC-4552-474D-B071-212C041E0A84}" destId="{1B7537CF-254E-4683-88E0-15B5AC4525D1}" srcOrd="1" destOrd="0" parTransId="{7C1C36E8-BCD2-44DC-BA2F-6CE86D49097E}" sibTransId="{FA58463C-1AF2-4D42-B86C-81BEFB42402D}"/>
    <dgm:cxn modelId="{608F240C-6D31-4EC2-9A0B-44786FB0CFC9}" type="parOf" srcId="{901C6586-BCBD-4CE4-9830-89F1D9B4AE5F}" destId="{73AC3690-75D5-41BB-9A06-C03A7F64BBF2}" srcOrd="3" destOrd="0" parTransId="{A4521E31-F3AC-4493-9A35-5127AC507B4C}" sibTransId="{2635728D-9B92-4EB1-8DB0-A0DA76CA87F1}"/>
    <dgm:cxn modelId="{7A1CC611-18BB-46A5-AC29-50ECD3167017}" type="parOf" srcId="{04BE9AEC-4552-474D-B071-212C041E0A84}" destId="{0CE436C1-5497-4887-A29F-133ED153DBCE}" srcOrd="5" destOrd="0" parTransId="{6CFC12FF-E221-4CCE-BEB2-84BB792B6D21}" sibTransId="{E547FCED-3454-4B91-9844-7B6987389CD8}"/>
    <dgm:cxn modelId="{39D58A2D-9B32-481C-A133-05607B8D751C}" type="parOf" srcId="{04BE9AEC-4552-474D-B071-212C041E0A84}" destId="{81994E72-8066-4A33-9CF0-BDC3BFED4B91}" srcOrd="2" destOrd="0" parTransId="{B0B54F88-967B-4495-A296-0196625F8678}" sibTransId="{E1DBF7EF-35D0-43D2-993E-83A013278857}"/>
    <dgm:cxn modelId="{80B23730-46B5-4DC6-B88C-69C8BAA2CE9F}" type="presOf" srcId="{F0C0F86B-80BD-4520-9E83-6DC0219129D8}" destId="{924A46D7-53D3-4C2B-A0D4-9593D2A096BF}" srcOrd="0" destOrd="0" presId="urn:microsoft.com/office/officeart/2005/8/layout/vList2"/>
    <dgm:cxn modelId="{97B62132-225D-423B-9CF7-95D091B6AEC1}" type="parOf" srcId="{04BE9AEC-4552-474D-B071-212C041E0A84}" destId="{6EF8C836-5809-4119-98F0-335893544027}" srcOrd="4" destOrd="0" parTransId="{B086C1C3-793F-4C05-8BA3-B2FC14418D50}" sibTransId="{31DF8A1A-87A4-4EFD-8026-AF72443C6C50}"/>
    <dgm:cxn modelId="{B7E32D36-B923-43E1-B2CE-694DD99F3081}" type="parOf" srcId="{901C6586-BCBD-4CE4-9830-89F1D9B4AE5F}" destId="{508B34B0-8822-4B9D-8509-C86242B3F0FC}" srcOrd="7" destOrd="0" parTransId="{EAFBB4BE-EB34-4DE9-B37A-E90832B60FFA}" sibTransId="{46A9A74D-28EB-459B-B131-E8A65D94C2ED}"/>
    <dgm:cxn modelId="{AE973A5B-F97E-42BF-A08E-D4B7EDB8DC8A}" type="parOf" srcId="{04BE9AEC-4552-474D-B071-212C041E0A84}" destId="{2652193C-1628-4C0E-B5A7-BC01F5A15199}" srcOrd="0" destOrd="0" parTransId="{716E18BA-6997-4308-8595-2ABD5F716B04}" sibTransId="{8FE3BF33-8D9F-4796-965B-3521F5B590E9}"/>
    <dgm:cxn modelId="{8E5BB860-61D0-46E3-B9BC-2E3ABBA3BA72}" type="presOf" srcId="{FFE4DFC2-83E3-4B88-8AA1-C916996E5F7B}" destId="{6A65C1F9-B100-46A8-9C4E-C0AD1F6897D8}" srcOrd="0" destOrd="6" presId="urn:microsoft.com/office/officeart/2005/8/layout/vList2"/>
    <dgm:cxn modelId="{51219D41-94E6-4691-814E-FF6B39A29AF0}" type="presOf" srcId="{2652193C-1628-4C0E-B5A7-BC01F5A15199}" destId="{6A65C1F9-B100-46A8-9C4E-C0AD1F6897D8}" srcOrd="0" destOrd="0" presId="urn:microsoft.com/office/officeart/2005/8/layout/vList2"/>
    <dgm:cxn modelId="{DDC82E43-C7DD-40B2-956E-47F81491CDEC}" type="parOf" srcId="{901C6586-BCBD-4CE4-9830-89F1D9B4AE5F}" destId="{A0DAAF04-7AA3-4F22-9190-45111789109B}" srcOrd="2" destOrd="0" parTransId="{519D677F-6421-4B03-977C-6050410474A4}" sibTransId="{7DAEC203-3C7C-436D-AFE8-B885FB723D85}"/>
    <dgm:cxn modelId="{B85B8A65-27B7-4B4F-A48A-199B9D2E6D35}" type="parOf" srcId="{04BE9AEC-4552-474D-B071-212C041E0A84}" destId="{32B6E68A-4A4F-4AD7-83CD-F8175BCBCA64}" srcOrd="7" destOrd="0" parTransId="{1C706831-F717-4F53-883B-B1360AA9AC7D}" sibTransId="{20BF1F8A-19B8-45CB-9B10-4160ABBE06C0}"/>
    <dgm:cxn modelId="{EC8C6746-808B-47C7-8480-64BCD1E94515}" type="presOf" srcId="{04BE9AEC-4552-474D-B071-212C041E0A84}" destId="{EFDFAC03-7954-429E-A62B-58C691FD5CEA}" srcOrd="0" destOrd="0" presId="urn:microsoft.com/office/officeart/2005/8/layout/vList2"/>
    <dgm:cxn modelId="{1D942A47-B72A-4E69-9500-4819B447EF64}" type="presOf" srcId="{FFB3B67C-1440-48A0-8A3C-215F535DAEB6}" destId="{2E63C274-9DA8-45B8-82CD-443D3F0D4117}" srcOrd="0" destOrd="0" presId="urn:microsoft.com/office/officeart/2005/8/layout/vList2"/>
    <dgm:cxn modelId="{CFC94C55-EB71-4B8A-A7FA-9C147C383FD1}" type="parOf" srcId="{901C6586-BCBD-4CE4-9830-89F1D9B4AE5F}" destId="{F0C0F86B-80BD-4520-9E83-6DC0219129D8}" srcOrd="6" destOrd="0" parTransId="{44D45EBF-5242-4CF5-A5A8-AFAF60963F21}" sibTransId="{DC995CE2-13AC-4CE2-AAC5-1607B79F7671}"/>
    <dgm:cxn modelId="{4D0E3B83-6833-441A-8118-96718D68C6AA}" type="parOf" srcId="{901C6586-BCBD-4CE4-9830-89F1D9B4AE5F}" destId="{6EA496EA-1116-4392-82B2-3ABB000E63A9}" srcOrd="1" destOrd="0" parTransId="{AF68B59F-D7C0-4C91-BEDC-861FD980CEAD}" sibTransId="{24950D9D-C797-4876-8F64-C13AC3960C8E}"/>
    <dgm:cxn modelId="{FAD3268B-E4F1-48AB-8C19-D586D836EA40}" type="presOf" srcId="{A0DAAF04-7AA3-4F22-9190-45111789109B}" destId="{920EF786-34AE-4CDF-83CF-7A159AE4B3C9}" srcOrd="0" destOrd="0" presId="urn:microsoft.com/office/officeart/2005/8/layout/vList2"/>
    <dgm:cxn modelId="{FC89439E-1552-46F2-8777-1A8BC6AE4F45}" type="presOf" srcId="{6EF8C836-5809-4119-98F0-335893544027}" destId="{6A65C1F9-B100-46A8-9C4E-C0AD1F6897D8}" srcOrd="0" destOrd="4" presId="urn:microsoft.com/office/officeart/2005/8/layout/vList2"/>
    <dgm:cxn modelId="{10A12EA6-BA59-48C5-9067-97E7AC23BB46}" type="parOf" srcId="{04BE9AEC-4552-474D-B071-212C041E0A84}" destId="{CCF1C336-351A-4986-8966-7334DAD19C58}" srcOrd="3" destOrd="0" parTransId="{0F3FDFDB-28D8-441A-95DB-FBAEEF23CCF9}" sibTransId="{45F2E657-D8BE-409C-8503-980B9C48BDAC}"/>
    <dgm:cxn modelId="{B1F385A6-FE47-4AB4-96E8-EFCE0CA60E39}" type="parOf" srcId="{901C6586-BCBD-4CE4-9830-89F1D9B4AE5F}" destId="{D97B27A1-5A4D-4301-8556-F5EAABCCE635}" srcOrd="4" destOrd="0" parTransId="{BB6EFE5A-55CD-474F-8C7E-F27622450C45}" sibTransId="{F4007C5F-1DBD-402D-B72E-37ADD6DC429A}"/>
    <dgm:cxn modelId="{07D75AB2-D22E-49BF-9A3B-78AE14B504CE}" type="presOf" srcId="{901C6586-BCBD-4CE4-9830-89F1D9B4AE5F}" destId="{87195878-9623-4A53-B73A-3510AE5062C5}" srcOrd="0" destOrd="0" presId="urn:microsoft.com/office/officeart/2005/8/layout/vList2"/>
    <dgm:cxn modelId="{4CF470B3-41B6-4B42-AC9D-A70FAF68B449}" type="presOf" srcId="{CCF1C336-351A-4986-8966-7334DAD19C58}" destId="{6A65C1F9-B100-46A8-9C4E-C0AD1F6897D8}" srcOrd="0" destOrd="3" presId="urn:microsoft.com/office/officeart/2005/8/layout/vList2"/>
    <dgm:cxn modelId="{827569BF-6414-44BA-9C08-F4811FA8B7B8}" type="presOf" srcId="{73AC3690-75D5-41BB-9A06-C03A7F64BBF2}" destId="{60CFC448-A2E9-471D-B823-5CCB0A6A8936}" srcOrd="0" destOrd="0" presId="urn:microsoft.com/office/officeart/2005/8/layout/vList2"/>
    <dgm:cxn modelId="{B9487BC8-723F-4399-9032-A115D4BA276C}" type="presOf" srcId="{508B34B0-8822-4B9D-8509-C86242B3F0FC}" destId="{A04F6C91-AEBF-4847-980F-C23A5906DCBB}" srcOrd="0" destOrd="0" presId="urn:microsoft.com/office/officeart/2005/8/layout/vList2"/>
    <dgm:cxn modelId="{E7E93ECF-F918-4024-BD3A-A12D6C61E8D6}" type="parOf" srcId="{04BE9AEC-4552-474D-B071-212C041E0A84}" destId="{FFE4DFC2-83E3-4B88-8AA1-C916996E5F7B}" srcOrd="6" destOrd="0" parTransId="{1E4834AA-6831-4C05-8916-8D82BEAE1FE8}" sibTransId="{7784081E-86D0-433D-B238-1E93EE868D2E}"/>
    <dgm:cxn modelId="{31835AD6-F378-469D-8CFC-50022F13F148}" type="presOf" srcId="{6EA496EA-1116-4392-82B2-3ABB000E63A9}" destId="{588B54E1-05A8-4440-8F0D-96AD752098A3}" srcOrd="0" destOrd="0" presId="urn:microsoft.com/office/officeart/2005/8/layout/vList2"/>
    <dgm:cxn modelId="{5F11CBD9-5FBA-426E-9584-4988C06405BC}" type="parOf" srcId="{901C6586-BCBD-4CE4-9830-89F1D9B4AE5F}" destId="{FFB3B67C-1440-48A0-8A3C-215F535DAEB6}" srcOrd="0" destOrd="0" parTransId="{518085CE-D40D-4424-BF63-7CD1ED0A1257}" sibTransId="{DBE34E57-ADC3-4EFA-814C-31040430D082}"/>
    <dgm:cxn modelId="{0574F8D9-6724-4C38-A8B7-67928FF56A92}" type="presOf" srcId="{1B7537CF-254E-4683-88E0-15B5AC4525D1}" destId="{6A65C1F9-B100-46A8-9C4E-C0AD1F6897D8}" srcOrd="0" destOrd="1" presId="urn:microsoft.com/office/officeart/2005/8/layout/vList2"/>
    <dgm:cxn modelId="{1F7D7ADB-BC6B-4821-8390-EED4BFAE4065}" type="presOf" srcId="{D97B27A1-5A4D-4301-8556-F5EAABCCE635}" destId="{99CE9A2F-1CEC-4ABF-B168-15D47293304F}" srcOrd="0" destOrd="0" presId="urn:microsoft.com/office/officeart/2005/8/layout/vList2"/>
    <dgm:cxn modelId="{98AB5AE7-2320-4DEC-9822-EA4B08DACCC3}" type="presOf" srcId="{32B6E68A-4A4F-4AD7-83CD-F8175BCBCA64}" destId="{6A65C1F9-B100-46A8-9C4E-C0AD1F6897D8}" srcOrd="0" destOrd="7" presId="urn:microsoft.com/office/officeart/2005/8/layout/vList2"/>
    <dgm:cxn modelId="{DD17C3E7-9C5D-4FA0-9035-99B3043CF779}" type="parOf" srcId="{901C6586-BCBD-4CE4-9830-89F1D9B4AE5F}" destId="{04BE9AEC-4552-474D-B071-212C041E0A84}" srcOrd="5" destOrd="0" parTransId="{3CD93CC9-3E9F-4F4B-9788-E7167ABD90EA}" sibTransId="{6DF7C04D-DC26-4403-B017-3946977266C3}"/>
    <dgm:cxn modelId="{4AF856F7-A575-4582-B33C-F101922D292C}" type="presOf" srcId="{81994E72-8066-4A33-9CF0-BDC3BFED4B91}" destId="{6A65C1F9-B100-46A8-9C4E-C0AD1F6897D8}" srcOrd="0" destOrd="2" presId="urn:microsoft.com/office/officeart/2005/8/layout/vList2"/>
    <dgm:cxn modelId="{5B475918-8458-4E3F-8FDE-CBCDC36D4A12}" type="presParOf" srcId="{87195878-9623-4A53-B73A-3510AE5062C5}" destId="{2E63C274-9DA8-45B8-82CD-443D3F0D4117}" srcOrd="0" destOrd="0" presId="urn:microsoft.com/office/officeart/2005/8/layout/vList2"/>
    <dgm:cxn modelId="{027A12C7-1024-48CF-9DFB-75F634AC119C}" type="presParOf" srcId="{87195878-9623-4A53-B73A-3510AE5062C5}" destId="{0ED22298-B8E4-4CC6-A1C0-09FB0D12D12D}" srcOrd="1" destOrd="0" presId="urn:microsoft.com/office/officeart/2005/8/layout/vList2"/>
    <dgm:cxn modelId="{85AE3E9F-9EBC-4FDC-9CB9-946AC061D882}" type="presParOf" srcId="{87195878-9623-4A53-B73A-3510AE5062C5}" destId="{588B54E1-05A8-4440-8F0D-96AD752098A3}" srcOrd="2" destOrd="0" presId="urn:microsoft.com/office/officeart/2005/8/layout/vList2"/>
    <dgm:cxn modelId="{B994135C-0EC1-4EA0-98A0-C49DAD3B081D}" type="presParOf" srcId="{87195878-9623-4A53-B73A-3510AE5062C5}" destId="{9EB2A054-C719-46C0-9B55-010E4B78980E}" srcOrd="3" destOrd="0" presId="urn:microsoft.com/office/officeart/2005/8/layout/vList2"/>
    <dgm:cxn modelId="{E2906EFB-0CED-4A1A-AAF3-A07A3C15B7B3}" type="presParOf" srcId="{87195878-9623-4A53-B73A-3510AE5062C5}" destId="{920EF786-34AE-4CDF-83CF-7A159AE4B3C9}" srcOrd="4" destOrd="0" presId="urn:microsoft.com/office/officeart/2005/8/layout/vList2"/>
    <dgm:cxn modelId="{31E9E98B-E835-44FA-8048-6910B8C6C9CB}" type="presParOf" srcId="{87195878-9623-4A53-B73A-3510AE5062C5}" destId="{2E27A52A-8957-471F-AA16-F337D37061A8}" srcOrd="5" destOrd="0" presId="urn:microsoft.com/office/officeart/2005/8/layout/vList2"/>
    <dgm:cxn modelId="{87687FE9-9F82-4121-A0AA-AF853B8A0D6C}" type="presParOf" srcId="{87195878-9623-4A53-B73A-3510AE5062C5}" destId="{60CFC448-A2E9-471D-B823-5CCB0A6A8936}" srcOrd="6" destOrd="0" presId="urn:microsoft.com/office/officeart/2005/8/layout/vList2"/>
    <dgm:cxn modelId="{050D95BE-1BBD-4792-BB41-80F4980C3D27}" type="presParOf" srcId="{87195878-9623-4A53-B73A-3510AE5062C5}" destId="{0BC88EDA-9496-41A5-A1CB-3951BE1A3A94}" srcOrd="7" destOrd="0" presId="urn:microsoft.com/office/officeart/2005/8/layout/vList2"/>
    <dgm:cxn modelId="{C84C3944-EDCA-4BEE-A62F-E0192F0FE96A}" type="presParOf" srcId="{87195878-9623-4A53-B73A-3510AE5062C5}" destId="{99CE9A2F-1CEC-4ABF-B168-15D47293304F}" srcOrd="8" destOrd="0" presId="urn:microsoft.com/office/officeart/2005/8/layout/vList2"/>
    <dgm:cxn modelId="{EA66A9D7-CE7B-4F46-840F-3FC0EEC83C51}" type="presParOf" srcId="{87195878-9623-4A53-B73A-3510AE5062C5}" destId="{98426BBA-1F64-4AFA-8957-D78168382DF4}" srcOrd="9" destOrd="0" presId="urn:microsoft.com/office/officeart/2005/8/layout/vList2"/>
    <dgm:cxn modelId="{985E69CA-0E5B-428B-8D39-41E97FE1E5DC}" type="presParOf" srcId="{87195878-9623-4A53-B73A-3510AE5062C5}" destId="{EFDFAC03-7954-429E-A62B-58C691FD5CEA}" srcOrd="10" destOrd="0" presId="urn:microsoft.com/office/officeart/2005/8/layout/vList2"/>
    <dgm:cxn modelId="{83573241-D0AB-4C0D-A1F5-CB8E1022C968}" type="presParOf" srcId="{87195878-9623-4A53-B73A-3510AE5062C5}" destId="{6A65C1F9-B100-46A8-9C4E-C0AD1F6897D8}" srcOrd="11" destOrd="0" presId="urn:microsoft.com/office/officeart/2005/8/layout/vList2"/>
    <dgm:cxn modelId="{D722051E-A16F-4A16-95EE-AAE91990F0F4}" type="presParOf" srcId="{87195878-9623-4A53-B73A-3510AE5062C5}" destId="{924A46D7-53D3-4C2B-A0D4-9593D2A096BF}" srcOrd="12" destOrd="0" presId="urn:microsoft.com/office/officeart/2005/8/layout/vList2"/>
    <dgm:cxn modelId="{4D0230EF-8824-40DC-9612-2FD5C37D4C1D}" type="presParOf" srcId="{87195878-9623-4A53-B73A-3510AE5062C5}" destId="{32B0200A-C088-4154-AC6B-FBD63EA3629B}" srcOrd="13" destOrd="0" presId="urn:microsoft.com/office/officeart/2005/8/layout/vList2"/>
    <dgm:cxn modelId="{2318F9B4-15F5-44D3-BC47-52FC9C2DDABD}" type="presParOf" srcId="{87195878-9623-4A53-B73A-3510AE5062C5}" destId="{A04F6C91-AEBF-4847-980F-C23A5906DCBB}" srcOrd="14" destOrd="0" presId="urn:microsoft.com/office/officeart/2005/8/layout/vList2"/>
  </dgm:cxnLst>
  <dgm:bg>
    <a:solidFill>
      <a:schemeClr val="accent2"/>
    </a:solidFill>
  </dgm:bg>
  <dgm:whole/>
  <dgm:extLst>
    <a:ext uri="http://schemas.microsoft.com/office/drawing/2008/diagram">
      <dsp:dataModelExt xmlns:dsp="http://schemas.microsoft.com/office/drawing/2008/diagram" relId="rId4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901C6586-BCBD-4CE4-9830-89F1D9B4AE5F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 phldr="1"/>
      <dgm:spPr bwMode="auto"/>
      <dgm:t>
        <a:bodyPr/>
        <a:lstStyle/>
        <a:p>
          <a:pPr>
            <a:defRPr/>
          </a:pPr>
          <a:endParaRPr lang="it-IT"/>
        </a:p>
      </dgm:t>
    </dgm:pt>
    <dgm:pt modelId="{FFB3B67C-1440-48A0-8A3C-215F535DAEB6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Cereali contenenti glutine </a:t>
          </a: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e prodotti </a:t>
          </a: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derivati</a:t>
          </a:r>
          <a:endParaRPr/>
        </a:p>
      </dgm:t>
    </dgm:pt>
    <dgm:pt modelId="{518085CE-D40D-4424-BF63-7CD1ED0A1257}" type="parTrans" cxnId="{5F11CBD9-5FBA-426E-9584-4988C06405B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DBE34E57-ADC3-4EFA-814C-31040430D082}" type="sibTrans" cxnId="{5F11CBD9-5FBA-426E-9584-4988C06405B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6EA496EA-1116-4392-82B2-3ABB000E63A9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Uova e prodotti a base di uova</a:t>
          </a:r>
          <a:endParaRPr/>
        </a:p>
      </dgm:t>
    </dgm:pt>
    <dgm:pt modelId="{AF68B59F-D7C0-4C91-BEDC-861FD980CEAD}" type="parTrans" cxnId="{4D0E3B83-6833-441A-8118-96718D68C6AA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24950D9D-C797-4876-8F64-C13AC3960C8E}" type="sibTrans" cxnId="{4D0E3B83-6833-441A-8118-96718D68C6AA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508B34B0-8822-4B9D-8509-C86242B3F0FC}" type="node">
      <dgm:prSet phldrT="[Testo]" custT="1"/>
      <dgm:spPr bwMode="auto"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>
            <a:defRPr/>
          </a:pPr>
          <a:r>
            <a:rPr lang="it-IT" sz="1200" b="1">
              <a:solidFill>
                <a:schemeClr val="accent2">
                  <a:lumMod val="50000"/>
                </a:schemeClr>
              </a:solidFill>
            </a:rPr>
            <a:t>+ Aggiungi allergene</a:t>
          </a:r>
          <a:endParaRPr/>
        </a:p>
      </dgm:t>
    </dgm:pt>
    <dgm:pt modelId="{EAFBB4BE-EB34-4DE9-B37A-E90832B60FFA}" type="parTrans" cxnId="{B7E32D36-B923-43E1-B2CE-694DD99F3081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46A9A74D-28EB-459B-B131-E8A65D94C2ED}" type="sibTrans" cxnId="{B7E32D36-B923-43E1-B2CE-694DD99F3081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32B6E68A-4A4F-4AD7-83CD-F8175BCBCA64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C706831-F717-4F53-883B-B1360AA9AC7D}" type="parTrans" cxnId="{B85B8A65-27B7-4B4F-A48A-199B9D2E6D3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0BF1F8A-19B8-45CB-9B10-4160ABBE06C0}" type="sibTrans" cxnId="{B85B8A65-27B7-4B4F-A48A-199B9D2E6D3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0DAAF04-7AA3-4F22-9190-45111789109B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Latte e prodotti a base di latte</a:t>
          </a:r>
          <a:endParaRPr/>
        </a:p>
      </dgm:t>
    </dgm:pt>
    <dgm:pt modelId="{7DAEC203-3C7C-436D-AFE8-B885FB723D85}" type="sibTrans" cxnId="{DDC82E43-C7DD-40B2-956E-47F81491CDE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519D677F-6421-4B03-977C-6050410474A4}" type="parTrans" cxnId="{DDC82E43-C7DD-40B2-956E-47F81491CDE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C34A7D7A-9576-4FF6-A2D7-6570D2CE2B8A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0B94145-BE76-470E-8FFD-BB60C4FCD4CA}" type="parTrans" cxnId="{FD660CBE-2CF5-42EC-8AF9-679D895F3C8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7B86293-2F6E-4101-A11D-426BDDC0EA25}" type="sibTrans" cxnId="{FD660CBE-2CF5-42EC-8AF9-679D895F3C8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2047BF9-A353-4F3C-A439-D96C407B9F0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2086C2B-74CC-4B35-B2BF-BCAE78CDA663}" type="parTrans" cxnId="{E572CAAE-71B4-4325-89E0-64FCDEA29C9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3B0A022-0FFB-4040-B1DD-3816346EA22E}" type="sibTrans" cxnId="{E572CAAE-71B4-4325-89E0-64FCDEA29C9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CE0415A-EA7E-43E6-B296-E823DA52C3E7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C02ED2E-FE65-49F0-A336-729CC8871527}" type="parTrans" cxnId="{8F1BB440-FCE1-410A-833B-35AB93E1E2C9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4C4395D-AE35-4042-ADF9-3FAD159F2FB1}" type="sibTrans" cxnId="{8F1BB440-FCE1-410A-833B-35AB93E1E2C9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52BB327-7C1D-4E3A-B7EF-E38365B17D7F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88E99E5-E93D-4B20-B245-67F822D41D0F}" type="parTrans" cxnId="{2AE79A6E-A8BB-4A3F-94E2-2A598D0C039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D3A8F43-FEAF-4DD5-AA09-6CDA1232D4B2}" type="sibTrans" cxnId="{2AE79A6E-A8BB-4A3F-94E2-2A598D0C039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0AE0E32-10DD-47C1-96AD-AF530C66C69F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AA467C5-10D8-403F-BA8D-BFCC130A425C}" type="parTrans" cxnId="{A96476CA-D1B5-44F9-9949-520AD730380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EE5D31C-34CC-4DAD-B4C3-5DD3F7C41B85}" type="sibTrans" cxnId="{A96476CA-D1B5-44F9-9949-520AD730380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FB50813-E4F9-4251-A4BC-99F4EBDB6D0F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C09961B3-4796-43AE-96C7-E2854E4E95D7}" type="parTrans" cxnId="{D9EF36C3-A46A-4E11-B4C0-6A628044D22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FBA3D7A3-4780-4F1C-855F-2AD9D20B7032}" type="sibTrans" cxnId="{D9EF36C3-A46A-4E11-B4C0-6A628044D22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386D88B-396C-48A0-B8B3-DDC7DD755106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1B81EEC-407E-44C2-A435-18144803555A}" type="parTrans" cxnId="{8CD4D00E-EB2C-46B9-B893-6652049FCB5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CA51C94-3F2D-4EDD-BAED-39580F2B5FAC}" type="sibTrans" cxnId="{8CD4D00E-EB2C-46B9-B893-6652049FCB5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432918B-338E-4857-9F62-37E85883726A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9B13764-165B-40E4-9392-FE5D8D14CCBA}" type="parTrans" cxnId="{135D7BEA-3A80-4F09-A1FF-C9D11B398AF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CB420957-73CE-4141-B49B-F6619252C1E5}" type="sibTrans" cxnId="{135D7BEA-3A80-4F09-A1FF-C9D11B398AF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844263D-2440-4798-B552-36A93B2AFAB1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F5517B3-C4EE-4F19-AEA3-0CEFBDDCC5C9}" type="parTrans" cxnId="{C97AD203-857D-4C7D-9461-DB2B94885A8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C412F20-2E27-439F-8A7A-E1BAC0A6E9BA}" type="sibTrans" cxnId="{C97AD203-857D-4C7D-9461-DB2B94885A8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C9D5C68-6FCA-4A10-980A-33E11658865B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5C080D9-7998-4F50-8D45-825B25DCD512}" type="parTrans" cxnId="{1BF672CF-E1A3-4F5D-B648-482844D04C03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212E12E-385E-41E0-B53E-F948B797600D}" type="sibTrans" cxnId="{1BF672CF-E1A3-4F5D-B648-482844D04C03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638AB69-7239-4385-87A9-010C4FF9B007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E83447B-1AB4-451A-A1A6-3ABD965CF691}" type="parTrans" cxnId="{1243DCC8-42AD-49AA-93E8-F1C1AD188C3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B2FE155-865C-4F6B-9B2B-8548AC163E2E}" type="sibTrans" cxnId="{1243DCC8-42AD-49AA-93E8-F1C1AD188C3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B58BD59-636A-4FE6-A40D-0833FB603B00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BBEDE51-F33E-4C9C-A8A2-A1A6827E7EE9}" type="parTrans" cxnId="{06E14152-B839-4161-8FFE-8A65F019E37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CE0364A-BBB8-471B-8DC9-72865C561CFC}" type="sibTrans" cxnId="{06E14152-B839-4161-8FFE-8A65F019E37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17ACEB7-010C-4DEB-B58D-581CB7427475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2A92083-BEF8-48AF-BB93-86E9154A27F3}" type="parTrans" cxnId="{707C5A6D-100E-4E3E-ADE7-9F59D266F88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4541D56-2B87-4071-AF57-D565B29C9F5E}" type="sibTrans" cxnId="{707C5A6D-100E-4E3E-ADE7-9F59D266F88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389B19E-1899-4F2C-82AB-0EB53E354BF4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E30DF53-89B9-4DAC-B9F2-249480BBA67D}" type="parTrans" cxnId="{3471C0E8-EC31-4315-81C3-9929CFFE970F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6B2617F-83E8-4A87-BC2F-863B0D9F1899}" type="sibTrans" cxnId="{3471C0E8-EC31-4315-81C3-9929CFFE970F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73A2A02-CD75-4BE2-9405-002E606E9995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4631488-F0B1-491C-914F-76E4CF04B6E4}" type="parTrans" cxnId="{C8E44EEB-8ABD-48A1-8A47-088DC6DB768E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E6D53D1-48DA-486A-8547-7350941664DC}" type="sibTrans" cxnId="{C8E44EEB-8ABD-48A1-8A47-088DC6DB768E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C9A7F4F6-8A47-4ED0-AA4B-5FDE33E534D3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96E119F-FF69-4EE8-9F83-6B154E7DDA22}" type="parTrans" cxnId="{161D42FF-2957-4609-B458-FFBBE222441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3954DD8-D408-44E6-96BA-417CCEA76CA6}" type="sibTrans" cxnId="{161D42FF-2957-4609-B458-FFBBE222441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FAF025BF-D22F-4618-A1C6-B73B104074E3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CEBD54A-5FF9-4520-8D27-422579A83F10}" type="parTrans" cxnId="{DC2D0E1F-B65F-459A-91B7-FDA2792EC4A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8241217-5FDE-47B0-B45F-D1FC788ABA52}" type="sibTrans" cxnId="{DC2D0E1F-B65F-459A-91B7-FDA2792EC4A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6C1D3AC-4E1E-4207-AAF3-48F6286EB818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16AE1A0-4A85-440E-8D1D-E88720F2AA97}" type="parTrans" cxnId="{25047110-F888-4DCC-9191-F10C0AF02413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4EE6A8A-6B36-4586-B550-E39804E8F92A}" type="sibTrans" cxnId="{25047110-F888-4DCC-9191-F10C0AF02413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112AADC-B90B-4409-886C-74D8914FBA90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63FE461-EB55-422D-82D0-C92AFF7A0F6A}" type="parTrans" cxnId="{01E1DA61-20FA-4656-B020-7182F6EA12F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F358168-077C-4822-934A-1E887F958ECA}" type="sibTrans" cxnId="{01E1DA61-20FA-4656-B020-7182F6EA12F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BF0969C-9363-4AAE-AC35-B61B5CF042BC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1F35008-D55D-407F-ABDE-4B1DB123579C}" type="parTrans" cxnId="{3CC53FB2-908B-4BCA-9F2D-36B4708A553E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E5B4BDF-9393-4EE6-8B37-4F3CE75E9A52}" type="sibTrans" cxnId="{3CC53FB2-908B-4BCA-9F2D-36B4708A553E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1B43E14-8216-4550-8E33-3EC59F2423C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69E2B12-3987-4C45-9E46-4263F458446D}" type="parTrans" cxnId="{0CBEEE25-9303-4605-B24B-CF6BD72576DD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79BBC1F-08BE-415F-8ADA-BDBB9A58E67C}" type="sibTrans" cxnId="{0CBEEE25-9303-4605-B24B-CF6BD72576DD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527CF90-2636-4A37-8562-22BB4FF1529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3F896ED-7E3D-4360-9602-C2874C608373}" type="parTrans" cxnId="{117AA14E-48D4-46B9-822B-5A556FFF77C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F4DEBA9-FB8F-481C-B471-857A83309FBC}" type="sibTrans" cxnId="{117AA14E-48D4-46B9-822B-5A556FFF77C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28D5B42-8B89-4AC7-8BAC-C8B3759D325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5612D30-4F9E-40FC-8BAB-9998422A09C7}" type="parTrans" cxnId="{71570C21-101F-48E8-BED3-B4627B240FF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0A87C9B-8E9E-4717-9872-D01B16379833}" type="sibTrans" cxnId="{71570C21-101F-48E8-BED3-B4627B240FF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41F902F-C66D-488A-8DD8-597A3019E2C7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8B6770A-755A-4722-B974-5093021C5A09}" type="parTrans" cxnId="{FC4E8ED7-220E-4BC1-B6AF-8ACEDACC20C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F21C6AF-E34D-447C-89B5-ABEA023C79C6}" type="sibTrans" cxnId="{FC4E8ED7-220E-4BC1-B6AF-8ACEDACC20C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7195878-9623-4A53-B73A-3510AE5062C5}" type="pres">
      <dgm:prSet presAssocID="{901C6586-BCBD-4CE4-9830-89F1D9B4AE5F}" presName="linear" presStyleCnt="0">
        <dgm:presLayoutVars>
          <dgm:animLvl val="lvl"/>
          <dgm:resizeHandles val="exact"/>
        </dgm:presLayoutVars>
      </dgm:prSet>
      <dgm:spPr bwMode="auto"/>
    </dgm:pt>
    <dgm:pt modelId="{2E63C274-9DA8-45B8-82CD-443D3F0D4117}" type="pres">
      <dgm:prSet custLinFactNeighborX="-2184" custLinFactNeighborY="-100000" custLinFactY="-68734" presAssocID="{FFB3B67C-1440-48A0-8A3C-215F535DAEB6}" presName="parentText" presStyleLbl="node1" presStyleIdx="0" presStyleCnt="4">
        <dgm:presLayoutVars>
          <dgm:chMax val="0"/>
          <dgm:bulletEnabled val="1"/>
        </dgm:presLayoutVars>
      </dgm:prSet>
      <dgm:spPr bwMode="auto"/>
    </dgm:pt>
    <dgm:pt modelId="{0ED22298-B8E4-4CC6-A1C0-09FB0D12D12D}" type="pres">
      <dgm:prSet presAssocID="{DBE34E57-ADC3-4EFA-814C-31040430D082}" presName="spacer" presStyleCnt="0"/>
      <dgm:spPr bwMode="auto"/>
    </dgm:pt>
    <dgm:pt modelId="{588B54E1-05A8-4440-8F0D-96AD752098A3}" type="pres">
      <dgm:prSet presAssocID="{6EA496EA-1116-4392-82B2-3ABB000E63A9}" presName="parentText" presStyleLbl="node1" presStyleIdx="1" presStyleCnt="4">
        <dgm:presLayoutVars>
          <dgm:chMax val="0"/>
          <dgm:bulletEnabled val="1"/>
        </dgm:presLayoutVars>
      </dgm:prSet>
      <dgm:spPr bwMode="auto"/>
    </dgm:pt>
    <dgm:pt modelId="{9EB2A054-C719-46C0-9B55-010E4B78980E}" type="pres">
      <dgm:prSet presAssocID="{24950D9D-C797-4876-8F64-C13AC3960C8E}" presName="spacer" presStyleCnt="0"/>
      <dgm:spPr bwMode="auto"/>
    </dgm:pt>
    <dgm:pt modelId="{920EF786-34AE-4CDF-83CF-7A159AE4B3C9}" type="pres">
      <dgm:prSet presAssocID="{A0DAAF04-7AA3-4F22-9190-45111789109B}" presName="parentText" presStyleLbl="node1" presStyleIdx="2" presStyleCnt="4">
        <dgm:presLayoutVars>
          <dgm:chMax val="0"/>
          <dgm:bulletEnabled val="1"/>
        </dgm:presLayoutVars>
      </dgm:prSet>
      <dgm:spPr bwMode="auto"/>
    </dgm:pt>
    <dgm:pt modelId="{07C4600B-39FA-46BA-A953-69A47F2CFAAA}" type="pres">
      <dgm:prSet presAssocID="{A0DAAF04-7AA3-4F22-9190-45111789109B}" presName="childText" presStyleLbl="revTx" presStyleIdx="0" presStyleCnt="1">
        <dgm:presLayoutVars>
          <dgm:bulletEnabled val="1"/>
        </dgm:presLayoutVars>
      </dgm:prSet>
      <dgm:spPr bwMode="auto"/>
    </dgm:pt>
    <dgm:pt modelId="{A04F6C91-AEBF-4847-980F-C23A5906DCBB}" type="pres">
      <dgm:prSet custLinFactNeighborX="745" custLinFactNeighborY="200000" custLinFactY="140631" presAssocID="{508B34B0-8822-4B9D-8509-C86242B3F0FC}" presName="parentText" presStyleLbl="node1" presStyleIdx="3" presStyleCnt="4">
        <dgm:presLayoutVars>
          <dgm:chMax val="0"/>
          <dgm:bulletEnabled val="1"/>
        </dgm:presLayoutVars>
      </dgm:prSet>
      <dgm:spPr bwMode="auto"/>
    </dgm:pt>
  </dgm:ptLst>
  <dgm:cxnLst>
    <dgm:cxn modelId="{C97AD203-857D-4C7D-9461-DB2B94885A82}" type="parOf" srcId="{A0DAAF04-7AA3-4F22-9190-45111789109B}" destId="{5844263D-2440-4798-B552-36A93B2AFAB1}" srcOrd="8" destOrd="0" parTransId="{9F5517B3-C4EE-4F19-AEA3-0CEFBDDCC5C9}" sibTransId="{2C412F20-2E27-439F-8A7A-E1BAC0A6E9BA}"/>
    <dgm:cxn modelId="{8CD4D00E-EB2C-46B9-B893-6652049FCB55}" type="parOf" srcId="{A0DAAF04-7AA3-4F22-9190-45111789109B}" destId="{8386D88B-396C-48A0-B8B3-DDC7DD755106}" srcOrd="6" destOrd="0" parTransId="{91B81EEC-407E-44C2-A435-18144803555A}" sibTransId="{4CA51C94-3F2D-4EDD-BAED-39580F2B5FAC}"/>
    <dgm:cxn modelId="{25047110-F888-4DCC-9191-F10C0AF02413}" type="parOf" srcId="{A0DAAF04-7AA3-4F22-9190-45111789109B}" destId="{D6C1D3AC-4E1E-4207-AAF3-48F6286EB818}" srcOrd="17" destOrd="0" parTransId="{016AE1A0-4A85-440E-8D1D-E88720F2AA97}" sibTransId="{A4EE6A8A-6B36-4586-B550-E39804E8F92A}"/>
    <dgm:cxn modelId="{9919BE1E-FE1F-4EE1-8B3F-4C86C3188EDC}" type="presOf" srcId="{E527CF90-2636-4A37-8562-22BB4FF1529E}" destId="{07C4600B-39FA-46BA-A953-69A47F2CFAAA}" srcOrd="0" destOrd="21" presId="urn:microsoft.com/office/officeart/2005/8/layout/vList2"/>
    <dgm:cxn modelId="{DC2D0E1F-B65F-459A-91B7-FDA2792EC4A2}" type="parOf" srcId="{A0DAAF04-7AA3-4F22-9190-45111789109B}" destId="{FAF025BF-D22F-4618-A1C6-B73B104074E3}" srcOrd="16" destOrd="0" parTransId="{ACEBD54A-5FF9-4520-8D27-422579A83F10}" sibTransId="{58241217-5FDE-47B0-B45F-D1FC788ABA52}"/>
    <dgm:cxn modelId="{71570C21-101F-48E8-BED3-B4627B240FFA}" type="parOf" srcId="{A0DAAF04-7AA3-4F22-9190-45111789109B}" destId="{128D5B42-8B89-4AC7-8BAC-C8B3759D325E}" srcOrd="22" destOrd="0" parTransId="{45612D30-4F9E-40FC-8BAB-9998422A09C7}" sibTransId="{90A87C9B-8E9E-4717-9872-D01B16379833}"/>
    <dgm:cxn modelId="{1EB3AD21-F4DB-4D2B-9CB5-27E9BE9E791E}" type="presOf" srcId="{0112AADC-B90B-4409-886C-74D8914FBA90}" destId="{07C4600B-39FA-46BA-A953-69A47F2CFAAA}" srcOrd="0" destOrd="18" presId="urn:microsoft.com/office/officeart/2005/8/layout/vList2"/>
    <dgm:cxn modelId="{0CBEEE25-9303-4605-B24B-CF6BD72576DD}" type="parOf" srcId="{A0DAAF04-7AA3-4F22-9190-45111789109B}" destId="{E1B43E14-8216-4550-8E33-3EC59F2423CE}" srcOrd="20" destOrd="0" parTransId="{669E2B12-3987-4C45-9E46-4263F458446D}" sibTransId="{779BBC1F-08BE-415F-8ADA-BDBB9A58E67C}"/>
    <dgm:cxn modelId="{EE4FFC30-0341-40FE-A06C-D0EA27CF6D28}" type="presOf" srcId="{A41F902F-C66D-488A-8DD8-597A3019E2C7}" destId="{07C4600B-39FA-46BA-A953-69A47F2CFAAA}" srcOrd="0" destOrd="23" presId="urn:microsoft.com/office/officeart/2005/8/layout/vList2"/>
    <dgm:cxn modelId="{8C07B635-4C76-4BC1-A3B5-4F0B7DC38D29}" type="presOf" srcId="{D6C1D3AC-4E1E-4207-AAF3-48F6286EB818}" destId="{07C4600B-39FA-46BA-A953-69A47F2CFAAA}" srcOrd="0" destOrd="17" presId="urn:microsoft.com/office/officeart/2005/8/layout/vList2"/>
    <dgm:cxn modelId="{B7E32D36-B923-43E1-B2CE-694DD99F3081}" type="parOf" srcId="{901C6586-BCBD-4CE4-9830-89F1D9B4AE5F}" destId="{508B34B0-8822-4B9D-8509-C86242B3F0FC}" srcOrd="3" destOrd="0" parTransId="{EAFBB4BE-EB34-4DE9-B37A-E90832B60FFA}" sibTransId="{46A9A74D-28EB-459B-B131-E8A65D94C2ED}"/>
    <dgm:cxn modelId="{98D9C03C-5D24-47D0-B701-664E30C10D17}" type="presOf" srcId="{FAF025BF-D22F-4618-A1C6-B73B104074E3}" destId="{07C4600B-39FA-46BA-A953-69A47F2CFAAA}" srcOrd="0" destOrd="16" presId="urn:microsoft.com/office/officeart/2005/8/layout/vList2"/>
    <dgm:cxn modelId="{8F1BB440-FCE1-410A-833B-35AB93E1E2C9}" type="parOf" srcId="{A0DAAF04-7AA3-4F22-9190-45111789109B}" destId="{BCE0415A-EA7E-43E6-B296-E823DA52C3E7}" srcOrd="2" destOrd="0" parTransId="{6C02ED2E-FE65-49F0-A336-729CC8871527}" sibTransId="{D4C4395D-AE35-4042-ADF9-3FAD159F2FB1}"/>
    <dgm:cxn modelId="{01E1DA61-20FA-4656-B020-7182F6EA12FC}" type="parOf" srcId="{A0DAAF04-7AA3-4F22-9190-45111789109B}" destId="{0112AADC-B90B-4409-886C-74D8914FBA90}" srcOrd="18" destOrd="0" parTransId="{663FE461-EB55-422D-82D0-C92AFF7A0F6A}" sibTransId="{3F358168-077C-4822-934A-1E887F958ECA}"/>
    <dgm:cxn modelId="{44C05742-DB24-4C11-A5FC-3691F6D87F25}" type="presOf" srcId="{20AE0E32-10DD-47C1-96AD-AF530C66C69F}" destId="{07C4600B-39FA-46BA-A953-69A47F2CFAAA}" srcOrd="0" destOrd="4" presId="urn:microsoft.com/office/officeart/2005/8/layout/vList2"/>
    <dgm:cxn modelId="{DDC82E43-C7DD-40B2-956E-47F81491CDEC}" type="parOf" srcId="{901C6586-BCBD-4CE4-9830-89F1D9B4AE5F}" destId="{A0DAAF04-7AA3-4F22-9190-45111789109B}" srcOrd="2" destOrd="0" parTransId="{519D677F-6421-4B03-977C-6050410474A4}" sibTransId="{7DAEC203-3C7C-436D-AFE8-B885FB723D85}"/>
    <dgm:cxn modelId="{B85B8A65-27B7-4B4F-A48A-199B9D2E6D35}" type="parOf" srcId="{A0DAAF04-7AA3-4F22-9190-45111789109B}" destId="{32B6E68A-4A4F-4AD7-83CD-F8175BCBCA64}" srcOrd="24" destOrd="0" parTransId="{1C706831-F717-4F53-883B-B1360AA9AC7D}" sibTransId="{20BF1F8A-19B8-45CB-9B10-4160ABBE06C0}"/>
    <dgm:cxn modelId="{1D942A47-B72A-4E69-9500-4819B447EF64}" type="presOf" srcId="{FFB3B67C-1440-48A0-8A3C-215F535DAEB6}" destId="{2E63C274-9DA8-45B8-82CD-443D3F0D4117}" srcOrd="0" destOrd="0" presId="urn:microsoft.com/office/officeart/2005/8/layout/vList2"/>
    <dgm:cxn modelId="{CF367968-BFA9-4392-8289-98F406AAF0E8}" type="presOf" srcId="{C9A7F4F6-8A47-4ED0-AA4B-5FDE33E534D3}" destId="{07C4600B-39FA-46BA-A953-69A47F2CFAAA}" srcOrd="0" destOrd="15" presId="urn:microsoft.com/office/officeart/2005/8/layout/vList2"/>
    <dgm:cxn modelId="{707C5A6D-100E-4E3E-ADE7-9F59D266F887}" type="parOf" srcId="{A0DAAF04-7AA3-4F22-9190-45111789109B}" destId="{117ACEB7-010C-4DEB-B58D-581CB7427475}" srcOrd="12" destOrd="0" parTransId="{22A92083-BEF8-48AF-BB93-86E9154A27F3}" sibTransId="{E4541D56-2B87-4071-AF57-D565B29C9F5E}"/>
    <dgm:cxn modelId="{2AE79A6E-A8BB-4A3F-94E2-2A598D0C039A}" type="parOf" srcId="{A0DAAF04-7AA3-4F22-9190-45111789109B}" destId="{952BB327-7C1D-4E3A-B7EF-E38365B17D7F}" srcOrd="3" destOrd="0" parTransId="{B88E99E5-E93D-4B20-B245-67F822D41D0F}" sibTransId="{5D3A8F43-FEAF-4DD5-AA09-6CDA1232D4B2}"/>
    <dgm:cxn modelId="{117AA14E-48D4-46B9-822B-5A556FFF77CA}" type="parOf" srcId="{A0DAAF04-7AA3-4F22-9190-45111789109B}" destId="{E527CF90-2636-4A37-8562-22BB4FF1529E}" srcOrd="21" destOrd="0" parTransId="{03F896ED-7E3D-4360-9602-C2874C608373}" sibTransId="{9F4DEBA9-FB8F-481C-B471-857A83309FBC}"/>
    <dgm:cxn modelId="{E85AAB6E-C20C-473D-92F7-F58C239A6B04}" type="presOf" srcId="{E1B43E14-8216-4550-8E33-3EC59F2423CE}" destId="{07C4600B-39FA-46BA-A953-69A47F2CFAAA}" srcOrd="0" destOrd="20" presId="urn:microsoft.com/office/officeart/2005/8/layout/vList2"/>
    <dgm:cxn modelId="{6F86DF71-E338-416C-AD21-1179C10CB4BE}" type="presOf" srcId="{128D5B42-8B89-4AC7-8BAC-C8B3759D325E}" destId="{07C4600B-39FA-46BA-A953-69A47F2CFAAA}" srcOrd="0" destOrd="22" presId="urn:microsoft.com/office/officeart/2005/8/layout/vList2"/>
    <dgm:cxn modelId="{4A60E751-4FCD-40F1-98A8-9D1C5FC1DACE}" type="presOf" srcId="{D638AB69-7239-4385-87A9-010C4FF9B007}" destId="{07C4600B-39FA-46BA-A953-69A47F2CFAAA}" srcOrd="0" destOrd="10" presId="urn:microsoft.com/office/officeart/2005/8/layout/vList2"/>
    <dgm:cxn modelId="{06E14152-B839-4161-8FFE-8A65F019E372}" type="parOf" srcId="{A0DAAF04-7AA3-4F22-9190-45111789109B}" destId="{AB58BD59-636A-4FE6-A40D-0833FB603B00}" srcOrd="11" destOrd="0" parTransId="{5BBEDE51-F33E-4C9C-A8A2-A1A6827E7EE9}" sibTransId="{BCE0364A-BBB8-471B-8DC9-72865C561CFC}"/>
    <dgm:cxn modelId="{92914E75-873F-42EA-A5F7-4321FEDB6693}" type="presOf" srcId="{A432918B-338E-4857-9F62-37E85883726A}" destId="{07C4600B-39FA-46BA-A953-69A47F2CFAAA}" srcOrd="0" destOrd="7" presId="urn:microsoft.com/office/officeart/2005/8/layout/vList2"/>
    <dgm:cxn modelId="{17F79A79-44C1-4907-A6E6-38E034033BC8}" type="presOf" srcId="{BFB50813-E4F9-4251-A4BC-99F4EBDB6D0F}" destId="{07C4600B-39FA-46BA-A953-69A47F2CFAAA}" srcOrd="0" destOrd="5" presId="urn:microsoft.com/office/officeart/2005/8/layout/vList2"/>
    <dgm:cxn modelId="{39F3AB7B-8BCA-49DC-A047-1958789117F4}" type="presOf" srcId="{AB58BD59-636A-4FE6-A40D-0833FB603B00}" destId="{07C4600B-39FA-46BA-A953-69A47F2CFAAA}" srcOrd="0" destOrd="11" presId="urn:microsoft.com/office/officeart/2005/8/layout/vList2"/>
    <dgm:cxn modelId="{4D0E3B83-6833-441A-8118-96718D68C6AA}" type="parOf" srcId="{901C6586-BCBD-4CE4-9830-89F1D9B4AE5F}" destId="{6EA496EA-1116-4392-82B2-3ABB000E63A9}" srcOrd="1" destOrd="0" parTransId="{AF68B59F-D7C0-4C91-BEDC-861FD980CEAD}" sibTransId="{24950D9D-C797-4876-8F64-C13AC3960C8E}"/>
    <dgm:cxn modelId="{FAD3268B-E4F1-48AB-8C19-D586D836EA40}" type="presOf" srcId="{A0DAAF04-7AA3-4F22-9190-45111789109B}" destId="{920EF786-34AE-4CDF-83CF-7A159AE4B3C9}" srcOrd="0" destOrd="0" presId="urn:microsoft.com/office/officeart/2005/8/layout/vList2"/>
    <dgm:cxn modelId="{B58D2F93-4384-495D-89D7-8B664473065E}" type="presOf" srcId="{952BB327-7C1D-4E3A-B7EF-E38365B17D7F}" destId="{07C4600B-39FA-46BA-A953-69A47F2CFAAA}" srcOrd="0" destOrd="3" presId="urn:microsoft.com/office/officeart/2005/8/layout/vList2"/>
    <dgm:cxn modelId="{81AF73A0-4C43-4AE9-97B3-ED7379133625}" type="presOf" srcId="{9389B19E-1899-4F2C-82AB-0EB53E354BF4}" destId="{07C4600B-39FA-46BA-A953-69A47F2CFAAA}" srcOrd="0" destOrd="13" presId="urn:microsoft.com/office/officeart/2005/8/layout/vList2"/>
    <dgm:cxn modelId="{673BDFA4-A09E-4981-B65F-A1370197E0A5}" type="presOf" srcId="{52047BF9-A353-4F3C-A439-D96C407B9F0E}" destId="{07C4600B-39FA-46BA-A953-69A47F2CFAAA}" srcOrd="0" destOrd="1" presId="urn:microsoft.com/office/officeart/2005/8/layout/vList2"/>
    <dgm:cxn modelId="{0864A6AA-4B8A-498A-8B74-C94CAF5CA0AF}" type="presOf" srcId="{773A2A02-CD75-4BE2-9405-002E606E9995}" destId="{07C4600B-39FA-46BA-A953-69A47F2CFAAA}" srcOrd="0" destOrd="14" presId="urn:microsoft.com/office/officeart/2005/8/layout/vList2"/>
    <dgm:cxn modelId="{645FA0AB-BDD0-4742-8B33-A1B7474B039B}" type="presOf" srcId="{117ACEB7-010C-4DEB-B58D-581CB7427475}" destId="{07C4600B-39FA-46BA-A953-69A47F2CFAAA}" srcOrd="0" destOrd="12" presId="urn:microsoft.com/office/officeart/2005/8/layout/vList2"/>
    <dgm:cxn modelId="{A9E4B6AC-64A4-4B63-8725-EB5B8F752AED}" type="presOf" srcId="{BCE0415A-EA7E-43E6-B296-E823DA52C3E7}" destId="{07C4600B-39FA-46BA-A953-69A47F2CFAAA}" srcOrd="0" destOrd="2" presId="urn:microsoft.com/office/officeart/2005/8/layout/vList2"/>
    <dgm:cxn modelId="{E6FA5EAD-4AB5-4580-92AD-8DAA80755A0C}" type="presOf" srcId="{5844263D-2440-4798-B552-36A93B2AFAB1}" destId="{07C4600B-39FA-46BA-A953-69A47F2CFAAA}" srcOrd="0" destOrd="8" presId="urn:microsoft.com/office/officeart/2005/8/layout/vList2"/>
    <dgm:cxn modelId="{E572CAAE-71B4-4325-89E0-64FCDEA29C97}" type="parOf" srcId="{A0DAAF04-7AA3-4F22-9190-45111789109B}" destId="{52047BF9-A353-4F3C-A439-D96C407B9F0E}" srcOrd="1" destOrd="0" parTransId="{B2086C2B-74CC-4B35-B2BF-BCAE78CDA663}" sibTransId="{B3B0A022-0FFB-4040-B1DD-3816346EA22E}"/>
    <dgm:cxn modelId="{3CC53FB2-908B-4BCA-9F2D-36B4708A553E}" type="parOf" srcId="{A0DAAF04-7AA3-4F22-9190-45111789109B}" destId="{9BF0969C-9363-4AAE-AC35-B61B5CF042BC}" srcOrd="19" destOrd="0" parTransId="{71F35008-D55D-407F-ABDE-4B1DB123579C}" sibTransId="{EE5B4BDF-9393-4EE6-8B37-4F3CE75E9A52}"/>
    <dgm:cxn modelId="{07D75AB2-D22E-49BF-9A3B-78AE14B504CE}" type="presOf" srcId="{901C6586-BCBD-4CE4-9830-89F1D9B4AE5F}" destId="{87195878-9623-4A53-B73A-3510AE5062C5}" srcOrd="0" destOrd="0" presId="urn:microsoft.com/office/officeart/2005/8/layout/vList2"/>
    <dgm:cxn modelId="{3FA983B9-A930-4FF4-8E8C-98B7DCBB0293}" type="presOf" srcId="{3C9D5C68-6FCA-4A10-980A-33E11658865B}" destId="{07C4600B-39FA-46BA-A953-69A47F2CFAAA}" srcOrd="0" destOrd="9" presId="urn:microsoft.com/office/officeart/2005/8/layout/vList2"/>
    <dgm:cxn modelId="{FD660CBE-2CF5-42EC-8AF9-679D895F3C81}" type="parOf" srcId="{A0DAAF04-7AA3-4F22-9190-45111789109B}" destId="{C34A7D7A-9576-4FF6-A2D7-6570D2CE2B8A}" srcOrd="0" destOrd="0" parTransId="{B0B94145-BE76-470E-8FFD-BB60C4FCD4CA}" sibTransId="{07B86293-2F6E-4101-A11D-426BDDC0EA25}"/>
    <dgm:cxn modelId="{D9EF36C3-A46A-4E11-B4C0-6A628044D227}" type="parOf" srcId="{A0DAAF04-7AA3-4F22-9190-45111789109B}" destId="{BFB50813-E4F9-4251-A4BC-99F4EBDB6D0F}" srcOrd="5" destOrd="0" parTransId="{C09961B3-4796-43AE-96C7-E2854E4E95D7}" sibTransId="{FBA3D7A3-4780-4F1C-855F-2AD9D20B7032}"/>
    <dgm:cxn modelId="{B9487BC8-723F-4399-9032-A115D4BA276C}" type="presOf" srcId="{508B34B0-8822-4B9D-8509-C86242B3F0FC}" destId="{A04F6C91-AEBF-4847-980F-C23A5906DCBB}" srcOrd="0" destOrd="0" presId="urn:microsoft.com/office/officeart/2005/8/layout/vList2"/>
    <dgm:cxn modelId="{1243DCC8-42AD-49AA-93E8-F1C1AD188C30}" type="parOf" srcId="{A0DAAF04-7AA3-4F22-9190-45111789109B}" destId="{D638AB69-7239-4385-87A9-010C4FF9B007}" srcOrd="10" destOrd="0" parTransId="{3E83447B-1AB4-451A-A1A6-3ABD965CF691}" sibTransId="{2B2FE155-865C-4F6B-9B2B-8548AC163E2E}"/>
    <dgm:cxn modelId="{A96476CA-D1B5-44F9-9949-520AD7303805}" type="parOf" srcId="{A0DAAF04-7AA3-4F22-9190-45111789109B}" destId="{20AE0E32-10DD-47C1-96AD-AF530C66C69F}" srcOrd="4" destOrd="0" parTransId="{BAA467C5-10D8-403F-BA8D-BFCC130A425C}" sibTransId="{3EE5D31C-34CC-4DAD-B4C3-5DD3F7C41B85}"/>
    <dgm:cxn modelId="{1BF672CF-E1A3-4F5D-B648-482844D04C03}" type="parOf" srcId="{A0DAAF04-7AA3-4F22-9190-45111789109B}" destId="{3C9D5C68-6FCA-4A10-980A-33E11658865B}" srcOrd="9" destOrd="0" parTransId="{05C080D9-7998-4F50-8D45-825B25DCD512}" sibTransId="{D212E12E-385E-41E0-B53E-F948B797600D}"/>
    <dgm:cxn modelId="{7E7615D3-5325-4A3D-A3EE-317371958DB8}" type="presOf" srcId="{9BF0969C-9363-4AAE-AC35-B61B5CF042BC}" destId="{07C4600B-39FA-46BA-A953-69A47F2CFAAA}" srcOrd="0" destOrd="19" presId="urn:microsoft.com/office/officeart/2005/8/layout/vList2"/>
    <dgm:cxn modelId="{31835AD6-F378-469D-8CFC-50022F13F148}" type="presOf" srcId="{6EA496EA-1116-4392-82B2-3ABB000E63A9}" destId="{588B54E1-05A8-4440-8F0D-96AD752098A3}" srcOrd="0" destOrd="0" presId="urn:microsoft.com/office/officeart/2005/8/layout/vList2"/>
    <dgm:cxn modelId="{FC4E8ED7-220E-4BC1-B6AF-8ACEDACC20C0}" type="parOf" srcId="{A0DAAF04-7AA3-4F22-9190-45111789109B}" destId="{A41F902F-C66D-488A-8DD8-597A3019E2C7}" srcOrd="23" destOrd="0" parTransId="{88B6770A-755A-4722-B974-5093021C5A09}" sibTransId="{0F21C6AF-E34D-447C-89B5-ABEA023C79C6}"/>
    <dgm:cxn modelId="{5F11CBD9-5FBA-426E-9584-4988C06405BC}" type="parOf" srcId="{901C6586-BCBD-4CE4-9830-89F1D9B4AE5F}" destId="{FFB3B67C-1440-48A0-8A3C-215F535DAEB6}" srcOrd="0" destOrd="0" parTransId="{518085CE-D40D-4424-BF63-7CD1ED0A1257}" sibTransId="{DBE34E57-ADC3-4EFA-814C-31040430D082}"/>
    <dgm:cxn modelId="{3C0C2EE1-CEF1-4DDB-9409-3B6CF5B85AE9}" type="presOf" srcId="{8386D88B-396C-48A0-B8B3-DDC7DD755106}" destId="{07C4600B-39FA-46BA-A953-69A47F2CFAAA}" srcOrd="0" destOrd="6" presId="urn:microsoft.com/office/officeart/2005/8/layout/vList2"/>
    <dgm:cxn modelId="{6BB423E7-7D0D-4DC1-8275-8578E7F50C16}" type="presOf" srcId="{32B6E68A-4A4F-4AD7-83CD-F8175BCBCA64}" destId="{07C4600B-39FA-46BA-A953-69A47F2CFAAA}" srcOrd="0" destOrd="24" presId="urn:microsoft.com/office/officeart/2005/8/layout/vList2"/>
    <dgm:cxn modelId="{3471C0E8-EC31-4315-81C3-9929CFFE970F}" type="parOf" srcId="{A0DAAF04-7AA3-4F22-9190-45111789109B}" destId="{9389B19E-1899-4F2C-82AB-0EB53E354BF4}" srcOrd="13" destOrd="0" parTransId="{6E30DF53-89B9-4DAC-B9F2-249480BBA67D}" sibTransId="{B6B2617F-83E8-4A87-BC2F-863B0D9F1899}"/>
    <dgm:cxn modelId="{135D7BEA-3A80-4F09-A1FF-C9D11B398AFC}" type="parOf" srcId="{A0DAAF04-7AA3-4F22-9190-45111789109B}" destId="{A432918B-338E-4857-9F62-37E85883726A}" srcOrd="7" destOrd="0" parTransId="{69B13764-165B-40E4-9392-FE5D8D14CCBA}" sibTransId="{CB420957-73CE-4141-B49B-F6619252C1E5}"/>
    <dgm:cxn modelId="{C8E44EEB-8ABD-48A1-8A47-088DC6DB768E}" type="parOf" srcId="{A0DAAF04-7AA3-4F22-9190-45111789109B}" destId="{773A2A02-CD75-4BE2-9405-002E606E9995}" srcOrd="14" destOrd="0" parTransId="{A4631488-F0B1-491C-914F-76E4CF04B6E4}" sibTransId="{3E6D53D1-48DA-486A-8547-7350941664DC}"/>
    <dgm:cxn modelId="{239286EC-555D-470D-8B52-5B28D94D4E39}" type="presOf" srcId="{C34A7D7A-9576-4FF6-A2D7-6570D2CE2B8A}" destId="{07C4600B-39FA-46BA-A953-69A47F2CFAAA}" srcOrd="0" destOrd="0" presId="urn:microsoft.com/office/officeart/2005/8/layout/vList2"/>
    <dgm:cxn modelId="{161D42FF-2957-4609-B458-FFBBE2224410}" type="parOf" srcId="{A0DAAF04-7AA3-4F22-9190-45111789109B}" destId="{C9A7F4F6-8A47-4ED0-AA4B-5FDE33E534D3}" srcOrd="15" destOrd="0" parTransId="{496E119F-FF69-4EE8-9F83-6B154E7DDA22}" sibTransId="{43954DD8-D408-44E6-96BA-417CCEA76CA6}"/>
    <dgm:cxn modelId="{5B475918-8458-4E3F-8FDE-CBCDC36D4A12}" type="presParOf" srcId="{87195878-9623-4A53-B73A-3510AE5062C5}" destId="{2E63C274-9DA8-45B8-82CD-443D3F0D4117}" srcOrd="0" destOrd="0" presId="urn:microsoft.com/office/officeart/2005/8/layout/vList2"/>
    <dgm:cxn modelId="{027A12C7-1024-48CF-9DFB-75F634AC119C}" type="presParOf" srcId="{87195878-9623-4A53-B73A-3510AE5062C5}" destId="{0ED22298-B8E4-4CC6-A1C0-09FB0D12D12D}" srcOrd="1" destOrd="0" presId="urn:microsoft.com/office/officeart/2005/8/layout/vList2"/>
    <dgm:cxn modelId="{85AE3E9F-9EBC-4FDC-9CB9-946AC061D882}" type="presParOf" srcId="{87195878-9623-4A53-B73A-3510AE5062C5}" destId="{588B54E1-05A8-4440-8F0D-96AD752098A3}" srcOrd="2" destOrd="0" presId="urn:microsoft.com/office/officeart/2005/8/layout/vList2"/>
    <dgm:cxn modelId="{B994135C-0EC1-4EA0-98A0-C49DAD3B081D}" type="presParOf" srcId="{87195878-9623-4A53-B73A-3510AE5062C5}" destId="{9EB2A054-C719-46C0-9B55-010E4B78980E}" srcOrd="3" destOrd="0" presId="urn:microsoft.com/office/officeart/2005/8/layout/vList2"/>
    <dgm:cxn modelId="{E2906EFB-0CED-4A1A-AAF3-A07A3C15B7B3}" type="presParOf" srcId="{87195878-9623-4A53-B73A-3510AE5062C5}" destId="{920EF786-34AE-4CDF-83CF-7A159AE4B3C9}" srcOrd="4" destOrd="0" presId="urn:microsoft.com/office/officeart/2005/8/layout/vList2"/>
    <dgm:cxn modelId="{8FED8C11-F2BB-45D5-96CD-D9FE03C44E67}" type="presParOf" srcId="{87195878-9623-4A53-B73A-3510AE5062C5}" destId="{07C4600B-39FA-46BA-A953-69A47F2CFAAA}" srcOrd="5" destOrd="0" presId="urn:microsoft.com/office/officeart/2005/8/layout/vList2"/>
    <dgm:cxn modelId="{2318F9B4-15F5-44D3-BC47-52FC9C2DDABD}" type="presParOf" srcId="{87195878-9623-4A53-B73A-3510AE5062C5}" destId="{A04F6C91-AEBF-4847-980F-C23A5906DCBB}" srcOrd="6" destOrd="0" presId="urn:microsoft.com/office/officeart/2005/8/layout/vList2"/>
  </dgm:cxnLst>
  <dgm:bg>
    <a:solidFill>
      <a:schemeClr val="accent2"/>
    </a:solidFill>
  </dgm:bg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901C6586-BCBD-4CE4-9830-89F1D9B4AE5F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 phldr="1"/>
      <dgm:spPr bwMode="auto"/>
      <dgm:t>
        <a:bodyPr/>
        <a:lstStyle/>
        <a:p>
          <a:pPr>
            <a:defRPr/>
          </a:pPr>
          <a:endParaRPr lang="it-IT"/>
        </a:p>
      </dgm:t>
    </dgm:pt>
    <dgm:pt modelId="{FFB3B67C-1440-48A0-8A3C-215F535DAEB6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Pasta di semola di grano duro</a:t>
          </a:r>
          <a:endParaRPr/>
        </a:p>
      </dgm:t>
    </dgm:pt>
    <dgm:pt modelId="{518085CE-D40D-4424-BF63-7CD1ED0A1257}" type="parTrans" cxnId="{5F11CBD9-5FBA-426E-9584-4988C06405B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DBE34E57-ADC3-4EFA-814C-31040430D082}" type="sibTrans" cxnId="{5F11CBD9-5FBA-426E-9584-4988C06405B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6EA496EA-1116-4392-82B2-3ABB000E63A9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Sale</a:t>
          </a:r>
          <a:endParaRPr/>
        </a:p>
      </dgm:t>
    </dgm:pt>
    <dgm:pt modelId="{AF68B59F-D7C0-4C91-BEDC-861FD980CEAD}" type="parTrans" cxnId="{4D0E3B83-6833-441A-8118-96718D68C6AA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24950D9D-C797-4876-8F64-C13AC3960C8E}" type="sibTrans" cxnId="{4D0E3B83-6833-441A-8118-96718D68C6AA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A0DAAF04-7AA3-4F22-9190-45111789109B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Tuorlo d’uovo di gallina</a:t>
          </a:r>
          <a:endParaRPr/>
        </a:p>
      </dgm:t>
    </dgm:pt>
    <dgm:pt modelId="{519D677F-6421-4B03-977C-6050410474A4}" type="parTrans" cxnId="{DDC82E43-C7DD-40B2-956E-47F81491CDE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7DAEC203-3C7C-436D-AFE8-B885FB723D85}" type="sibTrans" cxnId="{DDC82E43-C7DD-40B2-956E-47F81491CDE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73AC3690-75D5-41BB-9A06-C03A7F64BBF2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Guanciale (cotto)</a:t>
          </a:r>
          <a:endParaRPr/>
        </a:p>
      </dgm:t>
    </dgm:pt>
    <dgm:pt modelId="{A4521E31-F3AC-4493-9A35-5127AC507B4C}" type="parTrans" cxnId="{608F240C-6D31-4EC2-9A0B-44786FB0CFC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2635728D-9B92-4EB1-8DB0-A0DA76CA87F1}" type="sibTrans" cxnId="{608F240C-6D31-4EC2-9A0B-44786FB0CFC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D97B27A1-5A4D-4301-8556-F5EAABCCE635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Pecorino Romano</a:t>
          </a:r>
          <a:endParaRPr/>
        </a:p>
      </dgm:t>
    </dgm:pt>
    <dgm:pt modelId="{BB6EFE5A-55CD-474F-8C7E-F27622450C45}" type="parTrans" cxnId="{B1F385A6-FE47-4AB4-96E8-EFCE0CA60E3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F4007C5F-1DBD-402D-B72E-37ADD6DC429A}" type="sibTrans" cxnId="{B1F385A6-FE47-4AB4-96E8-EFCE0CA60E3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04BE9AEC-4552-474D-B071-212C041E0A84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Pepe</a:t>
          </a:r>
          <a:endParaRPr/>
        </a:p>
      </dgm:t>
    </dgm:pt>
    <dgm:pt modelId="{3CD93CC9-3E9F-4F4B-9788-E7167ABD90EA}" type="parTrans" cxnId="{DD17C3E7-9C5D-4FA0-9035-99B3043CF77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6DF7C04D-DC26-4403-B017-3946977266C3}" type="sibTrans" cxnId="{DD17C3E7-9C5D-4FA0-9035-99B3043CF77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508B34B0-8822-4B9D-8509-C86242B3F0FC}" type="node">
      <dgm:prSet phldrT="[Testo]" custT="1"/>
      <dgm:spPr bwMode="auto"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>
            <a:defRPr/>
          </a:pPr>
          <a:r>
            <a:rPr lang="it-IT" sz="1200" b="1">
              <a:solidFill>
                <a:schemeClr val="accent2">
                  <a:lumMod val="50000"/>
                </a:schemeClr>
              </a:solidFill>
            </a:rPr>
            <a:t>+ Aggiungi ingrediente</a:t>
          </a:r>
          <a:endParaRPr/>
        </a:p>
      </dgm:t>
    </dgm:pt>
    <dgm:pt modelId="{EAFBB4BE-EB34-4DE9-B37A-E90832B60FFA}" type="parTrans" cxnId="{B7E32D36-B923-43E1-B2CE-694DD99F3081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46A9A74D-28EB-459B-B131-E8A65D94C2ED}" type="sibTrans" cxnId="{B7E32D36-B923-43E1-B2CE-694DD99F3081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F0C0F86B-80BD-4520-9E83-6DC0219129D8}" type="node">
      <dgm:prSet phldrT="[Testo]" custT="1"/>
      <dgm:spPr bwMode="auto">
        <a:noFill/>
        <a:ln>
          <a:noFill/>
        </a:ln>
      </dgm:spPr>
      <dgm:t>
        <a:bodyPr/>
        <a:lstStyle/>
        <a:p>
          <a:pPr>
            <a:defRPr/>
          </a:pPr>
          <a:endParaRPr lang="it-IT" sz="1400"/>
        </a:p>
      </dgm:t>
    </dgm:pt>
    <dgm:pt modelId="{44D45EBF-5242-4CF5-A5A8-AFAF60963F21}" type="parTrans" cxnId="{CFC94C55-EB71-4B8A-A7FA-9C147C383FD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C995CE2-13AC-4CE2-AAC5-1607B79F7671}" type="sibTrans" cxnId="{CFC94C55-EB71-4B8A-A7FA-9C147C383FD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652193C-1628-4C0E-B5A7-BC01F5A15199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16E18BA-6997-4308-8595-2ABD5F716B04}" type="parTrans" cxnId="{AE973A5B-F97E-42BF-A08E-D4B7EDB8DC8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FE3BF33-8D9F-4796-965B-3521F5B590E9}" type="sibTrans" cxnId="{AE973A5B-F97E-42BF-A08E-D4B7EDB8DC8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B7537CF-254E-4683-88E0-15B5AC4525D1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C1C36E8-BCD2-44DC-BA2F-6CE86D49097E}" type="parTrans" cxnId="{63A1F80B-4FE5-44B6-AB9D-7CC620D0CEFD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FA58463C-1AF2-4D42-B86C-81BEFB42402D}" type="sibTrans" cxnId="{63A1F80B-4FE5-44B6-AB9D-7CC620D0CEFD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1994E72-8066-4A33-9CF0-BDC3BFED4B91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0B54F88-967B-4495-A296-0196625F8678}" type="parTrans" cxnId="{39D58A2D-9B32-481C-A133-05607B8D751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1DBF7EF-35D0-43D2-993E-83A013278857}" type="sibTrans" cxnId="{39D58A2D-9B32-481C-A133-05607B8D751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CCF1C336-351A-4986-8966-7334DAD19C58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F3FDFDB-28D8-441A-95DB-FBAEEF23CCF9}" type="parTrans" cxnId="{10A12EA6-BA59-48C5-9067-97E7AC23BB46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5F2E657-D8BE-409C-8503-980B9C48BDAC}" type="sibTrans" cxnId="{10A12EA6-BA59-48C5-9067-97E7AC23BB46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EF8C836-5809-4119-98F0-335893544027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086C1C3-793F-4C05-8BA3-B2FC14418D50}" type="parTrans" cxnId="{97B62132-225D-423B-9CF7-95D091B6AEC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1DF8A1A-87A4-4EFD-8026-AF72443C6C50}" type="sibTrans" cxnId="{97B62132-225D-423B-9CF7-95D091B6AEC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CE436C1-5497-4887-A29F-133ED153DBC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CFC12FF-E221-4CCE-BEB2-84BB792B6D21}" type="parTrans" cxnId="{7A1CC611-18BB-46A5-AC29-50ECD316701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547FCED-3454-4B91-9844-7B6987389CD8}" type="sibTrans" cxnId="{7A1CC611-18BB-46A5-AC29-50ECD316701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FFE4DFC2-83E3-4B88-8AA1-C916996E5F7B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E4834AA-6831-4C05-8916-8D82BEAE1FE8}" type="parTrans" cxnId="{E7E93ECF-F918-4024-BD3A-A12D6C61E8D6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784081E-86D0-433D-B238-1E93EE868D2E}" type="sibTrans" cxnId="{E7E93ECF-F918-4024-BD3A-A12D6C61E8D6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2B6E68A-4A4F-4AD7-83CD-F8175BCBCA64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C706831-F717-4F53-883B-B1360AA9AC7D}" type="parTrans" cxnId="{B85B8A65-27B7-4B4F-A48A-199B9D2E6D3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0BF1F8A-19B8-45CB-9B10-4160ABBE06C0}" type="sibTrans" cxnId="{B85B8A65-27B7-4B4F-A48A-199B9D2E6D3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7195878-9623-4A53-B73A-3510AE5062C5}" type="pres">
      <dgm:prSet presAssocID="{901C6586-BCBD-4CE4-9830-89F1D9B4AE5F}" presName="linear" presStyleCnt="0">
        <dgm:presLayoutVars>
          <dgm:animLvl val="lvl"/>
          <dgm:resizeHandles val="exact"/>
        </dgm:presLayoutVars>
      </dgm:prSet>
      <dgm:spPr bwMode="auto"/>
    </dgm:pt>
    <dgm:pt modelId="{2E63C274-9DA8-45B8-82CD-443D3F0D4117}" type="pres">
      <dgm:prSet custLinFactNeighborX="-2184" custLinFactNeighborY="-100000" custLinFactY="-68734" presAssocID="{FFB3B67C-1440-48A0-8A3C-215F535DAEB6}" presName="parentText" presStyleLbl="node1" presStyleIdx="0" presStyleCnt="8">
        <dgm:presLayoutVars>
          <dgm:chMax val="0"/>
          <dgm:bulletEnabled val="1"/>
        </dgm:presLayoutVars>
      </dgm:prSet>
      <dgm:spPr bwMode="auto"/>
    </dgm:pt>
    <dgm:pt modelId="{0ED22298-B8E4-4CC6-A1C0-09FB0D12D12D}" type="pres">
      <dgm:prSet presAssocID="{DBE34E57-ADC3-4EFA-814C-31040430D082}" presName="spacer" presStyleCnt="0"/>
      <dgm:spPr bwMode="auto"/>
    </dgm:pt>
    <dgm:pt modelId="{588B54E1-05A8-4440-8F0D-96AD752098A3}" type="pres">
      <dgm:prSet presAssocID="{6EA496EA-1116-4392-82B2-3ABB000E63A9}" presName="parentText" presStyleLbl="node1" presStyleIdx="1" presStyleCnt="8">
        <dgm:presLayoutVars>
          <dgm:chMax val="0"/>
          <dgm:bulletEnabled val="1"/>
        </dgm:presLayoutVars>
      </dgm:prSet>
      <dgm:spPr bwMode="auto"/>
    </dgm:pt>
    <dgm:pt modelId="{9EB2A054-C719-46C0-9B55-010E4B78980E}" type="pres">
      <dgm:prSet presAssocID="{24950D9D-C797-4876-8F64-C13AC3960C8E}" presName="spacer" presStyleCnt="0"/>
      <dgm:spPr bwMode="auto"/>
    </dgm:pt>
    <dgm:pt modelId="{920EF786-34AE-4CDF-83CF-7A159AE4B3C9}" type="pres">
      <dgm:prSet presAssocID="{A0DAAF04-7AA3-4F22-9190-45111789109B}" presName="parentText" presStyleLbl="node1" presStyleIdx="2" presStyleCnt="8">
        <dgm:presLayoutVars>
          <dgm:chMax val="0"/>
          <dgm:bulletEnabled val="1"/>
        </dgm:presLayoutVars>
      </dgm:prSet>
      <dgm:spPr bwMode="auto"/>
    </dgm:pt>
    <dgm:pt modelId="{2E27A52A-8957-471F-AA16-F337D37061A8}" type="pres">
      <dgm:prSet presAssocID="{7DAEC203-3C7C-436D-AFE8-B885FB723D85}" presName="spacer" presStyleCnt="0"/>
      <dgm:spPr bwMode="auto"/>
    </dgm:pt>
    <dgm:pt modelId="{60CFC448-A2E9-471D-B823-5CCB0A6A8936}" type="pres">
      <dgm:prSet presAssocID="{73AC3690-75D5-41BB-9A06-C03A7F64BBF2}" presName="parentText" presStyleLbl="node1" presStyleIdx="3" presStyleCnt="8">
        <dgm:presLayoutVars>
          <dgm:chMax val="0"/>
          <dgm:bulletEnabled val="1"/>
        </dgm:presLayoutVars>
      </dgm:prSet>
      <dgm:spPr bwMode="auto"/>
    </dgm:pt>
    <dgm:pt modelId="{0BC88EDA-9496-41A5-A1CB-3951BE1A3A94}" type="pres">
      <dgm:prSet presAssocID="{2635728D-9B92-4EB1-8DB0-A0DA76CA87F1}" presName="spacer" presStyleCnt="0"/>
      <dgm:spPr bwMode="auto"/>
    </dgm:pt>
    <dgm:pt modelId="{99CE9A2F-1CEC-4ABF-B168-15D47293304F}" type="pres">
      <dgm:prSet presAssocID="{D97B27A1-5A4D-4301-8556-F5EAABCCE635}" presName="parentText" presStyleLbl="node1" presStyleIdx="4" presStyleCnt="8">
        <dgm:presLayoutVars>
          <dgm:chMax val="0"/>
          <dgm:bulletEnabled val="1"/>
        </dgm:presLayoutVars>
      </dgm:prSet>
      <dgm:spPr bwMode="auto"/>
    </dgm:pt>
    <dgm:pt modelId="{98426BBA-1F64-4AFA-8957-D78168382DF4}" type="pres">
      <dgm:prSet presAssocID="{F4007C5F-1DBD-402D-B72E-37ADD6DC429A}" presName="spacer" presStyleCnt="0"/>
      <dgm:spPr bwMode="auto"/>
    </dgm:pt>
    <dgm:pt modelId="{EFDFAC03-7954-429E-A62B-58C691FD5CEA}" type="pres">
      <dgm:prSet presAssocID="{04BE9AEC-4552-474D-B071-212C041E0A84}" presName="parentText" presStyleLbl="node1" presStyleIdx="5" presStyleCnt="8">
        <dgm:presLayoutVars>
          <dgm:chMax val="0"/>
          <dgm:bulletEnabled val="1"/>
        </dgm:presLayoutVars>
      </dgm:prSet>
      <dgm:spPr bwMode="auto"/>
    </dgm:pt>
    <dgm:pt modelId="{6A65C1F9-B100-46A8-9C4E-C0AD1F6897D8}" type="pres">
      <dgm:prSet presAssocID="{04BE9AEC-4552-474D-B071-212C041E0A84}" presName="childText" presStyleLbl="revTx" presStyleIdx="0" presStyleCnt="1">
        <dgm:presLayoutVars>
          <dgm:bulletEnabled val="1"/>
        </dgm:presLayoutVars>
      </dgm:prSet>
      <dgm:spPr bwMode="auto"/>
    </dgm:pt>
    <dgm:pt modelId="{924A46D7-53D3-4C2B-A0D4-9593D2A096BF}" type="pres">
      <dgm:prSet presAssocID="{F0C0F86B-80BD-4520-9E83-6DC0219129D8}" presName="parentText" presStyleLbl="node1" presStyleIdx="6" presStyleCnt="8">
        <dgm:presLayoutVars>
          <dgm:chMax val="0"/>
          <dgm:bulletEnabled val="1"/>
        </dgm:presLayoutVars>
      </dgm:prSet>
      <dgm:spPr bwMode="auto"/>
    </dgm:pt>
    <dgm:pt modelId="{32B0200A-C088-4154-AC6B-FBD63EA3629B}" type="pres">
      <dgm:prSet presAssocID="{DC995CE2-13AC-4CE2-AAC5-1607B79F7671}" presName="spacer" presStyleCnt="0"/>
      <dgm:spPr bwMode="auto"/>
    </dgm:pt>
    <dgm:pt modelId="{A04F6C91-AEBF-4847-980F-C23A5906DCBB}" type="pres">
      <dgm:prSet custLinFactNeighborX="745" custLinFactNeighborY="200000" custLinFactY="140631" presAssocID="{508B34B0-8822-4B9D-8509-C86242B3F0FC}" presName="parentText" presStyleLbl="node1" presStyleIdx="7" presStyleCnt="8">
        <dgm:presLayoutVars>
          <dgm:chMax val="0"/>
          <dgm:bulletEnabled val="1"/>
        </dgm:presLayoutVars>
      </dgm:prSet>
      <dgm:spPr bwMode="auto"/>
    </dgm:pt>
  </dgm:ptLst>
  <dgm:cxnLst>
    <dgm:cxn modelId="{BB1F0707-D578-4BED-98B6-C211E6F07870}" type="presOf" srcId="{0CE436C1-5497-4887-A29F-133ED153DBCE}" destId="{6A65C1F9-B100-46A8-9C4E-C0AD1F6897D8}" srcOrd="0" destOrd="5" presId="urn:microsoft.com/office/officeart/2005/8/layout/vList2"/>
    <dgm:cxn modelId="{63A1F80B-4FE5-44B6-AB9D-7CC620D0CEFD}" type="parOf" srcId="{04BE9AEC-4552-474D-B071-212C041E0A84}" destId="{1B7537CF-254E-4683-88E0-15B5AC4525D1}" srcOrd="1" destOrd="0" parTransId="{7C1C36E8-BCD2-44DC-BA2F-6CE86D49097E}" sibTransId="{FA58463C-1AF2-4D42-B86C-81BEFB42402D}"/>
    <dgm:cxn modelId="{608F240C-6D31-4EC2-9A0B-44786FB0CFC9}" type="parOf" srcId="{901C6586-BCBD-4CE4-9830-89F1D9B4AE5F}" destId="{73AC3690-75D5-41BB-9A06-C03A7F64BBF2}" srcOrd="3" destOrd="0" parTransId="{A4521E31-F3AC-4493-9A35-5127AC507B4C}" sibTransId="{2635728D-9B92-4EB1-8DB0-A0DA76CA87F1}"/>
    <dgm:cxn modelId="{7A1CC611-18BB-46A5-AC29-50ECD3167017}" type="parOf" srcId="{04BE9AEC-4552-474D-B071-212C041E0A84}" destId="{0CE436C1-5497-4887-A29F-133ED153DBCE}" srcOrd="5" destOrd="0" parTransId="{6CFC12FF-E221-4CCE-BEB2-84BB792B6D21}" sibTransId="{E547FCED-3454-4B91-9844-7B6987389CD8}"/>
    <dgm:cxn modelId="{39D58A2D-9B32-481C-A133-05607B8D751C}" type="parOf" srcId="{04BE9AEC-4552-474D-B071-212C041E0A84}" destId="{81994E72-8066-4A33-9CF0-BDC3BFED4B91}" srcOrd="2" destOrd="0" parTransId="{B0B54F88-967B-4495-A296-0196625F8678}" sibTransId="{E1DBF7EF-35D0-43D2-993E-83A013278857}"/>
    <dgm:cxn modelId="{80B23730-46B5-4DC6-B88C-69C8BAA2CE9F}" type="presOf" srcId="{F0C0F86B-80BD-4520-9E83-6DC0219129D8}" destId="{924A46D7-53D3-4C2B-A0D4-9593D2A096BF}" srcOrd="0" destOrd="0" presId="urn:microsoft.com/office/officeart/2005/8/layout/vList2"/>
    <dgm:cxn modelId="{97B62132-225D-423B-9CF7-95D091B6AEC1}" type="parOf" srcId="{04BE9AEC-4552-474D-B071-212C041E0A84}" destId="{6EF8C836-5809-4119-98F0-335893544027}" srcOrd="4" destOrd="0" parTransId="{B086C1C3-793F-4C05-8BA3-B2FC14418D50}" sibTransId="{31DF8A1A-87A4-4EFD-8026-AF72443C6C50}"/>
    <dgm:cxn modelId="{B7E32D36-B923-43E1-B2CE-694DD99F3081}" type="parOf" srcId="{901C6586-BCBD-4CE4-9830-89F1D9B4AE5F}" destId="{508B34B0-8822-4B9D-8509-C86242B3F0FC}" srcOrd="7" destOrd="0" parTransId="{EAFBB4BE-EB34-4DE9-B37A-E90832B60FFA}" sibTransId="{46A9A74D-28EB-459B-B131-E8A65D94C2ED}"/>
    <dgm:cxn modelId="{AE973A5B-F97E-42BF-A08E-D4B7EDB8DC8A}" type="parOf" srcId="{04BE9AEC-4552-474D-B071-212C041E0A84}" destId="{2652193C-1628-4C0E-B5A7-BC01F5A15199}" srcOrd="0" destOrd="0" parTransId="{716E18BA-6997-4308-8595-2ABD5F716B04}" sibTransId="{8FE3BF33-8D9F-4796-965B-3521F5B590E9}"/>
    <dgm:cxn modelId="{8E5BB860-61D0-46E3-B9BC-2E3ABBA3BA72}" type="presOf" srcId="{FFE4DFC2-83E3-4B88-8AA1-C916996E5F7B}" destId="{6A65C1F9-B100-46A8-9C4E-C0AD1F6897D8}" srcOrd="0" destOrd="6" presId="urn:microsoft.com/office/officeart/2005/8/layout/vList2"/>
    <dgm:cxn modelId="{51219D41-94E6-4691-814E-FF6B39A29AF0}" type="presOf" srcId="{2652193C-1628-4C0E-B5A7-BC01F5A15199}" destId="{6A65C1F9-B100-46A8-9C4E-C0AD1F6897D8}" srcOrd="0" destOrd="0" presId="urn:microsoft.com/office/officeart/2005/8/layout/vList2"/>
    <dgm:cxn modelId="{DDC82E43-C7DD-40B2-956E-47F81491CDEC}" type="parOf" srcId="{901C6586-BCBD-4CE4-9830-89F1D9B4AE5F}" destId="{A0DAAF04-7AA3-4F22-9190-45111789109B}" srcOrd="2" destOrd="0" parTransId="{519D677F-6421-4B03-977C-6050410474A4}" sibTransId="{7DAEC203-3C7C-436D-AFE8-B885FB723D85}"/>
    <dgm:cxn modelId="{B85B8A65-27B7-4B4F-A48A-199B9D2E6D35}" type="parOf" srcId="{04BE9AEC-4552-474D-B071-212C041E0A84}" destId="{32B6E68A-4A4F-4AD7-83CD-F8175BCBCA64}" srcOrd="7" destOrd="0" parTransId="{1C706831-F717-4F53-883B-B1360AA9AC7D}" sibTransId="{20BF1F8A-19B8-45CB-9B10-4160ABBE06C0}"/>
    <dgm:cxn modelId="{EC8C6746-808B-47C7-8480-64BCD1E94515}" type="presOf" srcId="{04BE9AEC-4552-474D-B071-212C041E0A84}" destId="{EFDFAC03-7954-429E-A62B-58C691FD5CEA}" srcOrd="0" destOrd="0" presId="urn:microsoft.com/office/officeart/2005/8/layout/vList2"/>
    <dgm:cxn modelId="{1D942A47-B72A-4E69-9500-4819B447EF64}" type="presOf" srcId="{FFB3B67C-1440-48A0-8A3C-215F535DAEB6}" destId="{2E63C274-9DA8-45B8-82CD-443D3F0D4117}" srcOrd="0" destOrd="0" presId="urn:microsoft.com/office/officeart/2005/8/layout/vList2"/>
    <dgm:cxn modelId="{CFC94C55-EB71-4B8A-A7FA-9C147C383FD1}" type="parOf" srcId="{901C6586-BCBD-4CE4-9830-89F1D9B4AE5F}" destId="{F0C0F86B-80BD-4520-9E83-6DC0219129D8}" srcOrd="6" destOrd="0" parTransId="{44D45EBF-5242-4CF5-A5A8-AFAF60963F21}" sibTransId="{DC995CE2-13AC-4CE2-AAC5-1607B79F7671}"/>
    <dgm:cxn modelId="{4D0E3B83-6833-441A-8118-96718D68C6AA}" type="parOf" srcId="{901C6586-BCBD-4CE4-9830-89F1D9B4AE5F}" destId="{6EA496EA-1116-4392-82B2-3ABB000E63A9}" srcOrd="1" destOrd="0" parTransId="{AF68B59F-D7C0-4C91-BEDC-861FD980CEAD}" sibTransId="{24950D9D-C797-4876-8F64-C13AC3960C8E}"/>
    <dgm:cxn modelId="{FAD3268B-E4F1-48AB-8C19-D586D836EA40}" type="presOf" srcId="{A0DAAF04-7AA3-4F22-9190-45111789109B}" destId="{920EF786-34AE-4CDF-83CF-7A159AE4B3C9}" srcOrd="0" destOrd="0" presId="urn:microsoft.com/office/officeart/2005/8/layout/vList2"/>
    <dgm:cxn modelId="{FC89439E-1552-46F2-8777-1A8BC6AE4F45}" type="presOf" srcId="{6EF8C836-5809-4119-98F0-335893544027}" destId="{6A65C1F9-B100-46A8-9C4E-C0AD1F6897D8}" srcOrd="0" destOrd="4" presId="urn:microsoft.com/office/officeart/2005/8/layout/vList2"/>
    <dgm:cxn modelId="{10A12EA6-BA59-48C5-9067-97E7AC23BB46}" type="parOf" srcId="{04BE9AEC-4552-474D-B071-212C041E0A84}" destId="{CCF1C336-351A-4986-8966-7334DAD19C58}" srcOrd="3" destOrd="0" parTransId="{0F3FDFDB-28D8-441A-95DB-FBAEEF23CCF9}" sibTransId="{45F2E657-D8BE-409C-8503-980B9C48BDAC}"/>
    <dgm:cxn modelId="{B1F385A6-FE47-4AB4-96E8-EFCE0CA60E39}" type="parOf" srcId="{901C6586-BCBD-4CE4-9830-89F1D9B4AE5F}" destId="{D97B27A1-5A4D-4301-8556-F5EAABCCE635}" srcOrd="4" destOrd="0" parTransId="{BB6EFE5A-55CD-474F-8C7E-F27622450C45}" sibTransId="{F4007C5F-1DBD-402D-B72E-37ADD6DC429A}"/>
    <dgm:cxn modelId="{07D75AB2-D22E-49BF-9A3B-78AE14B504CE}" type="presOf" srcId="{901C6586-BCBD-4CE4-9830-89F1D9B4AE5F}" destId="{87195878-9623-4A53-B73A-3510AE5062C5}" srcOrd="0" destOrd="0" presId="urn:microsoft.com/office/officeart/2005/8/layout/vList2"/>
    <dgm:cxn modelId="{4CF470B3-41B6-4B42-AC9D-A70FAF68B449}" type="presOf" srcId="{CCF1C336-351A-4986-8966-7334DAD19C58}" destId="{6A65C1F9-B100-46A8-9C4E-C0AD1F6897D8}" srcOrd="0" destOrd="3" presId="urn:microsoft.com/office/officeart/2005/8/layout/vList2"/>
    <dgm:cxn modelId="{827569BF-6414-44BA-9C08-F4811FA8B7B8}" type="presOf" srcId="{73AC3690-75D5-41BB-9A06-C03A7F64BBF2}" destId="{60CFC448-A2E9-471D-B823-5CCB0A6A8936}" srcOrd="0" destOrd="0" presId="urn:microsoft.com/office/officeart/2005/8/layout/vList2"/>
    <dgm:cxn modelId="{B9487BC8-723F-4399-9032-A115D4BA276C}" type="presOf" srcId="{508B34B0-8822-4B9D-8509-C86242B3F0FC}" destId="{A04F6C91-AEBF-4847-980F-C23A5906DCBB}" srcOrd="0" destOrd="0" presId="urn:microsoft.com/office/officeart/2005/8/layout/vList2"/>
    <dgm:cxn modelId="{E7E93ECF-F918-4024-BD3A-A12D6C61E8D6}" type="parOf" srcId="{04BE9AEC-4552-474D-B071-212C041E0A84}" destId="{FFE4DFC2-83E3-4B88-8AA1-C916996E5F7B}" srcOrd="6" destOrd="0" parTransId="{1E4834AA-6831-4C05-8916-8D82BEAE1FE8}" sibTransId="{7784081E-86D0-433D-B238-1E93EE868D2E}"/>
    <dgm:cxn modelId="{31835AD6-F378-469D-8CFC-50022F13F148}" type="presOf" srcId="{6EA496EA-1116-4392-82B2-3ABB000E63A9}" destId="{588B54E1-05A8-4440-8F0D-96AD752098A3}" srcOrd="0" destOrd="0" presId="urn:microsoft.com/office/officeart/2005/8/layout/vList2"/>
    <dgm:cxn modelId="{5F11CBD9-5FBA-426E-9584-4988C06405BC}" type="parOf" srcId="{901C6586-BCBD-4CE4-9830-89F1D9B4AE5F}" destId="{FFB3B67C-1440-48A0-8A3C-215F535DAEB6}" srcOrd="0" destOrd="0" parTransId="{518085CE-D40D-4424-BF63-7CD1ED0A1257}" sibTransId="{DBE34E57-ADC3-4EFA-814C-31040430D082}"/>
    <dgm:cxn modelId="{0574F8D9-6724-4C38-A8B7-67928FF56A92}" type="presOf" srcId="{1B7537CF-254E-4683-88E0-15B5AC4525D1}" destId="{6A65C1F9-B100-46A8-9C4E-C0AD1F6897D8}" srcOrd="0" destOrd="1" presId="urn:microsoft.com/office/officeart/2005/8/layout/vList2"/>
    <dgm:cxn modelId="{1F7D7ADB-BC6B-4821-8390-EED4BFAE4065}" type="presOf" srcId="{D97B27A1-5A4D-4301-8556-F5EAABCCE635}" destId="{99CE9A2F-1CEC-4ABF-B168-15D47293304F}" srcOrd="0" destOrd="0" presId="urn:microsoft.com/office/officeart/2005/8/layout/vList2"/>
    <dgm:cxn modelId="{98AB5AE7-2320-4DEC-9822-EA4B08DACCC3}" type="presOf" srcId="{32B6E68A-4A4F-4AD7-83CD-F8175BCBCA64}" destId="{6A65C1F9-B100-46A8-9C4E-C0AD1F6897D8}" srcOrd="0" destOrd="7" presId="urn:microsoft.com/office/officeart/2005/8/layout/vList2"/>
    <dgm:cxn modelId="{DD17C3E7-9C5D-4FA0-9035-99B3043CF779}" type="parOf" srcId="{901C6586-BCBD-4CE4-9830-89F1D9B4AE5F}" destId="{04BE9AEC-4552-474D-B071-212C041E0A84}" srcOrd="5" destOrd="0" parTransId="{3CD93CC9-3E9F-4F4B-9788-E7167ABD90EA}" sibTransId="{6DF7C04D-DC26-4403-B017-3946977266C3}"/>
    <dgm:cxn modelId="{4AF856F7-A575-4582-B33C-F101922D292C}" type="presOf" srcId="{81994E72-8066-4A33-9CF0-BDC3BFED4B91}" destId="{6A65C1F9-B100-46A8-9C4E-C0AD1F6897D8}" srcOrd="0" destOrd="2" presId="urn:microsoft.com/office/officeart/2005/8/layout/vList2"/>
    <dgm:cxn modelId="{5B475918-8458-4E3F-8FDE-CBCDC36D4A12}" type="presParOf" srcId="{87195878-9623-4A53-B73A-3510AE5062C5}" destId="{2E63C274-9DA8-45B8-82CD-443D3F0D4117}" srcOrd="0" destOrd="0" presId="urn:microsoft.com/office/officeart/2005/8/layout/vList2"/>
    <dgm:cxn modelId="{027A12C7-1024-48CF-9DFB-75F634AC119C}" type="presParOf" srcId="{87195878-9623-4A53-B73A-3510AE5062C5}" destId="{0ED22298-B8E4-4CC6-A1C0-09FB0D12D12D}" srcOrd="1" destOrd="0" presId="urn:microsoft.com/office/officeart/2005/8/layout/vList2"/>
    <dgm:cxn modelId="{85AE3E9F-9EBC-4FDC-9CB9-946AC061D882}" type="presParOf" srcId="{87195878-9623-4A53-B73A-3510AE5062C5}" destId="{588B54E1-05A8-4440-8F0D-96AD752098A3}" srcOrd="2" destOrd="0" presId="urn:microsoft.com/office/officeart/2005/8/layout/vList2"/>
    <dgm:cxn modelId="{B994135C-0EC1-4EA0-98A0-C49DAD3B081D}" type="presParOf" srcId="{87195878-9623-4A53-B73A-3510AE5062C5}" destId="{9EB2A054-C719-46C0-9B55-010E4B78980E}" srcOrd="3" destOrd="0" presId="urn:microsoft.com/office/officeart/2005/8/layout/vList2"/>
    <dgm:cxn modelId="{E2906EFB-0CED-4A1A-AAF3-A07A3C15B7B3}" type="presParOf" srcId="{87195878-9623-4A53-B73A-3510AE5062C5}" destId="{920EF786-34AE-4CDF-83CF-7A159AE4B3C9}" srcOrd="4" destOrd="0" presId="urn:microsoft.com/office/officeart/2005/8/layout/vList2"/>
    <dgm:cxn modelId="{31E9E98B-E835-44FA-8048-6910B8C6C9CB}" type="presParOf" srcId="{87195878-9623-4A53-B73A-3510AE5062C5}" destId="{2E27A52A-8957-471F-AA16-F337D37061A8}" srcOrd="5" destOrd="0" presId="urn:microsoft.com/office/officeart/2005/8/layout/vList2"/>
    <dgm:cxn modelId="{87687FE9-9F82-4121-A0AA-AF853B8A0D6C}" type="presParOf" srcId="{87195878-9623-4A53-B73A-3510AE5062C5}" destId="{60CFC448-A2E9-471D-B823-5CCB0A6A8936}" srcOrd="6" destOrd="0" presId="urn:microsoft.com/office/officeart/2005/8/layout/vList2"/>
    <dgm:cxn modelId="{050D95BE-1BBD-4792-BB41-80F4980C3D27}" type="presParOf" srcId="{87195878-9623-4A53-B73A-3510AE5062C5}" destId="{0BC88EDA-9496-41A5-A1CB-3951BE1A3A94}" srcOrd="7" destOrd="0" presId="urn:microsoft.com/office/officeart/2005/8/layout/vList2"/>
    <dgm:cxn modelId="{C84C3944-EDCA-4BEE-A62F-E0192F0FE96A}" type="presParOf" srcId="{87195878-9623-4A53-B73A-3510AE5062C5}" destId="{99CE9A2F-1CEC-4ABF-B168-15D47293304F}" srcOrd="8" destOrd="0" presId="urn:microsoft.com/office/officeart/2005/8/layout/vList2"/>
    <dgm:cxn modelId="{EA66A9D7-CE7B-4F46-840F-3FC0EEC83C51}" type="presParOf" srcId="{87195878-9623-4A53-B73A-3510AE5062C5}" destId="{98426BBA-1F64-4AFA-8957-D78168382DF4}" srcOrd="9" destOrd="0" presId="urn:microsoft.com/office/officeart/2005/8/layout/vList2"/>
    <dgm:cxn modelId="{985E69CA-0E5B-428B-8D39-41E97FE1E5DC}" type="presParOf" srcId="{87195878-9623-4A53-B73A-3510AE5062C5}" destId="{EFDFAC03-7954-429E-A62B-58C691FD5CEA}" srcOrd="10" destOrd="0" presId="urn:microsoft.com/office/officeart/2005/8/layout/vList2"/>
    <dgm:cxn modelId="{83573241-D0AB-4C0D-A1F5-CB8E1022C968}" type="presParOf" srcId="{87195878-9623-4A53-B73A-3510AE5062C5}" destId="{6A65C1F9-B100-46A8-9C4E-C0AD1F6897D8}" srcOrd="11" destOrd="0" presId="urn:microsoft.com/office/officeart/2005/8/layout/vList2"/>
    <dgm:cxn modelId="{D722051E-A16F-4A16-95EE-AAE91990F0F4}" type="presParOf" srcId="{87195878-9623-4A53-B73A-3510AE5062C5}" destId="{924A46D7-53D3-4C2B-A0D4-9593D2A096BF}" srcOrd="12" destOrd="0" presId="urn:microsoft.com/office/officeart/2005/8/layout/vList2"/>
    <dgm:cxn modelId="{4D0230EF-8824-40DC-9612-2FD5C37D4C1D}" type="presParOf" srcId="{87195878-9623-4A53-B73A-3510AE5062C5}" destId="{32B0200A-C088-4154-AC6B-FBD63EA3629B}" srcOrd="13" destOrd="0" presId="urn:microsoft.com/office/officeart/2005/8/layout/vList2"/>
    <dgm:cxn modelId="{2318F9B4-15F5-44D3-BC47-52FC9C2DDABD}" type="presParOf" srcId="{87195878-9623-4A53-B73A-3510AE5062C5}" destId="{A04F6C91-AEBF-4847-980F-C23A5906DCBB}" srcOrd="14" destOrd="0" presId="urn:microsoft.com/office/officeart/2005/8/layout/vList2"/>
  </dgm:cxnLst>
  <dgm:bg>
    <a:solidFill>
      <a:schemeClr val="accent2"/>
    </a:solidFill>
  </dgm:bg>
  <dgm:whole/>
  <dgm:extLst>
    <a:ext uri="http://schemas.microsoft.com/office/drawing/2008/diagram">
      <dsp:dataModelExt xmlns:dsp="http://schemas.microsoft.com/office/drawing/2008/diagram" relId="rId4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901C6586-BCBD-4CE4-9830-89F1D9B4AE5F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 phldr="1"/>
      <dgm:spPr bwMode="auto"/>
      <dgm:t>
        <a:bodyPr/>
        <a:lstStyle/>
        <a:p>
          <a:pPr>
            <a:defRPr/>
          </a:pPr>
          <a:endParaRPr lang="it-IT"/>
        </a:p>
      </dgm:t>
    </dgm:pt>
    <dgm:pt modelId="{FFB3B67C-1440-48A0-8A3C-215F535DAEB6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Cereali contenenti glutine </a:t>
          </a: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e prodotti </a:t>
          </a: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derivati</a:t>
          </a:r>
          <a:endParaRPr/>
        </a:p>
      </dgm:t>
    </dgm:pt>
    <dgm:pt modelId="{518085CE-D40D-4424-BF63-7CD1ED0A1257}" type="parTrans" cxnId="{5F11CBD9-5FBA-426E-9584-4988C06405B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DBE34E57-ADC3-4EFA-814C-31040430D082}" type="sibTrans" cxnId="{5F11CBD9-5FBA-426E-9584-4988C06405B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6EA496EA-1116-4392-82B2-3ABB000E63A9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Uova e prodotti a base di uova</a:t>
          </a:r>
          <a:endParaRPr/>
        </a:p>
      </dgm:t>
    </dgm:pt>
    <dgm:pt modelId="{AF68B59F-D7C0-4C91-BEDC-861FD980CEAD}" type="parTrans" cxnId="{4D0E3B83-6833-441A-8118-96718D68C6AA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24950D9D-C797-4876-8F64-C13AC3960C8E}" type="sibTrans" cxnId="{4D0E3B83-6833-441A-8118-96718D68C6AA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508B34B0-8822-4B9D-8509-C86242B3F0FC}" type="node">
      <dgm:prSet phldrT="[Testo]" custT="1"/>
      <dgm:spPr bwMode="auto"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>
            <a:defRPr/>
          </a:pPr>
          <a:r>
            <a:rPr lang="it-IT" sz="1200" b="1">
              <a:solidFill>
                <a:schemeClr val="accent2">
                  <a:lumMod val="50000"/>
                </a:schemeClr>
              </a:solidFill>
            </a:rPr>
            <a:t>+ Aggiungi allergene</a:t>
          </a:r>
          <a:endParaRPr/>
        </a:p>
      </dgm:t>
    </dgm:pt>
    <dgm:pt modelId="{EAFBB4BE-EB34-4DE9-B37A-E90832B60FFA}" type="parTrans" cxnId="{B7E32D36-B923-43E1-B2CE-694DD99F3081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46A9A74D-28EB-459B-B131-E8A65D94C2ED}" type="sibTrans" cxnId="{B7E32D36-B923-43E1-B2CE-694DD99F3081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32B6E68A-4A4F-4AD7-83CD-F8175BCBCA64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C706831-F717-4F53-883B-B1360AA9AC7D}" type="parTrans" cxnId="{B85B8A65-27B7-4B4F-A48A-199B9D2E6D3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0BF1F8A-19B8-45CB-9B10-4160ABBE06C0}" type="sibTrans" cxnId="{B85B8A65-27B7-4B4F-A48A-199B9D2E6D3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0DAAF04-7AA3-4F22-9190-45111789109B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Latte e prodotti a base di latte</a:t>
          </a:r>
          <a:endParaRPr/>
        </a:p>
      </dgm:t>
    </dgm:pt>
    <dgm:pt modelId="{7DAEC203-3C7C-436D-AFE8-B885FB723D85}" type="sibTrans" cxnId="{DDC82E43-C7DD-40B2-956E-47F81491CDE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519D677F-6421-4B03-977C-6050410474A4}" type="parTrans" cxnId="{DDC82E43-C7DD-40B2-956E-47F81491CDE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C34A7D7A-9576-4FF6-A2D7-6570D2CE2B8A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0B94145-BE76-470E-8FFD-BB60C4FCD4CA}" type="parTrans" cxnId="{FD660CBE-2CF5-42EC-8AF9-679D895F3C8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7B86293-2F6E-4101-A11D-426BDDC0EA25}" type="sibTrans" cxnId="{FD660CBE-2CF5-42EC-8AF9-679D895F3C8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2047BF9-A353-4F3C-A439-D96C407B9F0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2086C2B-74CC-4B35-B2BF-BCAE78CDA663}" type="parTrans" cxnId="{E572CAAE-71B4-4325-89E0-64FCDEA29C9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3B0A022-0FFB-4040-B1DD-3816346EA22E}" type="sibTrans" cxnId="{E572CAAE-71B4-4325-89E0-64FCDEA29C9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CE0415A-EA7E-43E6-B296-E823DA52C3E7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C02ED2E-FE65-49F0-A336-729CC8871527}" type="parTrans" cxnId="{8F1BB440-FCE1-410A-833B-35AB93E1E2C9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4C4395D-AE35-4042-ADF9-3FAD159F2FB1}" type="sibTrans" cxnId="{8F1BB440-FCE1-410A-833B-35AB93E1E2C9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52BB327-7C1D-4E3A-B7EF-E38365B17D7F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88E99E5-E93D-4B20-B245-67F822D41D0F}" type="parTrans" cxnId="{2AE79A6E-A8BB-4A3F-94E2-2A598D0C039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D3A8F43-FEAF-4DD5-AA09-6CDA1232D4B2}" type="sibTrans" cxnId="{2AE79A6E-A8BB-4A3F-94E2-2A598D0C039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0AE0E32-10DD-47C1-96AD-AF530C66C69F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AA467C5-10D8-403F-BA8D-BFCC130A425C}" type="parTrans" cxnId="{A96476CA-D1B5-44F9-9949-520AD730380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EE5D31C-34CC-4DAD-B4C3-5DD3F7C41B85}" type="sibTrans" cxnId="{A96476CA-D1B5-44F9-9949-520AD730380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FB50813-E4F9-4251-A4BC-99F4EBDB6D0F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C09961B3-4796-43AE-96C7-E2854E4E95D7}" type="parTrans" cxnId="{D9EF36C3-A46A-4E11-B4C0-6A628044D22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FBA3D7A3-4780-4F1C-855F-2AD9D20B7032}" type="sibTrans" cxnId="{D9EF36C3-A46A-4E11-B4C0-6A628044D22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386D88B-396C-48A0-B8B3-DDC7DD755106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1B81EEC-407E-44C2-A435-18144803555A}" type="parTrans" cxnId="{8CD4D00E-EB2C-46B9-B893-6652049FCB5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CA51C94-3F2D-4EDD-BAED-39580F2B5FAC}" type="sibTrans" cxnId="{8CD4D00E-EB2C-46B9-B893-6652049FCB5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432918B-338E-4857-9F62-37E85883726A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9B13764-165B-40E4-9392-FE5D8D14CCBA}" type="parTrans" cxnId="{135D7BEA-3A80-4F09-A1FF-C9D11B398AF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CB420957-73CE-4141-B49B-F6619252C1E5}" type="sibTrans" cxnId="{135D7BEA-3A80-4F09-A1FF-C9D11B398AF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844263D-2440-4798-B552-36A93B2AFAB1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F5517B3-C4EE-4F19-AEA3-0CEFBDDCC5C9}" type="parTrans" cxnId="{C97AD203-857D-4C7D-9461-DB2B94885A8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C412F20-2E27-439F-8A7A-E1BAC0A6E9BA}" type="sibTrans" cxnId="{C97AD203-857D-4C7D-9461-DB2B94885A8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C9D5C68-6FCA-4A10-980A-33E11658865B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5C080D9-7998-4F50-8D45-825B25DCD512}" type="parTrans" cxnId="{1BF672CF-E1A3-4F5D-B648-482844D04C03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212E12E-385E-41E0-B53E-F948B797600D}" type="sibTrans" cxnId="{1BF672CF-E1A3-4F5D-B648-482844D04C03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638AB69-7239-4385-87A9-010C4FF9B007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E83447B-1AB4-451A-A1A6-3ABD965CF691}" type="parTrans" cxnId="{1243DCC8-42AD-49AA-93E8-F1C1AD188C3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B2FE155-865C-4F6B-9B2B-8548AC163E2E}" type="sibTrans" cxnId="{1243DCC8-42AD-49AA-93E8-F1C1AD188C3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B58BD59-636A-4FE6-A40D-0833FB603B00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BBEDE51-F33E-4C9C-A8A2-A1A6827E7EE9}" type="parTrans" cxnId="{06E14152-B839-4161-8FFE-8A65F019E37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CE0364A-BBB8-471B-8DC9-72865C561CFC}" type="sibTrans" cxnId="{06E14152-B839-4161-8FFE-8A65F019E37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17ACEB7-010C-4DEB-B58D-581CB7427475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2A92083-BEF8-48AF-BB93-86E9154A27F3}" type="parTrans" cxnId="{707C5A6D-100E-4E3E-ADE7-9F59D266F88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4541D56-2B87-4071-AF57-D565B29C9F5E}" type="sibTrans" cxnId="{707C5A6D-100E-4E3E-ADE7-9F59D266F88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389B19E-1899-4F2C-82AB-0EB53E354BF4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E30DF53-89B9-4DAC-B9F2-249480BBA67D}" type="parTrans" cxnId="{3471C0E8-EC31-4315-81C3-9929CFFE970F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6B2617F-83E8-4A87-BC2F-863B0D9F1899}" type="sibTrans" cxnId="{3471C0E8-EC31-4315-81C3-9929CFFE970F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73A2A02-CD75-4BE2-9405-002E606E9995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4631488-F0B1-491C-914F-76E4CF04B6E4}" type="parTrans" cxnId="{C8E44EEB-8ABD-48A1-8A47-088DC6DB768E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E6D53D1-48DA-486A-8547-7350941664DC}" type="sibTrans" cxnId="{C8E44EEB-8ABD-48A1-8A47-088DC6DB768E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C9A7F4F6-8A47-4ED0-AA4B-5FDE33E534D3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96E119F-FF69-4EE8-9F83-6B154E7DDA22}" type="parTrans" cxnId="{161D42FF-2957-4609-B458-FFBBE222441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3954DD8-D408-44E6-96BA-417CCEA76CA6}" type="sibTrans" cxnId="{161D42FF-2957-4609-B458-FFBBE222441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FAF025BF-D22F-4618-A1C6-B73B104074E3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CEBD54A-5FF9-4520-8D27-422579A83F10}" type="parTrans" cxnId="{DC2D0E1F-B65F-459A-91B7-FDA2792EC4A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8241217-5FDE-47B0-B45F-D1FC788ABA52}" type="sibTrans" cxnId="{DC2D0E1F-B65F-459A-91B7-FDA2792EC4A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6C1D3AC-4E1E-4207-AAF3-48F6286EB818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16AE1A0-4A85-440E-8D1D-E88720F2AA97}" type="parTrans" cxnId="{25047110-F888-4DCC-9191-F10C0AF02413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4EE6A8A-6B36-4586-B550-E39804E8F92A}" type="sibTrans" cxnId="{25047110-F888-4DCC-9191-F10C0AF02413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112AADC-B90B-4409-886C-74D8914FBA90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63FE461-EB55-422D-82D0-C92AFF7A0F6A}" type="parTrans" cxnId="{01E1DA61-20FA-4656-B020-7182F6EA12F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F358168-077C-4822-934A-1E887F958ECA}" type="sibTrans" cxnId="{01E1DA61-20FA-4656-B020-7182F6EA12F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BF0969C-9363-4AAE-AC35-B61B5CF042BC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1F35008-D55D-407F-ABDE-4B1DB123579C}" type="parTrans" cxnId="{3CC53FB2-908B-4BCA-9F2D-36B4708A553E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E5B4BDF-9393-4EE6-8B37-4F3CE75E9A52}" type="sibTrans" cxnId="{3CC53FB2-908B-4BCA-9F2D-36B4708A553E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1B43E14-8216-4550-8E33-3EC59F2423C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69E2B12-3987-4C45-9E46-4263F458446D}" type="parTrans" cxnId="{0CBEEE25-9303-4605-B24B-CF6BD72576DD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79BBC1F-08BE-415F-8ADA-BDBB9A58E67C}" type="sibTrans" cxnId="{0CBEEE25-9303-4605-B24B-CF6BD72576DD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527CF90-2636-4A37-8562-22BB4FF1529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3F896ED-7E3D-4360-9602-C2874C608373}" type="parTrans" cxnId="{117AA14E-48D4-46B9-822B-5A556FFF77C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F4DEBA9-FB8F-481C-B471-857A83309FBC}" type="sibTrans" cxnId="{117AA14E-48D4-46B9-822B-5A556FFF77C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28D5B42-8B89-4AC7-8BAC-C8B3759D325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5612D30-4F9E-40FC-8BAB-9998422A09C7}" type="parTrans" cxnId="{71570C21-101F-48E8-BED3-B4627B240FF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0A87C9B-8E9E-4717-9872-D01B16379833}" type="sibTrans" cxnId="{71570C21-101F-48E8-BED3-B4627B240FF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41F902F-C66D-488A-8DD8-597A3019E2C7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8B6770A-755A-4722-B974-5093021C5A09}" type="parTrans" cxnId="{FC4E8ED7-220E-4BC1-B6AF-8ACEDACC20C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F21C6AF-E34D-447C-89B5-ABEA023C79C6}" type="sibTrans" cxnId="{FC4E8ED7-220E-4BC1-B6AF-8ACEDACC20C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7195878-9623-4A53-B73A-3510AE5062C5}" type="pres">
      <dgm:prSet presAssocID="{901C6586-BCBD-4CE4-9830-89F1D9B4AE5F}" presName="linear" presStyleCnt="0">
        <dgm:presLayoutVars>
          <dgm:animLvl val="lvl"/>
          <dgm:resizeHandles val="exact"/>
        </dgm:presLayoutVars>
      </dgm:prSet>
      <dgm:spPr bwMode="auto"/>
    </dgm:pt>
    <dgm:pt modelId="{2E63C274-9DA8-45B8-82CD-443D3F0D4117}" type="pres">
      <dgm:prSet custLinFactNeighborX="-2184" custLinFactNeighborY="-100000" custLinFactY="-68734" presAssocID="{FFB3B67C-1440-48A0-8A3C-215F535DAEB6}" presName="parentText" presStyleLbl="node1" presStyleIdx="0" presStyleCnt="4">
        <dgm:presLayoutVars>
          <dgm:chMax val="0"/>
          <dgm:bulletEnabled val="1"/>
        </dgm:presLayoutVars>
      </dgm:prSet>
      <dgm:spPr bwMode="auto"/>
    </dgm:pt>
    <dgm:pt modelId="{0ED22298-B8E4-4CC6-A1C0-09FB0D12D12D}" type="pres">
      <dgm:prSet presAssocID="{DBE34E57-ADC3-4EFA-814C-31040430D082}" presName="spacer" presStyleCnt="0"/>
      <dgm:spPr bwMode="auto"/>
    </dgm:pt>
    <dgm:pt modelId="{588B54E1-05A8-4440-8F0D-96AD752098A3}" type="pres">
      <dgm:prSet presAssocID="{6EA496EA-1116-4392-82B2-3ABB000E63A9}" presName="parentText" presStyleLbl="node1" presStyleIdx="1" presStyleCnt="4">
        <dgm:presLayoutVars>
          <dgm:chMax val="0"/>
          <dgm:bulletEnabled val="1"/>
        </dgm:presLayoutVars>
      </dgm:prSet>
      <dgm:spPr bwMode="auto"/>
    </dgm:pt>
    <dgm:pt modelId="{9EB2A054-C719-46C0-9B55-010E4B78980E}" type="pres">
      <dgm:prSet presAssocID="{24950D9D-C797-4876-8F64-C13AC3960C8E}" presName="spacer" presStyleCnt="0"/>
      <dgm:spPr bwMode="auto"/>
    </dgm:pt>
    <dgm:pt modelId="{920EF786-34AE-4CDF-83CF-7A159AE4B3C9}" type="pres">
      <dgm:prSet presAssocID="{A0DAAF04-7AA3-4F22-9190-45111789109B}" presName="parentText" presStyleLbl="node1" presStyleIdx="2" presStyleCnt="4">
        <dgm:presLayoutVars>
          <dgm:chMax val="0"/>
          <dgm:bulletEnabled val="1"/>
        </dgm:presLayoutVars>
      </dgm:prSet>
      <dgm:spPr bwMode="auto"/>
    </dgm:pt>
    <dgm:pt modelId="{07C4600B-39FA-46BA-A953-69A47F2CFAAA}" type="pres">
      <dgm:prSet presAssocID="{A0DAAF04-7AA3-4F22-9190-45111789109B}" presName="childText" presStyleLbl="revTx" presStyleIdx="0" presStyleCnt="1">
        <dgm:presLayoutVars>
          <dgm:bulletEnabled val="1"/>
        </dgm:presLayoutVars>
      </dgm:prSet>
      <dgm:spPr bwMode="auto"/>
    </dgm:pt>
    <dgm:pt modelId="{A04F6C91-AEBF-4847-980F-C23A5906DCBB}" type="pres">
      <dgm:prSet custLinFactNeighborX="745" custLinFactNeighborY="200000" custLinFactY="140631" presAssocID="{508B34B0-8822-4B9D-8509-C86242B3F0FC}" presName="parentText" presStyleLbl="node1" presStyleIdx="3" presStyleCnt="4">
        <dgm:presLayoutVars>
          <dgm:chMax val="0"/>
          <dgm:bulletEnabled val="1"/>
        </dgm:presLayoutVars>
      </dgm:prSet>
      <dgm:spPr bwMode="auto"/>
    </dgm:pt>
  </dgm:ptLst>
  <dgm:cxnLst>
    <dgm:cxn modelId="{C97AD203-857D-4C7D-9461-DB2B94885A82}" type="parOf" srcId="{A0DAAF04-7AA3-4F22-9190-45111789109B}" destId="{5844263D-2440-4798-B552-36A93B2AFAB1}" srcOrd="8" destOrd="0" parTransId="{9F5517B3-C4EE-4F19-AEA3-0CEFBDDCC5C9}" sibTransId="{2C412F20-2E27-439F-8A7A-E1BAC0A6E9BA}"/>
    <dgm:cxn modelId="{8CD4D00E-EB2C-46B9-B893-6652049FCB55}" type="parOf" srcId="{A0DAAF04-7AA3-4F22-9190-45111789109B}" destId="{8386D88B-396C-48A0-B8B3-DDC7DD755106}" srcOrd="6" destOrd="0" parTransId="{91B81EEC-407E-44C2-A435-18144803555A}" sibTransId="{4CA51C94-3F2D-4EDD-BAED-39580F2B5FAC}"/>
    <dgm:cxn modelId="{25047110-F888-4DCC-9191-F10C0AF02413}" type="parOf" srcId="{A0DAAF04-7AA3-4F22-9190-45111789109B}" destId="{D6C1D3AC-4E1E-4207-AAF3-48F6286EB818}" srcOrd="17" destOrd="0" parTransId="{016AE1A0-4A85-440E-8D1D-E88720F2AA97}" sibTransId="{A4EE6A8A-6B36-4586-B550-E39804E8F92A}"/>
    <dgm:cxn modelId="{9919BE1E-FE1F-4EE1-8B3F-4C86C3188EDC}" type="presOf" srcId="{E527CF90-2636-4A37-8562-22BB4FF1529E}" destId="{07C4600B-39FA-46BA-A953-69A47F2CFAAA}" srcOrd="0" destOrd="21" presId="urn:microsoft.com/office/officeart/2005/8/layout/vList2"/>
    <dgm:cxn modelId="{DC2D0E1F-B65F-459A-91B7-FDA2792EC4A2}" type="parOf" srcId="{A0DAAF04-7AA3-4F22-9190-45111789109B}" destId="{FAF025BF-D22F-4618-A1C6-B73B104074E3}" srcOrd="16" destOrd="0" parTransId="{ACEBD54A-5FF9-4520-8D27-422579A83F10}" sibTransId="{58241217-5FDE-47B0-B45F-D1FC788ABA52}"/>
    <dgm:cxn modelId="{71570C21-101F-48E8-BED3-B4627B240FFA}" type="parOf" srcId="{A0DAAF04-7AA3-4F22-9190-45111789109B}" destId="{128D5B42-8B89-4AC7-8BAC-C8B3759D325E}" srcOrd="22" destOrd="0" parTransId="{45612D30-4F9E-40FC-8BAB-9998422A09C7}" sibTransId="{90A87C9B-8E9E-4717-9872-D01B16379833}"/>
    <dgm:cxn modelId="{1EB3AD21-F4DB-4D2B-9CB5-27E9BE9E791E}" type="presOf" srcId="{0112AADC-B90B-4409-886C-74D8914FBA90}" destId="{07C4600B-39FA-46BA-A953-69A47F2CFAAA}" srcOrd="0" destOrd="18" presId="urn:microsoft.com/office/officeart/2005/8/layout/vList2"/>
    <dgm:cxn modelId="{0CBEEE25-9303-4605-B24B-CF6BD72576DD}" type="parOf" srcId="{A0DAAF04-7AA3-4F22-9190-45111789109B}" destId="{E1B43E14-8216-4550-8E33-3EC59F2423CE}" srcOrd="20" destOrd="0" parTransId="{669E2B12-3987-4C45-9E46-4263F458446D}" sibTransId="{779BBC1F-08BE-415F-8ADA-BDBB9A58E67C}"/>
    <dgm:cxn modelId="{EE4FFC30-0341-40FE-A06C-D0EA27CF6D28}" type="presOf" srcId="{A41F902F-C66D-488A-8DD8-597A3019E2C7}" destId="{07C4600B-39FA-46BA-A953-69A47F2CFAAA}" srcOrd="0" destOrd="23" presId="urn:microsoft.com/office/officeart/2005/8/layout/vList2"/>
    <dgm:cxn modelId="{8C07B635-4C76-4BC1-A3B5-4F0B7DC38D29}" type="presOf" srcId="{D6C1D3AC-4E1E-4207-AAF3-48F6286EB818}" destId="{07C4600B-39FA-46BA-A953-69A47F2CFAAA}" srcOrd="0" destOrd="17" presId="urn:microsoft.com/office/officeart/2005/8/layout/vList2"/>
    <dgm:cxn modelId="{B7E32D36-B923-43E1-B2CE-694DD99F3081}" type="parOf" srcId="{901C6586-BCBD-4CE4-9830-89F1D9B4AE5F}" destId="{508B34B0-8822-4B9D-8509-C86242B3F0FC}" srcOrd="3" destOrd="0" parTransId="{EAFBB4BE-EB34-4DE9-B37A-E90832B60FFA}" sibTransId="{46A9A74D-28EB-459B-B131-E8A65D94C2ED}"/>
    <dgm:cxn modelId="{98D9C03C-5D24-47D0-B701-664E30C10D17}" type="presOf" srcId="{FAF025BF-D22F-4618-A1C6-B73B104074E3}" destId="{07C4600B-39FA-46BA-A953-69A47F2CFAAA}" srcOrd="0" destOrd="16" presId="urn:microsoft.com/office/officeart/2005/8/layout/vList2"/>
    <dgm:cxn modelId="{8F1BB440-FCE1-410A-833B-35AB93E1E2C9}" type="parOf" srcId="{A0DAAF04-7AA3-4F22-9190-45111789109B}" destId="{BCE0415A-EA7E-43E6-B296-E823DA52C3E7}" srcOrd="2" destOrd="0" parTransId="{6C02ED2E-FE65-49F0-A336-729CC8871527}" sibTransId="{D4C4395D-AE35-4042-ADF9-3FAD159F2FB1}"/>
    <dgm:cxn modelId="{01E1DA61-20FA-4656-B020-7182F6EA12FC}" type="parOf" srcId="{A0DAAF04-7AA3-4F22-9190-45111789109B}" destId="{0112AADC-B90B-4409-886C-74D8914FBA90}" srcOrd="18" destOrd="0" parTransId="{663FE461-EB55-422D-82D0-C92AFF7A0F6A}" sibTransId="{3F358168-077C-4822-934A-1E887F958ECA}"/>
    <dgm:cxn modelId="{44C05742-DB24-4C11-A5FC-3691F6D87F25}" type="presOf" srcId="{20AE0E32-10DD-47C1-96AD-AF530C66C69F}" destId="{07C4600B-39FA-46BA-A953-69A47F2CFAAA}" srcOrd="0" destOrd="4" presId="urn:microsoft.com/office/officeart/2005/8/layout/vList2"/>
    <dgm:cxn modelId="{DDC82E43-C7DD-40B2-956E-47F81491CDEC}" type="parOf" srcId="{901C6586-BCBD-4CE4-9830-89F1D9B4AE5F}" destId="{A0DAAF04-7AA3-4F22-9190-45111789109B}" srcOrd="2" destOrd="0" parTransId="{519D677F-6421-4B03-977C-6050410474A4}" sibTransId="{7DAEC203-3C7C-436D-AFE8-B885FB723D85}"/>
    <dgm:cxn modelId="{B85B8A65-27B7-4B4F-A48A-199B9D2E6D35}" type="parOf" srcId="{A0DAAF04-7AA3-4F22-9190-45111789109B}" destId="{32B6E68A-4A4F-4AD7-83CD-F8175BCBCA64}" srcOrd="24" destOrd="0" parTransId="{1C706831-F717-4F53-883B-B1360AA9AC7D}" sibTransId="{20BF1F8A-19B8-45CB-9B10-4160ABBE06C0}"/>
    <dgm:cxn modelId="{1D942A47-B72A-4E69-9500-4819B447EF64}" type="presOf" srcId="{FFB3B67C-1440-48A0-8A3C-215F535DAEB6}" destId="{2E63C274-9DA8-45B8-82CD-443D3F0D4117}" srcOrd="0" destOrd="0" presId="urn:microsoft.com/office/officeart/2005/8/layout/vList2"/>
    <dgm:cxn modelId="{CF367968-BFA9-4392-8289-98F406AAF0E8}" type="presOf" srcId="{C9A7F4F6-8A47-4ED0-AA4B-5FDE33E534D3}" destId="{07C4600B-39FA-46BA-A953-69A47F2CFAAA}" srcOrd="0" destOrd="15" presId="urn:microsoft.com/office/officeart/2005/8/layout/vList2"/>
    <dgm:cxn modelId="{707C5A6D-100E-4E3E-ADE7-9F59D266F887}" type="parOf" srcId="{A0DAAF04-7AA3-4F22-9190-45111789109B}" destId="{117ACEB7-010C-4DEB-B58D-581CB7427475}" srcOrd="12" destOrd="0" parTransId="{22A92083-BEF8-48AF-BB93-86E9154A27F3}" sibTransId="{E4541D56-2B87-4071-AF57-D565B29C9F5E}"/>
    <dgm:cxn modelId="{2AE79A6E-A8BB-4A3F-94E2-2A598D0C039A}" type="parOf" srcId="{A0DAAF04-7AA3-4F22-9190-45111789109B}" destId="{952BB327-7C1D-4E3A-B7EF-E38365B17D7F}" srcOrd="3" destOrd="0" parTransId="{B88E99E5-E93D-4B20-B245-67F822D41D0F}" sibTransId="{5D3A8F43-FEAF-4DD5-AA09-6CDA1232D4B2}"/>
    <dgm:cxn modelId="{117AA14E-48D4-46B9-822B-5A556FFF77CA}" type="parOf" srcId="{A0DAAF04-7AA3-4F22-9190-45111789109B}" destId="{E527CF90-2636-4A37-8562-22BB4FF1529E}" srcOrd="21" destOrd="0" parTransId="{03F896ED-7E3D-4360-9602-C2874C608373}" sibTransId="{9F4DEBA9-FB8F-481C-B471-857A83309FBC}"/>
    <dgm:cxn modelId="{E85AAB6E-C20C-473D-92F7-F58C239A6B04}" type="presOf" srcId="{E1B43E14-8216-4550-8E33-3EC59F2423CE}" destId="{07C4600B-39FA-46BA-A953-69A47F2CFAAA}" srcOrd="0" destOrd="20" presId="urn:microsoft.com/office/officeart/2005/8/layout/vList2"/>
    <dgm:cxn modelId="{6F86DF71-E338-416C-AD21-1179C10CB4BE}" type="presOf" srcId="{128D5B42-8B89-4AC7-8BAC-C8B3759D325E}" destId="{07C4600B-39FA-46BA-A953-69A47F2CFAAA}" srcOrd="0" destOrd="22" presId="urn:microsoft.com/office/officeart/2005/8/layout/vList2"/>
    <dgm:cxn modelId="{4A60E751-4FCD-40F1-98A8-9D1C5FC1DACE}" type="presOf" srcId="{D638AB69-7239-4385-87A9-010C4FF9B007}" destId="{07C4600B-39FA-46BA-A953-69A47F2CFAAA}" srcOrd="0" destOrd="10" presId="urn:microsoft.com/office/officeart/2005/8/layout/vList2"/>
    <dgm:cxn modelId="{06E14152-B839-4161-8FFE-8A65F019E372}" type="parOf" srcId="{A0DAAF04-7AA3-4F22-9190-45111789109B}" destId="{AB58BD59-636A-4FE6-A40D-0833FB603B00}" srcOrd="11" destOrd="0" parTransId="{5BBEDE51-F33E-4C9C-A8A2-A1A6827E7EE9}" sibTransId="{BCE0364A-BBB8-471B-8DC9-72865C561CFC}"/>
    <dgm:cxn modelId="{92914E75-873F-42EA-A5F7-4321FEDB6693}" type="presOf" srcId="{A432918B-338E-4857-9F62-37E85883726A}" destId="{07C4600B-39FA-46BA-A953-69A47F2CFAAA}" srcOrd="0" destOrd="7" presId="urn:microsoft.com/office/officeart/2005/8/layout/vList2"/>
    <dgm:cxn modelId="{17F79A79-44C1-4907-A6E6-38E034033BC8}" type="presOf" srcId="{BFB50813-E4F9-4251-A4BC-99F4EBDB6D0F}" destId="{07C4600B-39FA-46BA-A953-69A47F2CFAAA}" srcOrd="0" destOrd="5" presId="urn:microsoft.com/office/officeart/2005/8/layout/vList2"/>
    <dgm:cxn modelId="{39F3AB7B-8BCA-49DC-A047-1958789117F4}" type="presOf" srcId="{AB58BD59-636A-4FE6-A40D-0833FB603B00}" destId="{07C4600B-39FA-46BA-A953-69A47F2CFAAA}" srcOrd="0" destOrd="11" presId="urn:microsoft.com/office/officeart/2005/8/layout/vList2"/>
    <dgm:cxn modelId="{4D0E3B83-6833-441A-8118-96718D68C6AA}" type="parOf" srcId="{901C6586-BCBD-4CE4-9830-89F1D9B4AE5F}" destId="{6EA496EA-1116-4392-82B2-3ABB000E63A9}" srcOrd="1" destOrd="0" parTransId="{AF68B59F-D7C0-4C91-BEDC-861FD980CEAD}" sibTransId="{24950D9D-C797-4876-8F64-C13AC3960C8E}"/>
    <dgm:cxn modelId="{FAD3268B-E4F1-48AB-8C19-D586D836EA40}" type="presOf" srcId="{A0DAAF04-7AA3-4F22-9190-45111789109B}" destId="{920EF786-34AE-4CDF-83CF-7A159AE4B3C9}" srcOrd="0" destOrd="0" presId="urn:microsoft.com/office/officeart/2005/8/layout/vList2"/>
    <dgm:cxn modelId="{B58D2F93-4384-495D-89D7-8B664473065E}" type="presOf" srcId="{952BB327-7C1D-4E3A-B7EF-E38365B17D7F}" destId="{07C4600B-39FA-46BA-A953-69A47F2CFAAA}" srcOrd="0" destOrd="3" presId="urn:microsoft.com/office/officeart/2005/8/layout/vList2"/>
    <dgm:cxn modelId="{81AF73A0-4C43-4AE9-97B3-ED7379133625}" type="presOf" srcId="{9389B19E-1899-4F2C-82AB-0EB53E354BF4}" destId="{07C4600B-39FA-46BA-A953-69A47F2CFAAA}" srcOrd="0" destOrd="13" presId="urn:microsoft.com/office/officeart/2005/8/layout/vList2"/>
    <dgm:cxn modelId="{673BDFA4-A09E-4981-B65F-A1370197E0A5}" type="presOf" srcId="{52047BF9-A353-4F3C-A439-D96C407B9F0E}" destId="{07C4600B-39FA-46BA-A953-69A47F2CFAAA}" srcOrd="0" destOrd="1" presId="urn:microsoft.com/office/officeart/2005/8/layout/vList2"/>
    <dgm:cxn modelId="{0864A6AA-4B8A-498A-8B74-C94CAF5CA0AF}" type="presOf" srcId="{773A2A02-CD75-4BE2-9405-002E606E9995}" destId="{07C4600B-39FA-46BA-A953-69A47F2CFAAA}" srcOrd="0" destOrd="14" presId="urn:microsoft.com/office/officeart/2005/8/layout/vList2"/>
    <dgm:cxn modelId="{645FA0AB-BDD0-4742-8B33-A1B7474B039B}" type="presOf" srcId="{117ACEB7-010C-4DEB-B58D-581CB7427475}" destId="{07C4600B-39FA-46BA-A953-69A47F2CFAAA}" srcOrd="0" destOrd="12" presId="urn:microsoft.com/office/officeart/2005/8/layout/vList2"/>
    <dgm:cxn modelId="{A9E4B6AC-64A4-4B63-8725-EB5B8F752AED}" type="presOf" srcId="{BCE0415A-EA7E-43E6-B296-E823DA52C3E7}" destId="{07C4600B-39FA-46BA-A953-69A47F2CFAAA}" srcOrd="0" destOrd="2" presId="urn:microsoft.com/office/officeart/2005/8/layout/vList2"/>
    <dgm:cxn modelId="{E6FA5EAD-4AB5-4580-92AD-8DAA80755A0C}" type="presOf" srcId="{5844263D-2440-4798-B552-36A93B2AFAB1}" destId="{07C4600B-39FA-46BA-A953-69A47F2CFAAA}" srcOrd="0" destOrd="8" presId="urn:microsoft.com/office/officeart/2005/8/layout/vList2"/>
    <dgm:cxn modelId="{E572CAAE-71B4-4325-89E0-64FCDEA29C97}" type="parOf" srcId="{A0DAAF04-7AA3-4F22-9190-45111789109B}" destId="{52047BF9-A353-4F3C-A439-D96C407B9F0E}" srcOrd="1" destOrd="0" parTransId="{B2086C2B-74CC-4B35-B2BF-BCAE78CDA663}" sibTransId="{B3B0A022-0FFB-4040-B1DD-3816346EA22E}"/>
    <dgm:cxn modelId="{3CC53FB2-908B-4BCA-9F2D-36B4708A553E}" type="parOf" srcId="{A0DAAF04-7AA3-4F22-9190-45111789109B}" destId="{9BF0969C-9363-4AAE-AC35-B61B5CF042BC}" srcOrd="19" destOrd="0" parTransId="{71F35008-D55D-407F-ABDE-4B1DB123579C}" sibTransId="{EE5B4BDF-9393-4EE6-8B37-4F3CE75E9A52}"/>
    <dgm:cxn modelId="{07D75AB2-D22E-49BF-9A3B-78AE14B504CE}" type="presOf" srcId="{901C6586-BCBD-4CE4-9830-89F1D9B4AE5F}" destId="{87195878-9623-4A53-B73A-3510AE5062C5}" srcOrd="0" destOrd="0" presId="urn:microsoft.com/office/officeart/2005/8/layout/vList2"/>
    <dgm:cxn modelId="{3FA983B9-A930-4FF4-8E8C-98B7DCBB0293}" type="presOf" srcId="{3C9D5C68-6FCA-4A10-980A-33E11658865B}" destId="{07C4600B-39FA-46BA-A953-69A47F2CFAAA}" srcOrd="0" destOrd="9" presId="urn:microsoft.com/office/officeart/2005/8/layout/vList2"/>
    <dgm:cxn modelId="{FD660CBE-2CF5-42EC-8AF9-679D895F3C81}" type="parOf" srcId="{A0DAAF04-7AA3-4F22-9190-45111789109B}" destId="{C34A7D7A-9576-4FF6-A2D7-6570D2CE2B8A}" srcOrd="0" destOrd="0" parTransId="{B0B94145-BE76-470E-8FFD-BB60C4FCD4CA}" sibTransId="{07B86293-2F6E-4101-A11D-426BDDC0EA25}"/>
    <dgm:cxn modelId="{D9EF36C3-A46A-4E11-B4C0-6A628044D227}" type="parOf" srcId="{A0DAAF04-7AA3-4F22-9190-45111789109B}" destId="{BFB50813-E4F9-4251-A4BC-99F4EBDB6D0F}" srcOrd="5" destOrd="0" parTransId="{C09961B3-4796-43AE-96C7-E2854E4E95D7}" sibTransId="{FBA3D7A3-4780-4F1C-855F-2AD9D20B7032}"/>
    <dgm:cxn modelId="{B9487BC8-723F-4399-9032-A115D4BA276C}" type="presOf" srcId="{508B34B0-8822-4B9D-8509-C86242B3F0FC}" destId="{A04F6C91-AEBF-4847-980F-C23A5906DCBB}" srcOrd="0" destOrd="0" presId="urn:microsoft.com/office/officeart/2005/8/layout/vList2"/>
    <dgm:cxn modelId="{1243DCC8-42AD-49AA-93E8-F1C1AD188C30}" type="parOf" srcId="{A0DAAF04-7AA3-4F22-9190-45111789109B}" destId="{D638AB69-7239-4385-87A9-010C4FF9B007}" srcOrd="10" destOrd="0" parTransId="{3E83447B-1AB4-451A-A1A6-3ABD965CF691}" sibTransId="{2B2FE155-865C-4F6B-9B2B-8548AC163E2E}"/>
    <dgm:cxn modelId="{A96476CA-D1B5-44F9-9949-520AD7303805}" type="parOf" srcId="{A0DAAF04-7AA3-4F22-9190-45111789109B}" destId="{20AE0E32-10DD-47C1-96AD-AF530C66C69F}" srcOrd="4" destOrd="0" parTransId="{BAA467C5-10D8-403F-BA8D-BFCC130A425C}" sibTransId="{3EE5D31C-34CC-4DAD-B4C3-5DD3F7C41B85}"/>
    <dgm:cxn modelId="{1BF672CF-E1A3-4F5D-B648-482844D04C03}" type="parOf" srcId="{A0DAAF04-7AA3-4F22-9190-45111789109B}" destId="{3C9D5C68-6FCA-4A10-980A-33E11658865B}" srcOrd="9" destOrd="0" parTransId="{05C080D9-7998-4F50-8D45-825B25DCD512}" sibTransId="{D212E12E-385E-41E0-B53E-F948B797600D}"/>
    <dgm:cxn modelId="{7E7615D3-5325-4A3D-A3EE-317371958DB8}" type="presOf" srcId="{9BF0969C-9363-4AAE-AC35-B61B5CF042BC}" destId="{07C4600B-39FA-46BA-A953-69A47F2CFAAA}" srcOrd="0" destOrd="19" presId="urn:microsoft.com/office/officeart/2005/8/layout/vList2"/>
    <dgm:cxn modelId="{31835AD6-F378-469D-8CFC-50022F13F148}" type="presOf" srcId="{6EA496EA-1116-4392-82B2-3ABB000E63A9}" destId="{588B54E1-05A8-4440-8F0D-96AD752098A3}" srcOrd="0" destOrd="0" presId="urn:microsoft.com/office/officeart/2005/8/layout/vList2"/>
    <dgm:cxn modelId="{FC4E8ED7-220E-4BC1-B6AF-8ACEDACC20C0}" type="parOf" srcId="{A0DAAF04-7AA3-4F22-9190-45111789109B}" destId="{A41F902F-C66D-488A-8DD8-597A3019E2C7}" srcOrd="23" destOrd="0" parTransId="{88B6770A-755A-4722-B974-5093021C5A09}" sibTransId="{0F21C6AF-E34D-447C-89B5-ABEA023C79C6}"/>
    <dgm:cxn modelId="{5F11CBD9-5FBA-426E-9584-4988C06405BC}" type="parOf" srcId="{901C6586-BCBD-4CE4-9830-89F1D9B4AE5F}" destId="{FFB3B67C-1440-48A0-8A3C-215F535DAEB6}" srcOrd="0" destOrd="0" parTransId="{518085CE-D40D-4424-BF63-7CD1ED0A1257}" sibTransId="{DBE34E57-ADC3-4EFA-814C-31040430D082}"/>
    <dgm:cxn modelId="{3C0C2EE1-CEF1-4DDB-9409-3B6CF5B85AE9}" type="presOf" srcId="{8386D88B-396C-48A0-B8B3-DDC7DD755106}" destId="{07C4600B-39FA-46BA-A953-69A47F2CFAAA}" srcOrd="0" destOrd="6" presId="urn:microsoft.com/office/officeart/2005/8/layout/vList2"/>
    <dgm:cxn modelId="{6BB423E7-7D0D-4DC1-8275-8578E7F50C16}" type="presOf" srcId="{32B6E68A-4A4F-4AD7-83CD-F8175BCBCA64}" destId="{07C4600B-39FA-46BA-A953-69A47F2CFAAA}" srcOrd="0" destOrd="24" presId="urn:microsoft.com/office/officeart/2005/8/layout/vList2"/>
    <dgm:cxn modelId="{3471C0E8-EC31-4315-81C3-9929CFFE970F}" type="parOf" srcId="{A0DAAF04-7AA3-4F22-9190-45111789109B}" destId="{9389B19E-1899-4F2C-82AB-0EB53E354BF4}" srcOrd="13" destOrd="0" parTransId="{6E30DF53-89B9-4DAC-B9F2-249480BBA67D}" sibTransId="{B6B2617F-83E8-4A87-BC2F-863B0D9F1899}"/>
    <dgm:cxn modelId="{135D7BEA-3A80-4F09-A1FF-C9D11B398AFC}" type="parOf" srcId="{A0DAAF04-7AA3-4F22-9190-45111789109B}" destId="{A432918B-338E-4857-9F62-37E85883726A}" srcOrd="7" destOrd="0" parTransId="{69B13764-165B-40E4-9392-FE5D8D14CCBA}" sibTransId="{CB420957-73CE-4141-B49B-F6619252C1E5}"/>
    <dgm:cxn modelId="{C8E44EEB-8ABD-48A1-8A47-088DC6DB768E}" type="parOf" srcId="{A0DAAF04-7AA3-4F22-9190-45111789109B}" destId="{773A2A02-CD75-4BE2-9405-002E606E9995}" srcOrd="14" destOrd="0" parTransId="{A4631488-F0B1-491C-914F-76E4CF04B6E4}" sibTransId="{3E6D53D1-48DA-486A-8547-7350941664DC}"/>
    <dgm:cxn modelId="{239286EC-555D-470D-8B52-5B28D94D4E39}" type="presOf" srcId="{C34A7D7A-9576-4FF6-A2D7-6570D2CE2B8A}" destId="{07C4600B-39FA-46BA-A953-69A47F2CFAAA}" srcOrd="0" destOrd="0" presId="urn:microsoft.com/office/officeart/2005/8/layout/vList2"/>
    <dgm:cxn modelId="{161D42FF-2957-4609-B458-FFBBE2224410}" type="parOf" srcId="{A0DAAF04-7AA3-4F22-9190-45111789109B}" destId="{C9A7F4F6-8A47-4ED0-AA4B-5FDE33E534D3}" srcOrd="15" destOrd="0" parTransId="{496E119F-FF69-4EE8-9F83-6B154E7DDA22}" sibTransId="{43954DD8-D408-44E6-96BA-417CCEA76CA6}"/>
    <dgm:cxn modelId="{5B475918-8458-4E3F-8FDE-CBCDC36D4A12}" type="presParOf" srcId="{87195878-9623-4A53-B73A-3510AE5062C5}" destId="{2E63C274-9DA8-45B8-82CD-443D3F0D4117}" srcOrd="0" destOrd="0" presId="urn:microsoft.com/office/officeart/2005/8/layout/vList2"/>
    <dgm:cxn modelId="{027A12C7-1024-48CF-9DFB-75F634AC119C}" type="presParOf" srcId="{87195878-9623-4A53-B73A-3510AE5062C5}" destId="{0ED22298-B8E4-4CC6-A1C0-09FB0D12D12D}" srcOrd="1" destOrd="0" presId="urn:microsoft.com/office/officeart/2005/8/layout/vList2"/>
    <dgm:cxn modelId="{85AE3E9F-9EBC-4FDC-9CB9-946AC061D882}" type="presParOf" srcId="{87195878-9623-4A53-B73A-3510AE5062C5}" destId="{588B54E1-05A8-4440-8F0D-96AD752098A3}" srcOrd="2" destOrd="0" presId="urn:microsoft.com/office/officeart/2005/8/layout/vList2"/>
    <dgm:cxn modelId="{B994135C-0EC1-4EA0-98A0-C49DAD3B081D}" type="presParOf" srcId="{87195878-9623-4A53-B73A-3510AE5062C5}" destId="{9EB2A054-C719-46C0-9B55-010E4B78980E}" srcOrd="3" destOrd="0" presId="urn:microsoft.com/office/officeart/2005/8/layout/vList2"/>
    <dgm:cxn modelId="{E2906EFB-0CED-4A1A-AAF3-A07A3C15B7B3}" type="presParOf" srcId="{87195878-9623-4A53-B73A-3510AE5062C5}" destId="{920EF786-34AE-4CDF-83CF-7A159AE4B3C9}" srcOrd="4" destOrd="0" presId="urn:microsoft.com/office/officeart/2005/8/layout/vList2"/>
    <dgm:cxn modelId="{8FED8C11-F2BB-45D5-96CD-D9FE03C44E67}" type="presParOf" srcId="{87195878-9623-4A53-B73A-3510AE5062C5}" destId="{07C4600B-39FA-46BA-A953-69A47F2CFAAA}" srcOrd="5" destOrd="0" presId="urn:microsoft.com/office/officeart/2005/8/layout/vList2"/>
    <dgm:cxn modelId="{2318F9B4-15F5-44D3-BC47-52FC9C2DDABD}" type="presParOf" srcId="{87195878-9623-4A53-B73A-3510AE5062C5}" destId="{A04F6C91-AEBF-4847-980F-C23A5906DCBB}" srcOrd="6" destOrd="0" presId="urn:microsoft.com/office/officeart/2005/8/layout/vList2"/>
  </dgm:cxnLst>
  <dgm:bg>
    <a:solidFill>
      <a:schemeClr val="accent2"/>
    </a:solidFill>
  </dgm:bg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901C6586-BCBD-4CE4-9830-89F1D9B4AE5F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 phldr="1"/>
      <dgm:spPr bwMode="auto"/>
      <dgm:t>
        <a:bodyPr/>
        <a:lstStyle/>
        <a:p>
          <a:pPr>
            <a:defRPr/>
          </a:pPr>
          <a:endParaRPr lang="it-IT"/>
        </a:p>
      </dgm:t>
    </dgm:pt>
    <dgm:pt modelId="{FFB3B67C-1440-48A0-8A3C-215F535DAEB6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Pasta di semola di grano duro</a:t>
          </a:r>
          <a:endParaRPr/>
        </a:p>
      </dgm:t>
    </dgm:pt>
    <dgm:pt modelId="{518085CE-D40D-4424-BF63-7CD1ED0A1257}" type="parTrans" cxnId="{5F11CBD9-5FBA-426E-9584-4988C06405B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DBE34E57-ADC3-4EFA-814C-31040430D082}" type="sibTrans" cxnId="{5F11CBD9-5FBA-426E-9584-4988C06405B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6EA496EA-1116-4392-82B2-3ABB000E63A9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Sale</a:t>
          </a:r>
          <a:endParaRPr/>
        </a:p>
      </dgm:t>
    </dgm:pt>
    <dgm:pt modelId="{AF68B59F-D7C0-4C91-BEDC-861FD980CEAD}" type="parTrans" cxnId="{4D0E3B83-6833-441A-8118-96718D68C6AA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24950D9D-C797-4876-8F64-C13AC3960C8E}" type="sibTrans" cxnId="{4D0E3B83-6833-441A-8118-96718D68C6AA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A0DAAF04-7AA3-4F22-9190-45111789109B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Tuorlo d’uovo di gallina</a:t>
          </a:r>
          <a:endParaRPr/>
        </a:p>
      </dgm:t>
    </dgm:pt>
    <dgm:pt modelId="{519D677F-6421-4B03-977C-6050410474A4}" type="parTrans" cxnId="{DDC82E43-C7DD-40B2-956E-47F81491CDE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7DAEC203-3C7C-436D-AFE8-B885FB723D85}" type="sibTrans" cxnId="{DDC82E43-C7DD-40B2-956E-47F81491CDE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73AC3690-75D5-41BB-9A06-C03A7F64BBF2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Guanciale (cotto)</a:t>
          </a:r>
          <a:endParaRPr/>
        </a:p>
      </dgm:t>
    </dgm:pt>
    <dgm:pt modelId="{A4521E31-F3AC-4493-9A35-5127AC507B4C}" type="parTrans" cxnId="{608F240C-6D31-4EC2-9A0B-44786FB0CFC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2635728D-9B92-4EB1-8DB0-A0DA76CA87F1}" type="sibTrans" cxnId="{608F240C-6D31-4EC2-9A0B-44786FB0CFC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D97B27A1-5A4D-4301-8556-F5EAABCCE635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Pecorino Romano</a:t>
          </a:r>
          <a:endParaRPr/>
        </a:p>
      </dgm:t>
    </dgm:pt>
    <dgm:pt modelId="{BB6EFE5A-55CD-474F-8C7E-F27622450C45}" type="parTrans" cxnId="{B1F385A6-FE47-4AB4-96E8-EFCE0CA60E3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F4007C5F-1DBD-402D-B72E-37ADD6DC429A}" type="sibTrans" cxnId="{B1F385A6-FE47-4AB4-96E8-EFCE0CA60E3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04BE9AEC-4552-474D-B071-212C041E0A84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Pepe</a:t>
          </a:r>
          <a:endParaRPr/>
        </a:p>
      </dgm:t>
    </dgm:pt>
    <dgm:pt modelId="{3CD93CC9-3E9F-4F4B-9788-E7167ABD90EA}" type="parTrans" cxnId="{DD17C3E7-9C5D-4FA0-9035-99B3043CF77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6DF7C04D-DC26-4403-B017-3946977266C3}" type="sibTrans" cxnId="{DD17C3E7-9C5D-4FA0-9035-99B3043CF779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508B34B0-8822-4B9D-8509-C86242B3F0FC}" type="node">
      <dgm:prSet phldrT="[Testo]" custT="1"/>
      <dgm:spPr bwMode="auto"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>
            <a:defRPr/>
          </a:pPr>
          <a:r>
            <a:rPr lang="it-IT" sz="1200" b="1">
              <a:solidFill>
                <a:schemeClr val="accent2">
                  <a:lumMod val="50000"/>
                </a:schemeClr>
              </a:solidFill>
            </a:rPr>
            <a:t>+ Aggiungi ingrediente</a:t>
          </a:r>
          <a:endParaRPr/>
        </a:p>
      </dgm:t>
    </dgm:pt>
    <dgm:pt modelId="{EAFBB4BE-EB34-4DE9-B37A-E90832B60FFA}" type="parTrans" cxnId="{B7E32D36-B923-43E1-B2CE-694DD99F3081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46A9A74D-28EB-459B-B131-E8A65D94C2ED}" type="sibTrans" cxnId="{B7E32D36-B923-43E1-B2CE-694DD99F3081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F0C0F86B-80BD-4520-9E83-6DC0219129D8}" type="node">
      <dgm:prSet phldrT="[Testo]" custT="1"/>
      <dgm:spPr bwMode="auto">
        <a:noFill/>
        <a:ln>
          <a:noFill/>
        </a:ln>
      </dgm:spPr>
      <dgm:t>
        <a:bodyPr/>
        <a:lstStyle/>
        <a:p>
          <a:pPr>
            <a:defRPr/>
          </a:pPr>
          <a:endParaRPr lang="it-IT" sz="1400"/>
        </a:p>
      </dgm:t>
    </dgm:pt>
    <dgm:pt modelId="{44D45EBF-5242-4CF5-A5A8-AFAF60963F21}" type="parTrans" cxnId="{CFC94C55-EB71-4B8A-A7FA-9C147C383FD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C995CE2-13AC-4CE2-AAC5-1607B79F7671}" type="sibTrans" cxnId="{CFC94C55-EB71-4B8A-A7FA-9C147C383FD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652193C-1628-4C0E-B5A7-BC01F5A15199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16E18BA-6997-4308-8595-2ABD5F716B04}" type="parTrans" cxnId="{AE973A5B-F97E-42BF-A08E-D4B7EDB8DC8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FE3BF33-8D9F-4796-965B-3521F5B590E9}" type="sibTrans" cxnId="{AE973A5B-F97E-42BF-A08E-D4B7EDB8DC8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B7537CF-254E-4683-88E0-15B5AC4525D1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C1C36E8-BCD2-44DC-BA2F-6CE86D49097E}" type="parTrans" cxnId="{63A1F80B-4FE5-44B6-AB9D-7CC620D0CEFD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FA58463C-1AF2-4D42-B86C-81BEFB42402D}" type="sibTrans" cxnId="{63A1F80B-4FE5-44B6-AB9D-7CC620D0CEFD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1994E72-8066-4A33-9CF0-BDC3BFED4B91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0B54F88-967B-4495-A296-0196625F8678}" type="parTrans" cxnId="{39D58A2D-9B32-481C-A133-05607B8D751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1DBF7EF-35D0-43D2-993E-83A013278857}" type="sibTrans" cxnId="{39D58A2D-9B32-481C-A133-05607B8D751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CCF1C336-351A-4986-8966-7334DAD19C58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F3FDFDB-28D8-441A-95DB-FBAEEF23CCF9}" type="parTrans" cxnId="{10A12EA6-BA59-48C5-9067-97E7AC23BB46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5F2E657-D8BE-409C-8503-980B9C48BDAC}" type="sibTrans" cxnId="{10A12EA6-BA59-48C5-9067-97E7AC23BB46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EF8C836-5809-4119-98F0-335893544027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086C1C3-793F-4C05-8BA3-B2FC14418D50}" type="parTrans" cxnId="{97B62132-225D-423B-9CF7-95D091B6AEC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1DF8A1A-87A4-4EFD-8026-AF72443C6C50}" type="sibTrans" cxnId="{97B62132-225D-423B-9CF7-95D091B6AEC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CE436C1-5497-4887-A29F-133ED153DBC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CFC12FF-E221-4CCE-BEB2-84BB792B6D21}" type="parTrans" cxnId="{7A1CC611-18BB-46A5-AC29-50ECD316701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547FCED-3454-4B91-9844-7B6987389CD8}" type="sibTrans" cxnId="{7A1CC611-18BB-46A5-AC29-50ECD316701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FFE4DFC2-83E3-4B88-8AA1-C916996E5F7B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E4834AA-6831-4C05-8916-8D82BEAE1FE8}" type="parTrans" cxnId="{E7E93ECF-F918-4024-BD3A-A12D6C61E8D6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784081E-86D0-433D-B238-1E93EE868D2E}" type="sibTrans" cxnId="{E7E93ECF-F918-4024-BD3A-A12D6C61E8D6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2B6E68A-4A4F-4AD7-83CD-F8175BCBCA64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C706831-F717-4F53-883B-B1360AA9AC7D}" type="parTrans" cxnId="{B85B8A65-27B7-4B4F-A48A-199B9D2E6D3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0BF1F8A-19B8-45CB-9B10-4160ABBE06C0}" type="sibTrans" cxnId="{B85B8A65-27B7-4B4F-A48A-199B9D2E6D3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7195878-9623-4A53-B73A-3510AE5062C5}" type="pres">
      <dgm:prSet presAssocID="{901C6586-BCBD-4CE4-9830-89F1D9B4AE5F}" presName="linear" presStyleCnt="0">
        <dgm:presLayoutVars>
          <dgm:animLvl val="lvl"/>
          <dgm:resizeHandles val="exact"/>
        </dgm:presLayoutVars>
      </dgm:prSet>
      <dgm:spPr bwMode="auto"/>
    </dgm:pt>
    <dgm:pt modelId="{2E63C274-9DA8-45B8-82CD-443D3F0D4117}" type="pres">
      <dgm:prSet custLinFactNeighborX="-2184" custLinFactNeighborY="-100000" custLinFactY="-68734" presAssocID="{FFB3B67C-1440-48A0-8A3C-215F535DAEB6}" presName="parentText" presStyleLbl="node1" presStyleIdx="0" presStyleCnt="8">
        <dgm:presLayoutVars>
          <dgm:chMax val="0"/>
          <dgm:bulletEnabled val="1"/>
        </dgm:presLayoutVars>
      </dgm:prSet>
      <dgm:spPr bwMode="auto"/>
    </dgm:pt>
    <dgm:pt modelId="{0ED22298-B8E4-4CC6-A1C0-09FB0D12D12D}" type="pres">
      <dgm:prSet presAssocID="{DBE34E57-ADC3-4EFA-814C-31040430D082}" presName="spacer" presStyleCnt="0"/>
      <dgm:spPr bwMode="auto"/>
    </dgm:pt>
    <dgm:pt modelId="{588B54E1-05A8-4440-8F0D-96AD752098A3}" type="pres">
      <dgm:prSet presAssocID="{6EA496EA-1116-4392-82B2-3ABB000E63A9}" presName="parentText" presStyleLbl="node1" presStyleIdx="1" presStyleCnt="8">
        <dgm:presLayoutVars>
          <dgm:chMax val="0"/>
          <dgm:bulletEnabled val="1"/>
        </dgm:presLayoutVars>
      </dgm:prSet>
      <dgm:spPr bwMode="auto"/>
    </dgm:pt>
    <dgm:pt modelId="{9EB2A054-C719-46C0-9B55-010E4B78980E}" type="pres">
      <dgm:prSet presAssocID="{24950D9D-C797-4876-8F64-C13AC3960C8E}" presName="spacer" presStyleCnt="0"/>
      <dgm:spPr bwMode="auto"/>
    </dgm:pt>
    <dgm:pt modelId="{920EF786-34AE-4CDF-83CF-7A159AE4B3C9}" type="pres">
      <dgm:prSet presAssocID="{A0DAAF04-7AA3-4F22-9190-45111789109B}" presName="parentText" presStyleLbl="node1" presStyleIdx="2" presStyleCnt="8">
        <dgm:presLayoutVars>
          <dgm:chMax val="0"/>
          <dgm:bulletEnabled val="1"/>
        </dgm:presLayoutVars>
      </dgm:prSet>
      <dgm:spPr bwMode="auto"/>
    </dgm:pt>
    <dgm:pt modelId="{2E27A52A-8957-471F-AA16-F337D37061A8}" type="pres">
      <dgm:prSet presAssocID="{7DAEC203-3C7C-436D-AFE8-B885FB723D85}" presName="spacer" presStyleCnt="0"/>
      <dgm:spPr bwMode="auto"/>
    </dgm:pt>
    <dgm:pt modelId="{60CFC448-A2E9-471D-B823-5CCB0A6A8936}" type="pres">
      <dgm:prSet presAssocID="{73AC3690-75D5-41BB-9A06-C03A7F64BBF2}" presName="parentText" presStyleLbl="node1" presStyleIdx="3" presStyleCnt="8">
        <dgm:presLayoutVars>
          <dgm:chMax val="0"/>
          <dgm:bulletEnabled val="1"/>
        </dgm:presLayoutVars>
      </dgm:prSet>
      <dgm:spPr bwMode="auto"/>
    </dgm:pt>
    <dgm:pt modelId="{0BC88EDA-9496-41A5-A1CB-3951BE1A3A94}" type="pres">
      <dgm:prSet presAssocID="{2635728D-9B92-4EB1-8DB0-A0DA76CA87F1}" presName="spacer" presStyleCnt="0"/>
      <dgm:spPr bwMode="auto"/>
    </dgm:pt>
    <dgm:pt modelId="{99CE9A2F-1CEC-4ABF-B168-15D47293304F}" type="pres">
      <dgm:prSet presAssocID="{D97B27A1-5A4D-4301-8556-F5EAABCCE635}" presName="parentText" presStyleLbl="node1" presStyleIdx="4" presStyleCnt="8">
        <dgm:presLayoutVars>
          <dgm:chMax val="0"/>
          <dgm:bulletEnabled val="1"/>
        </dgm:presLayoutVars>
      </dgm:prSet>
      <dgm:spPr bwMode="auto"/>
    </dgm:pt>
    <dgm:pt modelId="{98426BBA-1F64-4AFA-8957-D78168382DF4}" type="pres">
      <dgm:prSet presAssocID="{F4007C5F-1DBD-402D-B72E-37ADD6DC429A}" presName="spacer" presStyleCnt="0"/>
      <dgm:spPr bwMode="auto"/>
    </dgm:pt>
    <dgm:pt modelId="{EFDFAC03-7954-429E-A62B-58C691FD5CEA}" type="pres">
      <dgm:prSet presAssocID="{04BE9AEC-4552-474D-B071-212C041E0A84}" presName="parentText" presStyleLbl="node1" presStyleIdx="5" presStyleCnt="8">
        <dgm:presLayoutVars>
          <dgm:chMax val="0"/>
          <dgm:bulletEnabled val="1"/>
        </dgm:presLayoutVars>
      </dgm:prSet>
      <dgm:spPr bwMode="auto"/>
    </dgm:pt>
    <dgm:pt modelId="{6A65C1F9-B100-46A8-9C4E-C0AD1F6897D8}" type="pres">
      <dgm:prSet presAssocID="{04BE9AEC-4552-474D-B071-212C041E0A84}" presName="childText" presStyleLbl="revTx" presStyleIdx="0" presStyleCnt="1">
        <dgm:presLayoutVars>
          <dgm:bulletEnabled val="1"/>
        </dgm:presLayoutVars>
      </dgm:prSet>
      <dgm:spPr bwMode="auto"/>
    </dgm:pt>
    <dgm:pt modelId="{924A46D7-53D3-4C2B-A0D4-9593D2A096BF}" type="pres">
      <dgm:prSet presAssocID="{F0C0F86B-80BD-4520-9E83-6DC0219129D8}" presName="parentText" presStyleLbl="node1" presStyleIdx="6" presStyleCnt="8">
        <dgm:presLayoutVars>
          <dgm:chMax val="0"/>
          <dgm:bulletEnabled val="1"/>
        </dgm:presLayoutVars>
      </dgm:prSet>
      <dgm:spPr bwMode="auto"/>
    </dgm:pt>
    <dgm:pt modelId="{32B0200A-C088-4154-AC6B-FBD63EA3629B}" type="pres">
      <dgm:prSet presAssocID="{DC995CE2-13AC-4CE2-AAC5-1607B79F7671}" presName="spacer" presStyleCnt="0"/>
      <dgm:spPr bwMode="auto"/>
    </dgm:pt>
    <dgm:pt modelId="{A04F6C91-AEBF-4847-980F-C23A5906DCBB}" type="pres">
      <dgm:prSet custLinFactNeighborX="745" custLinFactNeighborY="200000" custLinFactY="140631" presAssocID="{508B34B0-8822-4B9D-8509-C86242B3F0FC}" presName="parentText" presStyleLbl="node1" presStyleIdx="7" presStyleCnt="8">
        <dgm:presLayoutVars>
          <dgm:chMax val="0"/>
          <dgm:bulletEnabled val="1"/>
        </dgm:presLayoutVars>
      </dgm:prSet>
      <dgm:spPr bwMode="auto"/>
    </dgm:pt>
  </dgm:ptLst>
  <dgm:cxnLst>
    <dgm:cxn modelId="{BB1F0707-D578-4BED-98B6-C211E6F07870}" type="presOf" srcId="{0CE436C1-5497-4887-A29F-133ED153DBCE}" destId="{6A65C1F9-B100-46A8-9C4E-C0AD1F6897D8}" srcOrd="0" destOrd="5" presId="urn:microsoft.com/office/officeart/2005/8/layout/vList2"/>
    <dgm:cxn modelId="{63A1F80B-4FE5-44B6-AB9D-7CC620D0CEFD}" type="parOf" srcId="{04BE9AEC-4552-474D-B071-212C041E0A84}" destId="{1B7537CF-254E-4683-88E0-15B5AC4525D1}" srcOrd="1" destOrd="0" parTransId="{7C1C36E8-BCD2-44DC-BA2F-6CE86D49097E}" sibTransId="{FA58463C-1AF2-4D42-B86C-81BEFB42402D}"/>
    <dgm:cxn modelId="{608F240C-6D31-4EC2-9A0B-44786FB0CFC9}" type="parOf" srcId="{901C6586-BCBD-4CE4-9830-89F1D9B4AE5F}" destId="{73AC3690-75D5-41BB-9A06-C03A7F64BBF2}" srcOrd="3" destOrd="0" parTransId="{A4521E31-F3AC-4493-9A35-5127AC507B4C}" sibTransId="{2635728D-9B92-4EB1-8DB0-A0DA76CA87F1}"/>
    <dgm:cxn modelId="{7A1CC611-18BB-46A5-AC29-50ECD3167017}" type="parOf" srcId="{04BE9AEC-4552-474D-B071-212C041E0A84}" destId="{0CE436C1-5497-4887-A29F-133ED153DBCE}" srcOrd="5" destOrd="0" parTransId="{6CFC12FF-E221-4CCE-BEB2-84BB792B6D21}" sibTransId="{E547FCED-3454-4B91-9844-7B6987389CD8}"/>
    <dgm:cxn modelId="{39D58A2D-9B32-481C-A133-05607B8D751C}" type="parOf" srcId="{04BE9AEC-4552-474D-B071-212C041E0A84}" destId="{81994E72-8066-4A33-9CF0-BDC3BFED4B91}" srcOrd="2" destOrd="0" parTransId="{B0B54F88-967B-4495-A296-0196625F8678}" sibTransId="{E1DBF7EF-35D0-43D2-993E-83A013278857}"/>
    <dgm:cxn modelId="{80B23730-46B5-4DC6-B88C-69C8BAA2CE9F}" type="presOf" srcId="{F0C0F86B-80BD-4520-9E83-6DC0219129D8}" destId="{924A46D7-53D3-4C2B-A0D4-9593D2A096BF}" srcOrd="0" destOrd="0" presId="urn:microsoft.com/office/officeart/2005/8/layout/vList2"/>
    <dgm:cxn modelId="{97B62132-225D-423B-9CF7-95D091B6AEC1}" type="parOf" srcId="{04BE9AEC-4552-474D-B071-212C041E0A84}" destId="{6EF8C836-5809-4119-98F0-335893544027}" srcOrd="4" destOrd="0" parTransId="{B086C1C3-793F-4C05-8BA3-B2FC14418D50}" sibTransId="{31DF8A1A-87A4-4EFD-8026-AF72443C6C50}"/>
    <dgm:cxn modelId="{B7E32D36-B923-43E1-B2CE-694DD99F3081}" type="parOf" srcId="{901C6586-BCBD-4CE4-9830-89F1D9B4AE5F}" destId="{508B34B0-8822-4B9D-8509-C86242B3F0FC}" srcOrd="7" destOrd="0" parTransId="{EAFBB4BE-EB34-4DE9-B37A-E90832B60FFA}" sibTransId="{46A9A74D-28EB-459B-B131-E8A65D94C2ED}"/>
    <dgm:cxn modelId="{AE973A5B-F97E-42BF-A08E-D4B7EDB8DC8A}" type="parOf" srcId="{04BE9AEC-4552-474D-B071-212C041E0A84}" destId="{2652193C-1628-4C0E-B5A7-BC01F5A15199}" srcOrd="0" destOrd="0" parTransId="{716E18BA-6997-4308-8595-2ABD5F716B04}" sibTransId="{8FE3BF33-8D9F-4796-965B-3521F5B590E9}"/>
    <dgm:cxn modelId="{8E5BB860-61D0-46E3-B9BC-2E3ABBA3BA72}" type="presOf" srcId="{FFE4DFC2-83E3-4B88-8AA1-C916996E5F7B}" destId="{6A65C1F9-B100-46A8-9C4E-C0AD1F6897D8}" srcOrd="0" destOrd="6" presId="urn:microsoft.com/office/officeart/2005/8/layout/vList2"/>
    <dgm:cxn modelId="{51219D41-94E6-4691-814E-FF6B39A29AF0}" type="presOf" srcId="{2652193C-1628-4C0E-B5A7-BC01F5A15199}" destId="{6A65C1F9-B100-46A8-9C4E-C0AD1F6897D8}" srcOrd="0" destOrd="0" presId="urn:microsoft.com/office/officeart/2005/8/layout/vList2"/>
    <dgm:cxn modelId="{DDC82E43-C7DD-40B2-956E-47F81491CDEC}" type="parOf" srcId="{901C6586-BCBD-4CE4-9830-89F1D9B4AE5F}" destId="{A0DAAF04-7AA3-4F22-9190-45111789109B}" srcOrd="2" destOrd="0" parTransId="{519D677F-6421-4B03-977C-6050410474A4}" sibTransId="{7DAEC203-3C7C-436D-AFE8-B885FB723D85}"/>
    <dgm:cxn modelId="{B85B8A65-27B7-4B4F-A48A-199B9D2E6D35}" type="parOf" srcId="{04BE9AEC-4552-474D-B071-212C041E0A84}" destId="{32B6E68A-4A4F-4AD7-83CD-F8175BCBCA64}" srcOrd="7" destOrd="0" parTransId="{1C706831-F717-4F53-883B-B1360AA9AC7D}" sibTransId="{20BF1F8A-19B8-45CB-9B10-4160ABBE06C0}"/>
    <dgm:cxn modelId="{EC8C6746-808B-47C7-8480-64BCD1E94515}" type="presOf" srcId="{04BE9AEC-4552-474D-B071-212C041E0A84}" destId="{EFDFAC03-7954-429E-A62B-58C691FD5CEA}" srcOrd="0" destOrd="0" presId="urn:microsoft.com/office/officeart/2005/8/layout/vList2"/>
    <dgm:cxn modelId="{1D942A47-B72A-4E69-9500-4819B447EF64}" type="presOf" srcId="{FFB3B67C-1440-48A0-8A3C-215F535DAEB6}" destId="{2E63C274-9DA8-45B8-82CD-443D3F0D4117}" srcOrd="0" destOrd="0" presId="urn:microsoft.com/office/officeart/2005/8/layout/vList2"/>
    <dgm:cxn modelId="{CFC94C55-EB71-4B8A-A7FA-9C147C383FD1}" type="parOf" srcId="{901C6586-BCBD-4CE4-9830-89F1D9B4AE5F}" destId="{F0C0F86B-80BD-4520-9E83-6DC0219129D8}" srcOrd="6" destOrd="0" parTransId="{44D45EBF-5242-4CF5-A5A8-AFAF60963F21}" sibTransId="{DC995CE2-13AC-4CE2-AAC5-1607B79F7671}"/>
    <dgm:cxn modelId="{4D0E3B83-6833-441A-8118-96718D68C6AA}" type="parOf" srcId="{901C6586-BCBD-4CE4-9830-89F1D9B4AE5F}" destId="{6EA496EA-1116-4392-82B2-3ABB000E63A9}" srcOrd="1" destOrd="0" parTransId="{AF68B59F-D7C0-4C91-BEDC-861FD980CEAD}" sibTransId="{24950D9D-C797-4876-8F64-C13AC3960C8E}"/>
    <dgm:cxn modelId="{FAD3268B-E4F1-48AB-8C19-D586D836EA40}" type="presOf" srcId="{A0DAAF04-7AA3-4F22-9190-45111789109B}" destId="{920EF786-34AE-4CDF-83CF-7A159AE4B3C9}" srcOrd="0" destOrd="0" presId="urn:microsoft.com/office/officeart/2005/8/layout/vList2"/>
    <dgm:cxn modelId="{FC89439E-1552-46F2-8777-1A8BC6AE4F45}" type="presOf" srcId="{6EF8C836-5809-4119-98F0-335893544027}" destId="{6A65C1F9-B100-46A8-9C4E-C0AD1F6897D8}" srcOrd="0" destOrd="4" presId="urn:microsoft.com/office/officeart/2005/8/layout/vList2"/>
    <dgm:cxn modelId="{10A12EA6-BA59-48C5-9067-97E7AC23BB46}" type="parOf" srcId="{04BE9AEC-4552-474D-B071-212C041E0A84}" destId="{CCF1C336-351A-4986-8966-7334DAD19C58}" srcOrd="3" destOrd="0" parTransId="{0F3FDFDB-28D8-441A-95DB-FBAEEF23CCF9}" sibTransId="{45F2E657-D8BE-409C-8503-980B9C48BDAC}"/>
    <dgm:cxn modelId="{B1F385A6-FE47-4AB4-96E8-EFCE0CA60E39}" type="parOf" srcId="{901C6586-BCBD-4CE4-9830-89F1D9B4AE5F}" destId="{D97B27A1-5A4D-4301-8556-F5EAABCCE635}" srcOrd="4" destOrd="0" parTransId="{BB6EFE5A-55CD-474F-8C7E-F27622450C45}" sibTransId="{F4007C5F-1DBD-402D-B72E-37ADD6DC429A}"/>
    <dgm:cxn modelId="{07D75AB2-D22E-49BF-9A3B-78AE14B504CE}" type="presOf" srcId="{901C6586-BCBD-4CE4-9830-89F1D9B4AE5F}" destId="{87195878-9623-4A53-B73A-3510AE5062C5}" srcOrd="0" destOrd="0" presId="urn:microsoft.com/office/officeart/2005/8/layout/vList2"/>
    <dgm:cxn modelId="{4CF470B3-41B6-4B42-AC9D-A70FAF68B449}" type="presOf" srcId="{CCF1C336-351A-4986-8966-7334DAD19C58}" destId="{6A65C1F9-B100-46A8-9C4E-C0AD1F6897D8}" srcOrd="0" destOrd="3" presId="urn:microsoft.com/office/officeart/2005/8/layout/vList2"/>
    <dgm:cxn modelId="{827569BF-6414-44BA-9C08-F4811FA8B7B8}" type="presOf" srcId="{73AC3690-75D5-41BB-9A06-C03A7F64BBF2}" destId="{60CFC448-A2E9-471D-B823-5CCB0A6A8936}" srcOrd="0" destOrd="0" presId="urn:microsoft.com/office/officeart/2005/8/layout/vList2"/>
    <dgm:cxn modelId="{B9487BC8-723F-4399-9032-A115D4BA276C}" type="presOf" srcId="{508B34B0-8822-4B9D-8509-C86242B3F0FC}" destId="{A04F6C91-AEBF-4847-980F-C23A5906DCBB}" srcOrd="0" destOrd="0" presId="urn:microsoft.com/office/officeart/2005/8/layout/vList2"/>
    <dgm:cxn modelId="{E7E93ECF-F918-4024-BD3A-A12D6C61E8D6}" type="parOf" srcId="{04BE9AEC-4552-474D-B071-212C041E0A84}" destId="{FFE4DFC2-83E3-4B88-8AA1-C916996E5F7B}" srcOrd="6" destOrd="0" parTransId="{1E4834AA-6831-4C05-8916-8D82BEAE1FE8}" sibTransId="{7784081E-86D0-433D-B238-1E93EE868D2E}"/>
    <dgm:cxn modelId="{31835AD6-F378-469D-8CFC-50022F13F148}" type="presOf" srcId="{6EA496EA-1116-4392-82B2-3ABB000E63A9}" destId="{588B54E1-05A8-4440-8F0D-96AD752098A3}" srcOrd="0" destOrd="0" presId="urn:microsoft.com/office/officeart/2005/8/layout/vList2"/>
    <dgm:cxn modelId="{5F11CBD9-5FBA-426E-9584-4988C06405BC}" type="parOf" srcId="{901C6586-BCBD-4CE4-9830-89F1D9B4AE5F}" destId="{FFB3B67C-1440-48A0-8A3C-215F535DAEB6}" srcOrd="0" destOrd="0" parTransId="{518085CE-D40D-4424-BF63-7CD1ED0A1257}" sibTransId="{DBE34E57-ADC3-4EFA-814C-31040430D082}"/>
    <dgm:cxn modelId="{0574F8D9-6724-4C38-A8B7-67928FF56A92}" type="presOf" srcId="{1B7537CF-254E-4683-88E0-15B5AC4525D1}" destId="{6A65C1F9-B100-46A8-9C4E-C0AD1F6897D8}" srcOrd="0" destOrd="1" presId="urn:microsoft.com/office/officeart/2005/8/layout/vList2"/>
    <dgm:cxn modelId="{1F7D7ADB-BC6B-4821-8390-EED4BFAE4065}" type="presOf" srcId="{D97B27A1-5A4D-4301-8556-F5EAABCCE635}" destId="{99CE9A2F-1CEC-4ABF-B168-15D47293304F}" srcOrd="0" destOrd="0" presId="urn:microsoft.com/office/officeart/2005/8/layout/vList2"/>
    <dgm:cxn modelId="{98AB5AE7-2320-4DEC-9822-EA4B08DACCC3}" type="presOf" srcId="{32B6E68A-4A4F-4AD7-83CD-F8175BCBCA64}" destId="{6A65C1F9-B100-46A8-9C4E-C0AD1F6897D8}" srcOrd="0" destOrd="7" presId="urn:microsoft.com/office/officeart/2005/8/layout/vList2"/>
    <dgm:cxn modelId="{DD17C3E7-9C5D-4FA0-9035-99B3043CF779}" type="parOf" srcId="{901C6586-BCBD-4CE4-9830-89F1D9B4AE5F}" destId="{04BE9AEC-4552-474D-B071-212C041E0A84}" srcOrd="5" destOrd="0" parTransId="{3CD93CC9-3E9F-4F4B-9788-E7167ABD90EA}" sibTransId="{6DF7C04D-DC26-4403-B017-3946977266C3}"/>
    <dgm:cxn modelId="{4AF856F7-A575-4582-B33C-F101922D292C}" type="presOf" srcId="{81994E72-8066-4A33-9CF0-BDC3BFED4B91}" destId="{6A65C1F9-B100-46A8-9C4E-C0AD1F6897D8}" srcOrd="0" destOrd="2" presId="urn:microsoft.com/office/officeart/2005/8/layout/vList2"/>
    <dgm:cxn modelId="{5B475918-8458-4E3F-8FDE-CBCDC36D4A12}" type="presParOf" srcId="{87195878-9623-4A53-B73A-3510AE5062C5}" destId="{2E63C274-9DA8-45B8-82CD-443D3F0D4117}" srcOrd="0" destOrd="0" presId="urn:microsoft.com/office/officeart/2005/8/layout/vList2"/>
    <dgm:cxn modelId="{027A12C7-1024-48CF-9DFB-75F634AC119C}" type="presParOf" srcId="{87195878-9623-4A53-B73A-3510AE5062C5}" destId="{0ED22298-B8E4-4CC6-A1C0-09FB0D12D12D}" srcOrd="1" destOrd="0" presId="urn:microsoft.com/office/officeart/2005/8/layout/vList2"/>
    <dgm:cxn modelId="{85AE3E9F-9EBC-4FDC-9CB9-946AC061D882}" type="presParOf" srcId="{87195878-9623-4A53-B73A-3510AE5062C5}" destId="{588B54E1-05A8-4440-8F0D-96AD752098A3}" srcOrd="2" destOrd="0" presId="urn:microsoft.com/office/officeart/2005/8/layout/vList2"/>
    <dgm:cxn modelId="{B994135C-0EC1-4EA0-98A0-C49DAD3B081D}" type="presParOf" srcId="{87195878-9623-4A53-B73A-3510AE5062C5}" destId="{9EB2A054-C719-46C0-9B55-010E4B78980E}" srcOrd="3" destOrd="0" presId="urn:microsoft.com/office/officeart/2005/8/layout/vList2"/>
    <dgm:cxn modelId="{E2906EFB-0CED-4A1A-AAF3-A07A3C15B7B3}" type="presParOf" srcId="{87195878-9623-4A53-B73A-3510AE5062C5}" destId="{920EF786-34AE-4CDF-83CF-7A159AE4B3C9}" srcOrd="4" destOrd="0" presId="urn:microsoft.com/office/officeart/2005/8/layout/vList2"/>
    <dgm:cxn modelId="{31E9E98B-E835-44FA-8048-6910B8C6C9CB}" type="presParOf" srcId="{87195878-9623-4A53-B73A-3510AE5062C5}" destId="{2E27A52A-8957-471F-AA16-F337D37061A8}" srcOrd="5" destOrd="0" presId="urn:microsoft.com/office/officeart/2005/8/layout/vList2"/>
    <dgm:cxn modelId="{87687FE9-9F82-4121-A0AA-AF853B8A0D6C}" type="presParOf" srcId="{87195878-9623-4A53-B73A-3510AE5062C5}" destId="{60CFC448-A2E9-471D-B823-5CCB0A6A8936}" srcOrd="6" destOrd="0" presId="urn:microsoft.com/office/officeart/2005/8/layout/vList2"/>
    <dgm:cxn modelId="{050D95BE-1BBD-4792-BB41-80F4980C3D27}" type="presParOf" srcId="{87195878-9623-4A53-B73A-3510AE5062C5}" destId="{0BC88EDA-9496-41A5-A1CB-3951BE1A3A94}" srcOrd="7" destOrd="0" presId="urn:microsoft.com/office/officeart/2005/8/layout/vList2"/>
    <dgm:cxn modelId="{C84C3944-EDCA-4BEE-A62F-E0192F0FE96A}" type="presParOf" srcId="{87195878-9623-4A53-B73A-3510AE5062C5}" destId="{99CE9A2F-1CEC-4ABF-B168-15D47293304F}" srcOrd="8" destOrd="0" presId="urn:microsoft.com/office/officeart/2005/8/layout/vList2"/>
    <dgm:cxn modelId="{EA66A9D7-CE7B-4F46-840F-3FC0EEC83C51}" type="presParOf" srcId="{87195878-9623-4A53-B73A-3510AE5062C5}" destId="{98426BBA-1F64-4AFA-8957-D78168382DF4}" srcOrd="9" destOrd="0" presId="urn:microsoft.com/office/officeart/2005/8/layout/vList2"/>
    <dgm:cxn modelId="{985E69CA-0E5B-428B-8D39-41E97FE1E5DC}" type="presParOf" srcId="{87195878-9623-4A53-B73A-3510AE5062C5}" destId="{EFDFAC03-7954-429E-A62B-58C691FD5CEA}" srcOrd="10" destOrd="0" presId="urn:microsoft.com/office/officeart/2005/8/layout/vList2"/>
    <dgm:cxn modelId="{83573241-D0AB-4C0D-A1F5-CB8E1022C968}" type="presParOf" srcId="{87195878-9623-4A53-B73A-3510AE5062C5}" destId="{6A65C1F9-B100-46A8-9C4E-C0AD1F6897D8}" srcOrd="11" destOrd="0" presId="urn:microsoft.com/office/officeart/2005/8/layout/vList2"/>
    <dgm:cxn modelId="{D722051E-A16F-4A16-95EE-AAE91990F0F4}" type="presParOf" srcId="{87195878-9623-4A53-B73A-3510AE5062C5}" destId="{924A46D7-53D3-4C2B-A0D4-9593D2A096BF}" srcOrd="12" destOrd="0" presId="urn:microsoft.com/office/officeart/2005/8/layout/vList2"/>
    <dgm:cxn modelId="{4D0230EF-8824-40DC-9612-2FD5C37D4C1D}" type="presParOf" srcId="{87195878-9623-4A53-B73A-3510AE5062C5}" destId="{32B0200A-C088-4154-AC6B-FBD63EA3629B}" srcOrd="13" destOrd="0" presId="urn:microsoft.com/office/officeart/2005/8/layout/vList2"/>
    <dgm:cxn modelId="{2318F9B4-15F5-44D3-BC47-52FC9C2DDABD}" type="presParOf" srcId="{87195878-9623-4A53-B73A-3510AE5062C5}" destId="{A04F6C91-AEBF-4847-980F-C23A5906DCBB}" srcOrd="14" destOrd="0" presId="urn:microsoft.com/office/officeart/2005/8/layout/vList2"/>
  </dgm:cxnLst>
  <dgm:bg>
    <a:solidFill>
      <a:schemeClr val="accent2"/>
    </a:solidFill>
  </dgm:bg>
  <dgm:whole/>
  <dgm:extLst>
    <a:ext uri="http://schemas.microsoft.com/office/drawing/2008/diagram">
      <dsp:dataModelExt xmlns:dsp="http://schemas.microsoft.com/office/drawing/2008/diagram" relId="rId4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901C6586-BCBD-4CE4-9830-89F1D9B4AE5F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 phldr="1"/>
      <dgm:spPr bwMode="auto"/>
      <dgm:t>
        <a:bodyPr/>
        <a:lstStyle/>
        <a:p>
          <a:pPr>
            <a:defRPr/>
          </a:pPr>
          <a:endParaRPr lang="it-IT"/>
        </a:p>
      </dgm:t>
    </dgm:pt>
    <dgm:pt modelId="{FFB3B67C-1440-48A0-8A3C-215F535DAEB6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Cereali contenenti glutine </a:t>
          </a: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e prodotti </a:t>
          </a: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derivati</a:t>
          </a:r>
          <a:endParaRPr/>
        </a:p>
      </dgm:t>
    </dgm:pt>
    <dgm:pt modelId="{518085CE-D40D-4424-BF63-7CD1ED0A1257}" type="parTrans" cxnId="{5F11CBD9-5FBA-426E-9584-4988C06405B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DBE34E57-ADC3-4EFA-814C-31040430D082}" type="sibTrans" cxnId="{5F11CBD9-5FBA-426E-9584-4988C06405B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6EA496EA-1116-4392-82B2-3ABB000E63A9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Uova e prodotti a base di uova</a:t>
          </a:r>
          <a:endParaRPr/>
        </a:p>
      </dgm:t>
    </dgm:pt>
    <dgm:pt modelId="{AF68B59F-D7C0-4C91-BEDC-861FD980CEAD}" type="parTrans" cxnId="{4D0E3B83-6833-441A-8118-96718D68C6AA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24950D9D-C797-4876-8F64-C13AC3960C8E}" type="sibTrans" cxnId="{4D0E3B83-6833-441A-8118-96718D68C6AA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508B34B0-8822-4B9D-8509-C86242B3F0FC}" type="node">
      <dgm:prSet phldrT="[Testo]" custT="1"/>
      <dgm:spPr bwMode="auto"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>
            <a:defRPr/>
          </a:pPr>
          <a:r>
            <a:rPr lang="it-IT" sz="1200" b="1">
              <a:solidFill>
                <a:schemeClr val="accent2">
                  <a:lumMod val="50000"/>
                </a:schemeClr>
              </a:solidFill>
            </a:rPr>
            <a:t>+ Aggiungi allergene</a:t>
          </a:r>
          <a:endParaRPr/>
        </a:p>
      </dgm:t>
    </dgm:pt>
    <dgm:pt modelId="{EAFBB4BE-EB34-4DE9-B37A-E90832B60FFA}" type="parTrans" cxnId="{B7E32D36-B923-43E1-B2CE-694DD99F3081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46A9A74D-28EB-459B-B131-E8A65D94C2ED}" type="sibTrans" cxnId="{B7E32D36-B923-43E1-B2CE-694DD99F3081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32B6E68A-4A4F-4AD7-83CD-F8175BCBCA64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C706831-F717-4F53-883B-B1360AA9AC7D}" type="parTrans" cxnId="{B85B8A65-27B7-4B4F-A48A-199B9D2E6D3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0BF1F8A-19B8-45CB-9B10-4160ABBE06C0}" type="sibTrans" cxnId="{B85B8A65-27B7-4B4F-A48A-199B9D2E6D3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0DAAF04-7AA3-4F22-9190-45111789109B}" type="node">
      <dgm:prSet phldrT="[Testo]" custT="1"/>
      <dgm:spPr bwMode="auto"/>
      <dgm:t>
        <a:bodyPr/>
        <a:lstStyle/>
        <a:p>
          <a:pPr>
            <a:defRPr/>
          </a:pPr>
          <a:r>
            <a:rPr lang="it-IT" sz="1200"/>
            <a:t>Latte e prodotti a base di latte</a:t>
          </a:r>
          <a:endParaRPr/>
        </a:p>
      </dgm:t>
    </dgm:pt>
    <dgm:pt modelId="{7DAEC203-3C7C-436D-AFE8-B885FB723D85}" type="sibTrans" cxnId="{DDC82E43-C7DD-40B2-956E-47F81491CDE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519D677F-6421-4B03-977C-6050410474A4}" type="parTrans" cxnId="{DDC82E43-C7DD-40B2-956E-47F81491CDEC}">
      <dgm:prSet/>
      <dgm:spPr bwMode="auto"/>
      <dgm:t>
        <a:bodyPr/>
        <a:lstStyle/>
        <a:p>
          <a:pPr>
            <a:defRPr/>
          </a:pPr>
          <a:endParaRPr lang="it-IT" sz="1400"/>
        </a:p>
      </dgm:t>
    </dgm:pt>
    <dgm:pt modelId="{C34A7D7A-9576-4FF6-A2D7-6570D2CE2B8A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0B94145-BE76-470E-8FFD-BB60C4FCD4CA}" type="parTrans" cxnId="{FD660CBE-2CF5-42EC-8AF9-679D895F3C8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7B86293-2F6E-4101-A11D-426BDDC0EA25}" type="sibTrans" cxnId="{FD660CBE-2CF5-42EC-8AF9-679D895F3C81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2047BF9-A353-4F3C-A439-D96C407B9F0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2086C2B-74CC-4B35-B2BF-BCAE78CDA663}" type="parTrans" cxnId="{E572CAAE-71B4-4325-89E0-64FCDEA29C9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3B0A022-0FFB-4040-B1DD-3816346EA22E}" type="sibTrans" cxnId="{E572CAAE-71B4-4325-89E0-64FCDEA29C9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CE0415A-EA7E-43E6-B296-E823DA52C3E7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C02ED2E-FE65-49F0-A336-729CC8871527}" type="parTrans" cxnId="{8F1BB440-FCE1-410A-833B-35AB93E1E2C9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4C4395D-AE35-4042-ADF9-3FAD159F2FB1}" type="sibTrans" cxnId="{8F1BB440-FCE1-410A-833B-35AB93E1E2C9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52BB327-7C1D-4E3A-B7EF-E38365B17D7F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88E99E5-E93D-4B20-B245-67F822D41D0F}" type="parTrans" cxnId="{2AE79A6E-A8BB-4A3F-94E2-2A598D0C039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D3A8F43-FEAF-4DD5-AA09-6CDA1232D4B2}" type="sibTrans" cxnId="{2AE79A6E-A8BB-4A3F-94E2-2A598D0C039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0AE0E32-10DD-47C1-96AD-AF530C66C69F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AA467C5-10D8-403F-BA8D-BFCC130A425C}" type="parTrans" cxnId="{A96476CA-D1B5-44F9-9949-520AD730380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EE5D31C-34CC-4DAD-B4C3-5DD3F7C41B85}" type="sibTrans" cxnId="{A96476CA-D1B5-44F9-9949-520AD730380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FB50813-E4F9-4251-A4BC-99F4EBDB6D0F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C09961B3-4796-43AE-96C7-E2854E4E95D7}" type="parTrans" cxnId="{D9EF36C3-A46A-4E11-B4C0-6A628044D22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FBA3D7A3-4780-4F1C-855F-2AD9D20B7032}" type="sibTrans" cxnId="{D9EF36C3-A46A-4E11-B4C0-6A628044D22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386D88B-396C-48A0-B8B3-DDC7DD755106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1B81EEC-407E-44C2-A435-18144803555A}" type="parTrans" cxnId="{8CD4D00E-EB2C-46B9-B893-6652049FCB5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CA51C94-3F2D-4EDD-BAED-39580F2B5FAC}" type="sibTrans" cxnId="{8CD4D00E-EB2C-46B9-B893-6652049FCB55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432918B-338E-4857-9F62-37E85883726A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9B13764-165B-40E4-9392-FE5D8D14CCBA}" type="parTrans" cxnId="{135D7BEA-3A80-4F09-A1FF-C9D11B398AF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CB420957-73CE-4141-B49B-F6619252C1E5}" type="sibTrans" cxnId="{135D7BEA-3A80-4F09-A1FF-C9D11B398AF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844263D-2440-4798-B552-36A93B2AFAB1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F5517B3-C4EE-4F19-AEA3-0CEFBDDCC5C9}" type="parTrans" cxnId="{C97AD203-857D-4C7D-9461-DB2B94885A8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C412F20-2E27-439F-8A7A-E1BAC0A6E9BA}" type="sibTrans" cxnId="{C97AD203-857D-4C7D-9461-DB2B94885A8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C9D5C68-6FCA-4A10-980A-33E11658865B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5C080D9-7998-4F50-8D45-825B25DCD512}" type="parTrans" cxnId="{1BF672CF-E1A3-4F5D-B648-482844D04C03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212E12E-385E-41E0-B53E-F948B797600D}" type="sibTrans" cxnId="{1BF672CF-E1A3-4F5D-B648-482844D04C03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638AB69-7239-4385-87A9-010C4FF9B007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E83447B-1AB4-451A-A1A6-3ABD965CF691}" type="parTrans" cxnId="{1243DCC8-42AD-49AA-93E8-F1C1AD188C3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B2FE155-865C-4F6B-9B2B-8548AC163E2E}" type="sibTrans" cxnId="{1243DCC8-42AD-49AA-93E8-F1C1AD188C3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B58BD59-636A-4FE6-A40D-0833FB603B00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BBEDE51-F33E-4C9C-A8A2-A1A6827E7EE9}" type="parTrans" cxnId="{06E14152-B839-4161-8FFE-8A65F019E37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CE0364A-BBB8-471B-8DC9-72865C561CFC}" type="sibTrans" cxnId="{06E14152-B839-4161-8FFE-8A65F019E37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17ACEB7-010C-4DEB-B58D-581CB7427475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22A92083-BEF8-48AF-BB93-86E9154A27F3}" type="parTrans" cxnId="{707C5A6D-100E-4E3E-ADE7-9F59D266F88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4541D56-2B87-4071-AF57-D565B29C9F5E}" type="sibTrans" cxnId="{707C5A6D-100E-4E3E-ADE7-9F59D266F887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389B19E-1899-4F2C-82AB-0EB53E354BF4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E30DF53-89B9-4DAC-B9F2-249480BBA67D}" type="parTrans" cxnId="{3471C0E8-EC31-4315-81C3-9929CFFE970F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B6B2617F-83E8-4A87-BC2F-863B0D9F1899}" type="sibTrans" cxnId="{3471C0E8-EC31-4315-81C3-9929CFFE970F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73A2A02-CD75-4BE2-9405-002E606E9995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4631488-F0B1-491C-914F-76E4CF04B6E4}" type="parTrans" cxnId="{C8E44EEB-8ABD-48A1-8A47-088DC6DB768E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E6D53D1-48DA-486A-8547-7350941664DC}" type="sibTrans" cxnId="{C8E44EEB-8ABD-48A1-8A47-088DC6DB768E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C9A7F4F6-8A47-4ED0-AA4B-5FDE33E534D3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96E119F-FF69-4EE8-9F83-6B154E7DDA22}" type="parTrans" cxnId="{161D42FF-2957-4609-B458-FFBBE222441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3954DD8-D408-44E6-96BA-417CCEA76CA6}" type="sibTrans" cxnId="{161D42FF-2957-4609-B458-FFBBE222441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FAF025BF-D22F-4618-A1C6-B73B104074E3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CEBD54A-5FF9-4520-8D27-422579A83F10}" type="parTrans" cxnId="{DC2D0E1F-B65F-459A-91B7-FDA2792EC4A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58241217-5FDE-47B0-B45F-D1FC788ABA52}" type="sibTrans" cxnId="{DC2D0E1F-B65F-459A-91B7-FDA2792EC4A2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D6C1D3AC-4E1E-4207-AAF3-48F6286EB818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16AE1A0-4A85-440E-8D1D-E88720F2AA97}" type="parTrans" cxnId="{25047110-F888-4DCC-9191-F10C0AF02413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4EE6A8A-6B36-4586-B550-E39804E8F92A}" type="sibTrans" cxnId="{25047110-F888-4DCC-9191-F10C0AF02413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112AADC-B90B-4409-886C-74D8914FBA90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63FE461-EB55-422D-82D0-C92AFF7A0F6A}" type="parTrans" cxnId="{01E1DA61-20FA-4656-B020-7182F6EA12F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3F358168-077C-4822-934A-1E887F958ECA}" type="sibTrans" cxnId="{01E1DA61-20FA-4656-B020-7182F6EA12FC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BF0969C-9363-4AAE-AC35-B61B5CF042BC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1F35008-D55D-407F-ABDE-4B1DB123579C}" type="parTrans" cxnId="{3CC53FB2-908B-4BCA-9F2D-36B4708A553E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E5B4BDF-9393-4EE6-8B37-4F3CE75E9A52}" type="sibTrans" cxnId="{3CC53FB2-908B-4BCA-9F2D-36B4708A553E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1B43E14-8216-4550-8E33-3EC59F2423C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669E2B12-3987-4C45-9E46-4263F458446D}" type="parTrans" cxnId="{0CBEEE25-9303-4605-B24B-CF6BD72576DD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779BBC1F-08BE-415F-8ADA-BDBB9A58E67C}" type="sibTrans" cxnId="{0CBEEE25-9303-4605-B24B-CF6BD72576DD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E527CF90-2636-4A37-8562-22BB4FF1529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3F896ED-7E3D-4360-9602-C2874C608373}" type="parTrans" cxnId="{117AA14E-48D4-46B9-822B-5A556FFF77C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F4DEBA9-FB8F-481C-B471-857A83309FBC}" type="sibTrans" cxnId="{117AA14E-48D4-46B9-822B-5A556FFF77C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128D5B42-8B89-4AC7-8BAC-C8B3759D325E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45612D30-4F9E-40FC-8BAB-9998422A09C7}" type="parTrans" cxnId="{71570C21-101F-48E8-BED3-B4627B240FF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90A87C9B-8E9E-4717-9872-D01B16379833}" type="sibTrans" cxnId="{71570C21-101F-48E8-BED3-B4627B240FFA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A41F902F-C66D-488A-8DD8-597A3019E2C7}" type="node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8B6770A-755A-4722-B974-5093021C5A09}" type="parTrans" cxnId="{FC4E8ED7-220E-4BC1-B6AF-8ACEDACC20C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0F21C6AF-E34D-447C-89B5-ABEA023C79C6}" type="sibTrans" cxnId="{FC4E8ED7-220E-4BC1-B6AF-8ACEDACC20C0}">
      <dgm:prSet/>
      <dgm:spPr bwMode="auto"/>
      <dgm:t>
        <a:bodyPr/>
        <a:lstStyle/>
        <a:p>
          <a:pPr>
            <a:defRPr/>
          </a:pPr>
          <a:endParaRPr lang="it-IT"/>
        </a:p>
      </dgm:t>
    </dgm:pt>
    <dgm:pt modelId="{87195878-9623-4A53-B73A-3510AE5062C5}" type="pres">
      <dgm:prSet presAssocID="{901C6586-BCBD-4CE4-9830-89F1D9B4AE5F}" presName="linear" presStyleCnt="0">
        <dgm:presLayoutVars>
          <dgm:animLvl val="lvl"/>
          <dgm:resizeHandles val="exact"/>
        </dgm:presLayoutVars>
      </dgm:prSet>
      <dgm:spPr bwMode="auto"/>
    </dgm:pt>
    <dgm:pt modelId="{2E63C274-9DA8-45B8-82CD-443D3F0D4117}" type="pres">
      <dgm:prSet custLinFactNeighborX="-2184" custLinFactNeighborY="-100000" custLinFactY="-68734" presAssocID="{FFB3B67C-1440-48A0-8A3C-215F535DAEB6}" presName="parentText" presStyleLbl="node1" presStyleIdx="0" presStyleCnt="4">
        <dgm:presLayoutVars>
          <dgm:chMax val="0"/>
          <dgm:bulletEnabled val="1"/>
        </dgm:presLayoutVars>
      </dgm:prSet>
      <dgm:spPr bwMode="auto"/>
    </dgm:pt>
    <dgm:pt modelId="{0ED22298-B8E4-4CC6-A1C0-09FB0D12D12D}" type="pres">
      <dgm:prSet presAssocID="{DBE34E57-ADC3-4EFA-814C-31040430D082}" presName="spacer" presStyleCnt="0"/>
      <dgm:spPr bwMode="auto"/>
    </dgm:pt>
    <dgm:pt modelId="{588B54E1-05A8-4440-8F0D-96AD752098A3}" type="pres">
      <dgm:prSet presAssocID="{6EA496EA-1116-4392-82B2-3ABB000E63A9}" presName="parentText" presStyleLbl="node1" presStyleIdx="1" presStyleCnt="4">
        <dgm:presLayoutVars>
          <dgm:chMax val="0"/>
          <dgm:bulletEnabled val="1"/>
        </dgm:presLayoutVars>
      </dgm:prSet>
      <dgm:spPr bwMode="auto"/>
    </dgm:pt>
    <dgm:pt modelId="{9EB2A054-C719-46C0-9B55-010E4B78980E}" type="pres">
      <dgm:prSet presAssocID="{24950D9D-C797-4876-8F64-C13AC3960C8E}" presName="spacer" presStyleCnt="0"/>
      <dgm:spPr bwMode="auto"/>
    </dgm:pt>
    <dgm:pt modelId="{920EF786-34AE-4CDF-83CF-7A159AE4B3C9}" type="pres">
      <dgm:prSet presAssocID="{A0DAAF04-7AA3-4F22-9190-45111789109B}" presName="parentText" presStyleLbl="node1" presStyleIdx="2" presStyleCnt="4">
        <dgm:presLayoutVars>
          <dgm:chMax val="0"/>
          <dgm:bulletEnabled val="1"/>
        </dgm:presLayoutVars>
      </dgm:prSet>
      <dgm:spPr bwMode="auto"/>
    </dgm:pt>
    <dgm:pt modelId="{07C4600B-39FA-46BA-A953-69A47F2CFAAA}" type="pres">
      <dgm:prSet presAssocID="{A0DAAF04-7AA3-4F22-9190-45111789109B}" presName="childText" presStyleLbl="revTx" presStyleIdx="0" presStyleCnt="1">
        <dgm:presLayoutVars>
          <dgm:bulletEnabled val="1"/>
        </dgm:presLayoutVars>
      </dgm:prSet>
      <dgm:spPr bwMode="auto"/>
    </dgm:pt>
    <dgm:pt modelId="{A04F6C91-AEBF-4847-980F-C23A5906DCBB}" type="pres">
      <dgm:prSet custLinFactNeighborX="745" custLinFactNeighborY="200000" custLinFactY="140631" presAssocID="{508B34B0-8822-4B9D-8509-C86242B3F0FC}" presName="parentText" presStyleLbl="node1" presStyleIdx="3" presStyleCnt="4">
        <dgm:presLayoutVars>
          <dgm:chMax val="0"/>
          <dgm:bulletEnabled val="1"/>
        </dgm:presLayoutVars>
      </dgm:prSet>
      <dgm:spPr bwMode="auto"/>
    </dgm:pt>
  </dgm:ptLst>
  <dgm:cxnLst>
    <dgm:cxn modelId="{C97AD203-857D-4C7D-9461-DB2B94885A82}" type="parOf" srcId="{A0DAAF04-7AA3-4F22-9190-45111789109B}" destId="{5844263D-2440-4798-B552-36A93B2AFAB1}" srcOrd="8" destOrd="0" parTransId="{9F5517B3-C4EE-4F19-AEA3-0CEFBDDCC5C9}" sibTransId="{2C412F20-2E27-439F-8A7A-E1BAC0A6E9BA}"/>
    <dgm:cxn modelId="{8CD4D00E-EB2C-46B9-B893-6652049FCB55}" type="parOf" srcId="{A0DAAF04-7AA3-4F22-9190-45111789109B}" destId="{8386D88B-396C-48A0-B8B3-DDC7DD755106}" srcOrd="6" destOrd="0" parTransId="{91B81EEC-407E-44C2-A435-18144803555A}" sibTransId="{4CA51C94-3F2D-4EDD-BAED-39580F2B5FAC}"/>
    <dgm:cxn modelId="{25047110-F888-4DCC-9191-F10C0AF02413}" type="parOf" srcId="{A0DAAF04-7AA3-4F22-9190-45111789109B}" destId="{D6C1D3AC-4E1E-4207-AAF3-48F6286EB818}" srcOrd="17" destOrd="0" parTransId="{016AE1A0-4A85-440E-8D1D-E88720F2AA97}" sibTransId="{A4EE6A8A-6B36-4586-B550-E39804E8F92A}"/>
    <dgm:cxn modelId="{9919BE1E-FE1F-4EE1-8B3F-4C86C3188EDC}" type="presOf" srcId="{E527CF90-2636-4A37-8562-22BB4FF1529E}" destId="{07C4600B-39FA-46BA-A953-69A47F2CFAAA}" srcOrd="0" destOrd="21" presId="urn:microsoft.com/office/officeart/2005/8/layout/vList2"/>
    <dgm:cxn modelId="{DC2D0E1F-B65F-459A-91B7-FDA2792EC4A2}" type="parOf" srcId="{A0DAAF04-7AA3-4F22-9190-45111789109B}" destId="{FAF025BF-D22F-4618-A1C6-B73B104074E3}" srcOrd="16" destOrd="0" parTransId="{ACEBD54A-5FF9-4520-8D27-422579A83F10}" sibTransId="{58241217-5FDE-47B0-B45F-D1FC788ABA52}"/>
    <dgm:cxn modelId="{71570C21-101F-48E8-BED3-B4627B240FFA}" type="parOf" srcId="{A0DAAF04-7AA3-4F22-9190-45111789109B}" destId="{128D5B42-8B89-4AC7-8BAC-C8B3759D325E}" srcOrd="22" destOrd="0" parTransId="{45612D30-4F9E-40FC-8BAB-9998422A09C7}" sibTransId="{90A87C9B-8E9E-4717-9872-D01B16379833}"/>
    <dgm:cxn modelId="{1EB3AD21-F4DB-4D2B-9CB5-27E9BE9E791E}" type="presOf" srcId="{0112AADC-B90B-4409-886C-74D8914FBA90}" destId="{07C4600B-39FA-46BA-A953-69A47F2CFAAA}" srcOrd="0" destOrd="18" presId="urn:microsoft.com/office/officeart/2005/8/layout/vList2"/>
    <dgm:cxn modelId="{0CBEEE25-9303-4605-B24B-CF6BD72576DD}" type="parOf" srcId="{A0DAAF04-7AA3-4F22-9190-45111789109B}" destId="{E1B43E14-8216-4550-8E33-3EC59F2423CE}" srcOrd="20" destOrd="0" parTransId="{669E2B12-3987-4C45-9E46-4263F458446D}" sibTransId="{779BBC1F-08BE-415F-8ADA-BDBB9A58E67C}"/>
    <dgm:cxn modelId="{EE4FFC30-0341-40FE-A06C-D0EA27CF6D28}" type="presOf" srcId="{A41F902F-C66D-488A-8DD8-597A3019E2C7}" destId="{07C4600B-39FA-46BA-A953-69A47F2CFAAA}" srcOrd="0" destOrd="23" presId="urn:microsoft.com/office/officeart/2005/8/layout/vList2"/>
    <dgm:cxn modelId="{8C07B635-4C76-4BC1-A3B5-4F0B7DC38D29}" type="presOf" srcId="{D6C1D3AC-4E1E-4207-AAF3-48F6286EB818}" destId="{07C4600B-39FA-46BA-A953-69A47F2CFAAA}" srcOrd="0" destOrd="17" presId="urn:microsoft.com/office/officeart/2005/8/layout/vList2"/>
    <dgm:cxn modelId="{B7E32D36-B923-43E1-B2CE-694DD99F3081}" type="parOf" srcId="{901C6586-BCBD-4CE4-9830-89F1D9B4AE5F}" destId="{508B34B0-8822-4B9D-8509-C86242B3F0FC}" srcOrd="3" destOrd="0" parTransId="{EAFBB4BE-EB34-4DE9-B37A-E90832B60FFA}" sibTransId="{46A9A74D-28EB-459B-B131-E8A65D94C2ED}"/>
    <dgm:cxn modelId="{98D9C03C-5D24-47D0-B701-664E30C10D17}" type="presOf" srcId="{FAF025BF-D22F-4618-A1C6-B73B104074E3}" destId="{07C4600B-39FA-46BA-A953-69A47F2CFAAA}" srcOrd="0" destOrd="16" presId="urn:microsoft.com/office/officeart/2005/8/layout/vList2"/>
    <dgm:cxn modelId="{8F1BB440-FCE1-410A-833B-35AB93E1E2C9}" type="parOf" srcId="{A0DAAF04-7AA3-4F22-9190-45111789109B}" destId="{BCE0415A-EA7E-43E6-B296-E823DA52C3E7}" srcOrd="2" destOrd="0" parTransId="{6C02ED2E-FE65-49F0-A336-729CC8871527}" sibTransId="{D4C4395D-AE35-4042-ADF9-3FAD159F2FB1}"/>
    <dgm:cxn modelId="{01E1DA61-20FA-4656-B020-7182F6EA12FC}" type="parOf" srcId="{A0DAAF04-7AA3-4F22-9190-45111789109B}" destId="{0112AADC-B90B-4409-886C-74D8914FBA90}" srcOrd="18" destOrd="0" parTransId="{663FE461-EB55-422D-82D0-C92AFF7A0F6A}" sibTransId="{3F358168-077C-4822-934A-1E887F958ECA}"/>
    <dgm:cxn modelId="{44C05742-DB24-4C11-A5FC-3691F6D87F25}" type="presOf" srcId="{20AE0E32-10DD-47C1-96AD-AF530C66C69F}" destId="{07C4600B-39FA-46BA-A953-69A47F2CFAAA}" srcOrd="0" destOrd="4" presId="urn:microsoft.com/office/officeart/2005/8/layout/vList2"/>
    <dgm:cxn modelId="{DDC82E43-C7DD-40B2-956E-47F81491CDEC}" type="parOf" srcId="{901C6586-BCBD-4CE4-9830-89F1D9B4AE5F}" destId="{A0DAAF04-7AA3-4F22-9190-45111789109B}" srcOrd="2" destOrd="0" parTransId="{519D677F-6421-4B03-977C-6050410474A4}" sibTransId="{7DAEC203-3C7C-436D-AFE8-B885FB723D85}"/>
    <dgm:cxn modelId="{B85B8A65-27B7-4B4F-A48A-199B9D2E6D35}" type="parOf" srcId="{A0DAAF04-7AA3-4F22-9190-45111789109B}" destId="{32B6E68A-4A4F-4AD7-83CD-F8175BCBCA64}" srcOrd="24" destOrd="0" parTransId="{1C706831-F717-4F53-883B-B1360AA9AC7D}" sibTransId="{20BF1F8A-19B8-45CB-9B10-4160ABBE06C0}"/>
    <dgm:cxn modelId="{1D942A47-B72A-4E69-9500-4819B447EF64}" type="presOf" srcId="{FFB3B67C-1440-48A0-8A3C-215F535DAEB6}" destId="{2E63C274-9DA8-45B8-82CD-443D3F0D4117}" srcOrd="0" destOrd="0" presId="urn:microsoft.com/office/officeart/2005/8/layout/vList2"/>
    <dgm:cxn modelId="{CF367968-BFA9-4392-8289-98F406AAF0E8}" type="presOf" srcId="{C9A7F4F6-8A47-4ED0-AA4B-5FDE33E534D3}" destId="{07C4600B-39FA-46BA-A953-69A47F2CFAAA}" srcOrd="0" destOrd="15" presId="urn:microsoft.com/office/officeart/2005/8/layout/vList2"/>
    <dgm:cxn modelId="{707C5A6D-100E-4E3E-ADE7-9F59D266F887}" type="parOf" srcId="{A0DAAF04-7AA3-4F22-9190-45111789109B}" destId="{117ACEB7-010C-4DEB-B58D-581CB7427475}" srcOrd="12" destOrd="0" parTransId="{22A92083-BEF8-48AF-BB93-86E9154A27F3}" sibTransId="{E4541D56-2B87-4071-AF57-D565B29C9F5E}"/>
    <dgm:cxn modelId="{2AE79A6E-A8BB-4A3F-94E2-2A598D0C039A}" type="parOf" srcId="{A0DAAF04-7AA3-4F22-9190-45111789109B}" destId="{952BB327-7C1D-4E3A-B7EF-E38365B17D7F}" srcOrd="3" destOrd="0" parTransId="{B88E99E5-E93D-4B20-B245-67F822D41D0F}" sibTransId="{5D3A8F43-FEAF-4DD5-AA09-6CDA1232D4B2}"/>
    <dgm:cxn modelId="{117AA14E-48D4-46B9-822B-5A556FFF77CA}" type="parOf" srcId="{A0DAAF04-7AA3-4F22-9190-45111789109B}" destId="{E527CF90-2636-4A37-8562-22BB4FF1529E}" srcOrd="21" destOrd="0" parTransId="{03F896ED-7E3D-4360-9602-C2874C608373}" sibTransId="{9F4DEBA9-FB8F-481C-B471-857A83309FBC}"/>
    <dgm:cxn modelId="{E85AAB6E-C20C-473D-92F7-F58C239A6B04}" type="presOf" srcId="{E1B43E14-8216-4550-8E33-3EC59F2423CE}" destId="{07C4600B-39FA-46BA-A953-69A47F2CFAAA}" srcOrd="0" destOrd="20" presId="urn:microsoft.com/office/officeart/2005/8/layout/vList2"/>
    <dgm:cxn modelId="{6F86DF71-E338-416C-AD21-1179C10CB4BE}" type="presOf" srcId="{128D5B42-8B89-4AC7-8BAC-C8B3759D325E}" destId="{07C4600B-39FA-46BA-A953-69A47F2CFAAA}" srcOrd="0" destOrd="22" presId="urn:microsoft.com/office/officeart/2005/8/layout/vList2"/>
    <dgm:cxn modelId="{4A60E751-4FCD-40F1-98A8-9D1C5FC1DACE}" type="presOf" srcId="{D638AB69-7239-4385-87A9-010C4FF9B007}" destId="{07C4600B-39FA-46BA-A953-69A47F2CFAAA}" srcOrd="0" destOrd="10" presId="urn:microsoft.com/office/officeart/2005/8/layout/vList2"/>
    <dgm:cxn modelId="{06E14152-B839-4161-8FFE-8A65F019E372}" type="parOf" srcId="{A0DAAF04-7AA3-4F22-9190-45111789109B}" destId="{AB58BD59-636A-4FE6-A40D-0833FB603B00}" srcOrd="11" destOrd="0" parTransId="{5BBEDE51-F33E-4C9C-A8A2-A1A6827E7EE9}" sibTransId="{BCE0364A-BBB8-471B-8DC9-72865C561CFC}"/>
    <dgm:cxn modelId="{92914E75-873F-42EA-A5F7-4321FEDB6693}" type="presOf" srcId="{A432918B-338E-4857-9F62-37E85883726A}" destId="{07C4600B-39FA-46BA-A953-69A47F2CFAAA}" srcOrd="0" destOrd="7" presId="urn:microsoft.com/office/officeart/2005/8/layout/vList2"/>
    <dgm:cxn modelId="{17F79A79-44C1-4907-A6E6-38E034033BC8}" type="presOf" srcId="{BFB50813-E4F9-4251-A4BC-99F4EBDB6D0F}" destId="{07C4600B-39FA-46BA-A953-69A47F2CFAAA}" srcOrd="0" destOrd="5" presId="urn:microsoft.com/office/officeart/2005/8/layout/vList2"/>
    <dgm:cxn modelId="{39F3AB7B-8BCA-49DC-A047-1958789117F4}" type="presOf" srcId="{AB58BD59-636A-4FE6-A40D-0833FB603B00}" destId="{07C4600B-39FA-46BA-A953-69A47F2CFAAA}" srcOrd="0" destOrd="11" presId="urn:microsoft.com/office/officeart/2005/8/layout/vList2"/>
    <dgm:cxn modelId="{4D0E3B83-6833-441A-8118-96718D68C6AA}" type="parOf" srcId="{901C6586-BCBD-4CE4-9830-89F1D9B4AE5F}" destId="{6EA496EA-1116-4392-82B2-3ABB000E63A9}" srcOrd="1" destOrd="0" parTransId="{AF68B59F-D7C0-4C91-BEDC-861FD980CEAD}" sibTransId="{24950D9D-C797-4876-8F64-C13AC3960C8E}"/>
    <dgm:cxn modelId="{FAD3268B-E4F1-48AB-8C19-D586D836EA40}" type="presOf" srcId="{A0DAAF04-7AA3-4F22-9190-45111789109B}" destId="{920EF786-34AE-4CDF-83CF-7A159AE4B3C9}" srcOrd="0" destOrd="0" presId="urn:microsoft.com/office/officeart/2005/8/layout/vList2"/>
    <dgm:cxn modelId="{B58D2F93-4384-495D-89D7-8B664473065E}" type="presOf" srcId="{952BB327-7C1D-4E3A-B7EF-E38365B17D7F}" destId="{07C4600B-39FA-46BA-A953-69A47F2CFAAA}" srcOrd="0" destOrd="3" presId="urn:microsoft.com/office/officeart/2005/8/layout/vList2"/>
    <dgm:cxn modelId="{81AF73A0-4C43-4AE9-97B3-ED7379133625}" type="presOf" srcId="{9389B19E-1899-4F2C-82AB-0EB53E354BF4}" destId="{07C4600B-39FA-46BA-A953-69A47F2CFAAA}" srcOrd="0" destOrd="13" presId="urn:microsoft.com/office/officeart/2005/8/layout/vList2"/>
    <dgm:cxn modelId="{673BDFA4-A09E-4981-B65F-A1370197E0A5}" type="presOf" srcId="{52047BF9-A353-4F3C-A439-D96C407B9F0E}" destId="{07C4600B-39FA-46BA-A953-69A47F2CFAAA}" srcOrd="0" destOrd="1" presId="urn:microsoft.com/office/officeart/2005/8/layout/vList2"/>
    <dgm:cxn modelId="{0864A6AA-4B8A-498A-8B74-C94CAF5CA0AF}" type="presOf" srcId="{773A2A02-CD75-4BE2-9405-002E606E9995}" destId="{07C4600B-39FA-46BA-A953-69A47F2CFAAA}" srcOrd="0" destOrd="14" presId="urn:microsoft.com/office/officeart/2005/8/layout/vList2"/>
    <dgm:cxn modelId="{645FA0AB-BDD0-4742-8B33-A1B7474B039B}" type="presOf" srcId="{117ACEB7-010C-4DEB-B58D-581CB7427475}" destId="{07C4600B-39FA-46BA-A953-69A47F2CFAAA}" srcOrd="0" destOrd="12" presId="urn:microsoft.com/office/officeart/2005/8/layout/vList2"/>
    <dgm:cxn modelId="{A9E4B6AC-64A4-4B63-8725-EB5B8F752AED}" type="presOf" srcId="{BCE0415A-EA7E-43E6-B296-E823DA52C3E7}" destId="{07C4600B-39FA-46BA-A953-69A47F2CFAAA}" srcOrd="0" destOrd="2" presId="urn:microsoft.com/office/officeart/2005/8/layout/vList2"/>
    <dgm:cxn modelId="{E6FA5EAD-4AB5-4580-92AD-8DAA80755A0C}" type="presOf" srcId="{5844263D-2440-4798-B552-36A93B2AFAB1}" destId="{07C4600B-39FA-46BA-A953-69A47F2CFAAA}" srcOrd="0" destOrd="8" presId="urn:microsoft.com/office/officeart/2005/8/layout/vList2"/>
    <dgm:cxn modelId="{E572CAAE-71B4-4325-89E0-64FCDEA29C97}" type="parOf" srcId="{A0DAAF04-7AA3-4F22-9190-45111789109B}" destId="{52047BF9-A353-4F3C-A439-D96C407B9F0E}" srcOrd="1" destOrd="0" parTransId="{B2086C2B-74CC-4B35-B2BF-BCAE78CDA663}" sibTransId="{B3B0A022-0FFB-4040-B1DD-3816346EA22E}"/>
    <dgm:cxn modelId="{3CC53FB2-908B-4BCA-9F2D-36B4708A553E}" type="parOf" srcId="{A0DAAF04-7AA3-4F22-9190-45111789109B}" destId="{9BF0969C-9363-4AAE-AC35-B61B5CF042BC}" srcOrd="19" destOrd="0" parTransId="{71F35008-D55D-407F-ABDE-4B1DB123579C}" sibTransId="{EE5B4BDF-9393-4EE6-8B37-4F3CE75E9A52}"/>
    <dgm:cxn modelId="{07D75AB2-D22E-49BF-9A3B-78AE14B504CE}" type="presOf" srcId="{901C6586-BCBD-4CE4-9830-89F1D9B4AE5F}" destId="{87195878-9623-4A53-B73A-3510AE5062C5}" srcOrd="0" destOrd="0" presId="urn:microsoft.com/office/officeart/2005/8/layout/vList2"/>
    <dgm:cxn modelId="{3FA983B9-A930-4FF4-8E8C-98B7DCBB0293}" type="presOf" srcId="{3C9D5C68-6FCA-4A10-980A-33E11658865B}" destId="{07C4600B-39FA-46BA-A953-69A47F2CFAAA}" srcOrd="0" destOrd="9" presId="urn:microsoft.com/office/officeart/2005/8/layout/vList2"/>
    <dgm:cxn modelId="{FD660CBE-2CF5-42EC-8AF9-679D895F3C81}" type="parOf" srcId="{A0DAAF04-7AA3-4F22-9190-45111789109B}" destId="{C34A7D7A-9576-4FF6-A2D7-6570D2CE2B8A}" srcOrd="0" destOrd="0" parTransId="{B0B94145-BE76-470E-8FFD-BB60C4FCD4CA}" sibTransId="{07B86293-2F6E-4101-A11D-426BDDC0EA25}"/>
    <dgm:cxn modelId="{D9EF36C3-A46A-4E11-B4C0-6A628044D227}" type="parOf" srcId="{A0DAAF04-7AA3-4F22-9190-45111789109B}" destId="{BFB50813-E4F9-4251-A4BC-99F4EBDB6D0F}" srcOrd="5" destOrd="0" parTransId="{C09961B3-4796-43AE-96C7-E2854E4E95D7}" sibTransId="{FBA3D7A3-4780-4F1C-855F-2AD9D20B7032}"/>
    <dgm:cxn modelId="{B9487BC8-723F-4399-9032-A115D4BA276C}" type="presOf" srcId="{508B34B0-8822-4B9D-8509-C86242B3F0FC}" destId="{A04F6C91-AEBF-4847-980F-C23A5906DCBB}" srcOrd="0" destOrd="0" presId="urn:microsoft.com/office/officeart/2005/8/layout/vList2"/>
    <dgm:cxn modelId="{1243DCC8-42AD-49AA-93E8-F1C1AD188C30}" type="parOf" srcId="{A0DAAF04-7AA3-4F22-9190-45111789109B}" destId="{D638AB69-7239-4385-87A9-010C4FF9B007}" srcOrd="10" destOrd="0" parTransId="{3E83447B-1AB4-451A-A1A6-3ABD965CF691}" sibTransId="{2B2FE155-865C-4F6B-9B2B-8548AC163E2E}"/>
    <dgm:cxn modelId="{A96476CA-D1B5-44F9-9949-520AD7303805}" type="parOf" srcId="{A0DAAF04-7AA3-4F22-9190-45111789109B}" destId="{20AE0E32-10DD-47C1-96AD-AF530C66C69F}" srcOrd="4" destOrd="0" parTransId="{BAA467C5-10D8-403F-BA8D-BFCC130A425C}" sibTransId="{3EE5D31C-34CC-4DAD-B4C3-5DD3F7C41B85}"/>
    <dgm:cxn modelId="{1BF672CF-E1A3-4F5D-B648-482844D04C03}" type="parOf" srcId="{A0DAAF04-7AA3-4F22-9190-45111789109B}" destId="{3C9D5C68-6FCA-4A10-980A-33E11658865B}" srcOrd="9" destOrd="0" parTransId="{05C080D9-7998-4F50-8D45-825B25DCD512}" sibTransId="{D212E12E-385E-41E0-B53E-F948B797600D}"/>
    <dgm:cxn modelId="{7E7615D3-5325-4A3D-A3EE-317371958DB8}" type="presOf" srcId="{9BF0969C-9363-4AAE-AC35-B61B5CF042BC}" destId="{07C4600B-39FA-46BA-A953-69A47F2CFAAA}" srcOrd="0" destOrd="19" presId="urn:microsoft.com/office/officeart/2005/8/layout/vList2"/>
    <dgm:cxn modelId="{31835AD6-F378-469D-8CFC-50022F13F148}" type="presOf" srcId="{6EA496EA-1116-4392-82B2-3ABB000E63A9}" destId="{588B54E1-05A8-4440-8F0D-96AD752098A3}" srcOrd="0" destOrd="0" presId="urn:microsoft.com/office/officeart/2005/8/layout/vList2"/>
    <dgm:cxn modelId="{FC4E8ED7-220E-4BC1-B6AF-8ACEDACC20C0}" type="parOf" srcId="{A0DAAF04-7AA3-4F22-9190-45111789109B}" destId="{A41F902F-C66D-488A-8DD8-597A3019E2C7}" srcOrd="23" destOrd="0" parTransId="{88B6770A-755A-4722-B974-5093021C5A09}" sibTransId="{0F21C6AF-E34D-447C-89B5-ABEA023C79C6}"/>
    <dgm:cxn modelId="{5F11CBD9-5FBA-426E-9584-4988C06405BC}" type="parOf" srcId="{901C6586-BCBD-4CE4-9830-89F1D9B4AE5F}" destId="{FFB3B67C-1440-48A0-8A3C-215F535DAEB6}" srcOrd="0" destOrd="0" parTransId="{518085CE-D40D-4424-BF63-7CD1ED0A1257}" sibTransId="{DBE34E57-ADC3-4EFA-814C-31040430D082}"/>
    <dgm:cxn modelId="{3C0C2EE1-CEF1-4DDB-9409-3B6CF5B85AE9}" type="presOf" srcId="{8386D88B-396C-48A0-B8B3-DDC7DD755106}" destId="{07C4600B-39FA-46BA-A953-69A47F2CFAAA}" srcOrd="0" destOrd="6" presId="urn:microsoft.com/office/officeart/2005/8/layout/vList2"/>
    <dgm:cxn modelId="{6BB423E7-7D0D-4DC1-8275-8578E7F50C16}" type="presOf" srcId="{32B6E68A-4A4F-4AD7-83CD-F8175BCBCA64}" destId="{07C4600B-39FA-46BA-A953-69A47F2CFAAA}" srcOrd="0" destOrd="24" presId="urn:microsoft.com/office/officeart/2005/8/layout/vList2"/>
    <dgm:cxn modelId="{3471C0E8-EC31-4315-81C3-9929CFFE970F}" type="parOf" srcId="{A0DAAF04-7AA3-4F22-9190-45111789109B}" destId="{9389B19E-1899-4F2C-82AB-0EB53E354BF4}" srcOrd="13" destOrd="0" parTransId="{6E30DF53-89B9-4DAC-B9F2-249480BBA67D}" sibTransId="{B6B2617F-83E8-4A87-BC2F-863B0D9F1899}"/>
    <dgm:cxn modelId="{135D7BEA-3A80-4F09-A1FF-C9D11B398AFC}" type="parOf" srcId="{A0DAAF04-7AA3-4F22-9190-45111789109B}" destId="{A432918B-338E-4857-9F62-37E85883726A}" srcOrd="7" destOrd="0" parTransId="{69B13764-165B-40E4-9392-FE5D8D14CCBA}" sibTransId="{CB420957-73CE-4141-B49B-F6619252C1E5}"/>
    <dgm:cxn modelId="{C8E44EEB-8ABD-48A1-8A47-088DC6DB768E}" type="parOf" srcId="{A0DAAF04-7AA3-4F22-9190-45111789109B}" destId="{773A2A02-CD75-4BE2-9405-002E606E9995}" srcOrd="14" destOrd="0" parTransId="{A4631488-F0B1-491C-914F-76E4CF04B6E4}" sibTransId="{3E6D53D1-48DA-486A-8547-7350941664DC}"/>
    <dgm:cxn modelId="{239286EC-555D-470D-8B52-5B28D94D4E39}" type="presOf" srcId="{C34A7D7A-9576-4FF6-A2D7-6570D2CE2B8A}" destId="{07C4600B-39FA-46BA-A953-69A47F2CFAAA}" srcOrd="0" destOrd="0" presId="urn:microsoft.com/office/officeart/2005/8/layout/vList2"/>
    <dgm:cxn modelId="{161D42FF-2957-4609-B458-FFBBE2224410}" type="parOf" srcId="{A0DAAF04-7AA3-4F22-9190-45111789109B}" destId="{C9A7F4F6-8A47-4ED0-AA4B-5FDE33E534D3}" srcOrd="15" destOrd="0" parTransId="{496E119F-FF69-4EE8-9F83-6B154E7DDA22}" sibTransId="{43954DD8-D408-44E6-96BA-417CCEA76CA6}"/>
    <dgm:cxn modelId="{5B475918-8458-4E3F-8FDE-CBCDC36D4A12}" type="presParOf" srcId="{87195878-9623-4A53-B73A-3510AE5062C5}" destId="{2E63C274-9DA8-45B8-82CD-443D3F0D4117}" srcOrd="0" destOrd="0" presId="urn:microsoft.com/office/officeart/2005/8/layout/vList2"/>
    <dgm:cxn modelId="{027A12C7-1024-48CF-9DFB-75F634AC119C}" type="presParOf" srcId="{87195878-9623-4A53-B73A-3510AE5062C5}" destId="{0ED22298-B8E4-4CC6-A1C0-09FB0D12D12D}" srcOrd="1" destOrd="0" presId="urn:microsoft.com/office/officeart/2005/8/layout/vList2"/>
    <dgm:cxn modelId="{85AE3E9F-9EBC-4FDC-9CB9-946AC061D882}" type="presParOf" srcId="{87195878-9623-4A53-B73A-3510AE5062C5}" destId="{588B54E1-05A8-4440-8F0D-96AD752098A3}" srcOrd="2" destOrd="0" presId="urn:microsoft.com/office/officeart/2005/8/layout/vList2"/>
    <dgm:cxn modelId="{B994135C-0EC1-4EA0-98A0-C49DAD3B081D}" type="presParOf" srcId="{87195878-9623-4A53-B73A-3510AE5062C5}" destId="{9EB2A054-C719-46C0-9B55-010E4B78980E}" srcOrd="3" destOrd="0" presId="urn:microsoft.com/office/officeart/2005/8/layout/vList2"/>
    <dgm:cxn modelId="{E2906EFB-0CED-4A1A-AAF3-A07A3C15B7B3}" type="presParOf" srcId="{87195878-9623-4A53-B73A-3510AE5062C5}" destId="{920EF786-34AE-4CDF-83CF-7A159AE4B3C9}" srcOrd="4" destOrd="0" presId="urn:microsoft.com/office/officeart/2005/8/layout/vList2"/>
    <dgm:cxn modelId="{8FED8C11-F2BB-45D5-96CD-D9FE03C44E67}" type="presParOf" srcId="{87195878-9623-4A53-B73A-3510AE5062C5}" destId="{07C4600B-39FA-46BA-A953-69A47F2CFAAA}" srcOrd="5" destOrd="0" presId="urn:microsoft.com/office/officeart/2005/8/layout/vList2"/>
    <dgm:cxn modelId="{2318F9B4-15F5-44D3-BC47-52FC9C2DDABD}" type="presParOf" srcId="{87195878-9623-4A53-B73A-3510AE5062C5}" destId="{A04F6C91-AEBF-4847-980F-C23A5906DCBB}" srcOrd="6" destOrd="0" presId="urn:microsoft.com/office/officeart/2005/8/layout/vList2"/>
  </dgm:cxnLst>
  <dgm:bg>
    <a:solidFill>
      <a:schemeClr val="accent2"/>
    </a:solidFill>
  </dgm:bg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934457785" name=""/>
      <dsp:cNvGrpSpPr/>
    </dsp:nvGrpSpPr>
    <dsp:grpSpPr bwMode="auto">
      <a:xfrm rot="0">
        <a:off x="0" y="0"/>
        <a:ext cx="3088720" cy="2619298"/>
        <a:chOff x="0" y="0"/>
        <a:chExt cx="3088720" cy="2619298"/>
      </a:xfrm>
    </dsp:grpSpPr>
    <dsp:sp modelId="{2E63C274-9DA8-45B8-82CD-443D3F0D4117}">
      <dsp:nvSpPr>
        <dsp:cNvPr id="2134639990" name=""/>
        <dsp:cNvSpPr/>
      </dsp:nvSpPr>
      <dsp:spPr bwMode="auto">
        <a:xfrm>
          <a:off x="0" y="0"/>
          <a:ext cx="3088720" cy="257114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Pasta di semola di grano duro</a:t>
          </a:r>
          <a:endParaRPr/>
        </a:p>
      </dsp:txBody>
      <dsp:txXfrm>
        <a:off x="12551" y="12551"/>
        <a:ext cx="3063618" cy="232012"/>
      </dsp:txXfrm>
    </dsp:sp>
    <dsp:sp modelId="{588B54E1-05A8-4440-8F0D-96AD752098A3}">
      <dsp:nvSpPr>
        <dsp:cNvPr id="1163232458" name=""/>
        <dsp:cNvSpPr/>
      </dsp:nvSpPr>
      <dsp:spPr bwMode="auto">
        <a:xfrm>
          <a:off x="0" y="271895"/>
          <a:ext cx="3088720" cy="257114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/>
            <a:t>Sale</a:t>
          </a:r>
          <a:endParaRPr/>
        </a:p>
      </dsp:txBody>
      <dsp:txXfrm>
        <a:off x="12551" y="284446"/>
        <a:ext cx="3063618" cy="232012"/>
      </dsp:txXfrm>
    </dsp:sp>
    <dsp:sp modelId="{920EF786-34AE-4CDF-83CF-7A159AE4B3C9}">
      <dsp:nvSpPr>
        <dsp:cNvPr id="376154079" name=""/>
        <dsp:cNvSpPr/>
      </dsp:nvSpPr>
      <dsp:spPr bwMode="auto">
        <a:xfrm>
          <a:off x="0" y="541668"/>
          <a:ext cx="3088720" cy="257114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/>
            <a:t>Tuorlo d’uovo di gallina</a:t>
          </a:r>
          <a:endParaRPr/>
        </a:p>
      </dsp:txBody>
      <dsp:txXfrm>
        <a:off x="12551" y="554219"/>
        <a:ext cx="3063618" cy="232012"/>
      </dsp:txXfrm>
    </dsp:sp>
    <dsp:sp modelId="{60CFC448-A2E9-471D-B823-5CCB0A6A8936}">
      <dsp:nvSpPr>
        <dsp:cNvPr id="1135952945" name=""/>
        <dsp:cNvSpPr/>
      </dsp:nvSpPr>
      <dsp:spPr bwMode="auto">
        <a:xfrm>
          <a:off x="0" y="811440"/>
          <a:ext cx="3088720" cy="257114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/>
            <a:t>Guanciale (cotto)</a:t>
          </a:r>
          <a:endParaRPr/>
        </a:p>
      </dsp:txBody>
      <dsp:txXfrm>
        <a:off x="12551" y="823991"/>
        <a:ext cx="3063618" cy="232012"/>
      </dsp:txXfrm>
    </dsp:sp>
    <dsp:sp modelId="{99CE9A2F-1CEC-4ABF-B168-15D47293304F}">
      <dsp:nvSpPr>
        <dsp:cNvPr id="1342945320" name=""/>
        <dsp:cNvSpPr/>
      </dsp:nvSpPr>
      <dsp:spPr bwMode="auto">
        <a:xfrm>
          <a:off x="0" y="1081212"/>
          <a:ext cx="3088720" cy="257114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/>
            <a:t>Pecorino Romano</a:t>
          </a:r>
          <a:endParaRPr/>
        </a:p>
      </dsp:txBody>
      <dsp:txXfrm>
        <a:off x="12551" y="1093763"/>
        <a:ext cx="3063618" cy="232012"/>
      </dsp:txXfrm>
    </dsp:sp>
    <dsp:sp modelId="{EFDFAC03-7954-429E-A62B-58C691FD5CEA}">
      <dsp:nvSpPr>
        <dsp:cNvPr id="2119013827" name=""/>
        <dsp:cNvSpPr/>
      </dsp:nvSpPr>
      <dsp:spPr bwMode="auto">
        <a:xfrm>
          <a:off x="0" y="1350985"/>
          <a:ext cx="3088720" cy="257114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/>
            <a:t>Pepe</a:t>
          </a:r>
          <a:endParaRPr/>
        </a:p>
      </dsp:txBody>
      <dsp:txXfrm>
        <a:off x="12551" y="1363536"/>
        <a:ext cx="3063618" cy="232012"/>
      </dsp:txXfrm>
    </dsp:sp>
    <dsp:sp modelId="{6A65C1F9-B100-46A8-9C4E-C0AD1F6897D8}">
      <dsp:nvSpPr>
        <dsp:cNvPr id="1181665336" name=""/>
        <dsp:cNvSpPr/>
      </dsp:nvSpPr>
      <dsp:spPr bwMode="auto">
        <a:xfrm>
          <a:off x="0" y="1608098"/>
          <a:ext cx="3088720" cy="482188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98067" tIns="6350" rIns="35560" bIns="6350" numCol="1" spcCol="1270" anchor="t" anchorCtr="0">
          <a:noAutofit/>
        </a:bodyPr>
        <a:lstStyle/>
        <a:p>
          <a:pPr marL="57150" lvl="1" indent="-57150" algn="l" defTabSz="1778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endParaRPr lang="it-IT" sz="400"/>
        </a:p>
        <a:p>
          <a:pPr marL="57150" lvl="1" indent="-57150" algn="l" defTabSz="1778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endParaRPr lang="it-IT" sz="400"/>
        </a:p>
        <a:p>
          <a:pPr marL="57150" lvl="1" indent="-57150" algn="l" defTabSz="1778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endParaRPr lang="it-IT" sz="400"/>
        </a:p>
        <a:p>
          <a:pPr marL="57150" lvl="1" indent="-57150" algn="l" defTabSz="1778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endParaRPr lang="it-IT" sz="400"/>
        </a:p>
        <a:p>
          <a:pPr marL="57150" lvl="1" indent="-57150" algn="l" defTabSz="1778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endParaRPr lang="it-IT" sz="400"/>
        </a:p>
        <a:p>
          <a:pPr marL="57150" lvl="1" indent="-57150" algn="l" defTabSz="1778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endParaRPr lang="it-IT" sz="400"/>
        </a:p>
        <a:p>
          <a:pPr marL="57150" lvl="1" indent="-57150" algn="l" defTabSz="1778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endParaRPr lang="it-IT" sz="400"/>
        </a:p>
        <a:p>
          <a:pPr marL="57150" lvl="1" indent="-57150" algn="l" defTabSz="1778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endParaRPr lang="it-IT" sz="400"/>
        </a:p>
      </dsp:txBody>
      <dsp:txXfrm>
        <a:off x="0" y="1608098"/>
        <a:ext cx="3088720" cy="482188"/>
      </dsp:txXfrm>
    </dsp:sp>
    <dsp:sp modelId="{924A46D7-53D3-4C2B-A0D4-9593D2A096BF}">
      <dsp:nvSpPr>
        <dsp:cNvPr id="73046600" name=""/>
        <dsp:cNvSpPr/>
      </dsp:nvSpPr>
      <dsp:spPr bwMode="auto">
        <a:xfrm>
          <a:off x="0" y="2090287"/>
          <a:ext cx="3088720" cy="257114"/>
        </a:xfrm>
        <a:prstGeom prst="roundRect">
          <a:avLst>
            <a:gd name="adj" fmla="val 16667"/>
          </a:avLst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endParaRPr lang="it-IT" sz="1400"/>
        </a:p>
      </dsp:txBody>
      <dsp:txXfrm>
        <a:off x="12551" y="2102838"/>
        <a:ext cx="3063618" cy="232012"/>
      </dsp:txXfrm>
    </dsp:sp>
    <dsp:sp modelId="{A04F6C91-AEBF-4847-980F-C23A5906DCBB}">
      <dsp:nvSpPr>
        <dsp:cNvPr id="1953550035" name=""/>
        <dsp:cNvSpPr/>
      </dsp:nvSpPr>
      <dsp:spPr bwMode="auto">
        <a:xfrm>
          <a:off x="0" y="2362183"/>
          <a:ext cx="3088720" cy="257114"/>
        </a:xfrm>
        <a:prstGeom prst="roundRect">
          <a:avLst>
            <a:gd name="adj" fmla="val 16667"/>
          </a:avLst>
        </a:prstGeom>
        <a:solidFill>
          <a:schemeClr val="accent2">
            <a:lumMod val="40000"/>
            <a:lumOff val="6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 b="1">
              <a:solidFill>
                <a:schemeClr val="accent2">
                  <a:lumMod val="50000"/>
                </a:schemeClr>
              </a:solidFill>
            </a:rPr>
            <a:t>+ Aggiungi ingrediente</a:t>
          </a:r>
          <a:endParaRPr/>
        </a:p>
      </dsp:txBody>
      <dsp:txXfrm>
        <a:off x="12551" y="2374734"/>
        <a:ext cx="3063618" cy="232012"/>
      </dsp:txXfrm>
    </dsp:sp>
  </dsp:spTree>
</dsp:drawing>
</file>

<file path=ppt/diagrams/drawing2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114995941" name=""/>
      <dsp:cNvGrpSpPr/>
    </dsp:nvGrpSpPr>
    <dsp:grpSpPr bwMode="auto">
      <a:xfrm rot="0">
        <a:off x="0" y="0"/>
        <a:ext cx="3088718" cy="2619297"/>
        <a:chOff x="0" y="0"/>
        <a:chExt cx="3088718" cy="2619297"/>
      </a:xfrm>
    </dsp:grpSpPr>
    <dsp:sp modelId="{2E63C274-9DA8-45B8-82CD-443D3F0D4117}">
      <dsp:nvSpPr>
        <dsp:cNvPr id="802934769" name=""/>
        <dsp:cNvSpPr/>
      </dsp:nvSpPr>
      <dsp:spPr bwMode="auto">
        <a:xfrm>
          <a:off x="0" y="0"/>
          <a:ext cx="3088720" cy="260538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Cereali contenenti glutine </a:t>
          </a: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e prodotti </a:t>
          </a: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derivati</a:t>
          </a:r>
          <a:endParaRPr/>
        </a:p>
      </dsp:txBody>
      <dsp:txXfrm>
        <a:off x="12718" y="12718"/>
        <a:ext cx="3063284" cy="235102"/>
      </dsp:txXfrm>
    </dsp:sp>
    <dsp:sp modelId="{588B54E1-05A8-4440-8F0D-96AD752098A3}">
      <dsp:nvSpPr>
        <dsp:cNvPr id="1045165255" name=""/>
        <dsp:cNvSpPr/>
      </dsp:nvSpPr>
      <dsp:spPr bwMode="auto">
        <a:xfrm>
          <a:off x="0" y="274708"/>
          <a:ext cx="3088720" cy="260538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/>
            <a:t>Uova e prodotti a base di uova</a:t>
          </a:r>
          <a:endParaRPr/>
        </a:p>
      </dsp:txBody>
      <dsp:txXfrm>
        <a:off x="12718" y="287426"/>
        <a:ext cx="3063284" cy="235102"/>
      </dsp:txXfrm>
    </dsp:sp>
    <dsp:sp modelId="{920EF786-34AE-4CDF-83CF-7A159AE4B3C9}">
      <dsp:nvSpPr>
        <dsp:cNvPr id="873440205" name=""/>
        <dsp:cNvSpPr/>
      </dsp:nvSpPr>
      <dsp:spPr bwMode="auto">
        <a:xfrm>
          <a:off x="0" y="548074"/>
          <a:ext cx="3088720" cy="260538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/>
            <a:t>Latte e prodotti a base di latte</a:t>
          </a:r>
          <a:endParaRPr/>
        </a:p>
      </dsp:txBody>
      <dsp:txXfrm>
        <a:off x="12718" y="560792"/>
        <a:ext cx="3063284" cy="235102"/>
      </dsp:txXfrm>
    </dsp:sp>
    <dsp:sp modelId="{07C4600B-39FA-46BA-A953-69A47F2CFAAA}">
      <dsp:nvSpPr>
        <dsp:cNvPr id="281657231" name=""/>
        <dsp:cNvSpPr/>
      </dsp:nvSpPr>
      <dsp:spPr bwMode="auto">
        <a:xfrm>
          <a:off x="0" y="808612"/>
          <a:ext cx="3088720" cy="1548802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98067" tIns="6350" rIns="35560" bIns="6350" numCol="1" spcCol="1270" anchor="t" anchorCtr="0">
          <a:noAutofit/>
        </a:bodyPr>
        <a:lstStyle/>
        <a:p>
          <a:pPr marL="57150" lvl="1" indent="-57150" algn="l" defTabSz="1778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endParaRPr lang="it-IT" sz="400"/>
        </a:p>
        <a:p>
          <a:pPr marL="57150" lvl="1" indent="-57150" algn="l" defTabSz="1778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endParaRPr lang="it-IT" sz="400"/>
        </a:p>
        <a:p>
          <a:pPr marL="57150" lvl="1" indent="-57150" algn="l" defTabSz="1778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endParaRPr lang="it-IT" sz="400"/>
        </a:p>
        <a:p>
          <a:pPr marL="57150" lvl="1" indent="-57150" algn="l" defTabSz="1778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endParaRPr lang="it-IT" sz="400"/>
        </a:p>
        <a:p>
          <a:pPr marL="57150" lvl="1" indent="-57150" algn="l" defTabSz="1778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endParaRPr lang="it-IT" sz="400"/>
        </a:p>
        <a:p>
          <a:pPr marL="57150" lvl="1" indent="-57150" algn="l" defTabSz="1778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endParaRPr lang="it-IT" sz="400"/>
        </a:p>
        <a:p>
          <a:pPr marL="57150" lvl="1" indent="-57150" algn="l" defTabSz="1778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endParaRPr lang="it-IT" sz="400"/>
        </a:p>
        <a:p>
          <a:pPr marL="57150" lvl="1" indent="-57150" algn="l" defTabSz="1778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endParaRPr lang="it-IT" sz="400"/>
        </a:p>
        <a:p>
          <a:pPr marL="57150" lvl="1" indent="-57150" algn="l" defTabSz="1778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endParaRPr lang="it-IT" sz="400"/>
        </a:p>
        <a:p>
          <a:pPr marL="57150" lvl="1" indent="-57150" algn="l" defTabSz="1778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endParaRPr lang="it-IT" sz="400"/>
        </a:p>
        <a:p>
          <a:pPr marL="57150" lvl="1" indent="-57150" algn="l" defTabSz="1778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endParaRPr lang="it-IT" sz="400"/>
        </a:p>
        <a:p>
          <a:pPr marL="57150" lvl="1" indent="-57150" algn="l" defTabSz="1778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endParaRPr lang="it-IT" sz="400"/>
        </a:p>
        <a:p>
          <a:pPr marL="57150" lvl="1" indent="-57150" algn="l" defTabSz="1778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endParaRPr lang="it-IT" sz="400"/>
        </a:p>
        <a:p>
          <a:pPr marL="57150" lvl="1" indent="-57150" algn="l" defTabSz="1778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endParaRPr lang="it-IT" sz="400"/>
        </a:p>
        <a:p>
          <a:pPr marL="57150" lvl="1" indent="-57150" algn="l" defTabSz="1778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endParaRPr lang="it-IT" sz="400"/>
        </a:p>
        <a:p>
          <a:pPr marL="57150" lvl="1" indent="-57150" algn="l" defTabSz="1778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endParaRPr lang="it-IT" sz="400"/>
        </a:p>
        <a:p>
          <a:pPr marL="57150" lvl="1" indent="-57150" algn="l" defTabSz="1778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endParaRPr lang="it-IT" sz="400"/>
        </a:p>
        <a:p>
          <a:pPr marL="57150" lvl="1" indent="-57150" algn="l" defTabSz="1778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endParaRPr lang="it-IT" sz="400"/>
        </a:p>
        <a:p>
          <a:pPr marL="57150" lvl="1" indent="-57150" algn="l" defTabSz="1778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endParaRPr lang="it-IT" sz="400"/>
        </a:p>
        <a:p>
          <a:pPr marL="57150" lvl="1" indent="-57150" algn="l" defTabSz="1778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endParaRPr lang="it-IT" sz="400"/>
        </a:p>
        <a:p>
          <a:pPr marL="57150" lvl="1" indent="-57150" algn="l" defTabSz="1778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endParaRPr lang="it-IT" sz="400"/>
        </a:p>
        <a:p>
          <a:pPr marL="57150" lvl="1" indent="-57150" algn="l" defTabSz="1778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endParaRPr lang="it-IT" sz="400"/>
        </a:p>
        <a:p>
          <a:pPr marL="57150" lvl="1" indent="-57150" algn="l" defTabSz="1778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endParaRPr lang="it-IT" sz="400"/>
        </a:p>
        <a:p>
          <a:pPr marL="57150" lvl="1" indent="-57150" algn="l" defTabSz="1778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endParaRPr lang="it-IT" sz="400"/>
        </a:p>
        <a:p>
          <a:pPr marL="57150" lvl="1" indent="-57150" algn="l" defTabSz="1778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endParaRPr lang="it-IT" sz="400"/>
        </a:p>
      </dsp:txBody>
      <dsp:txXfrm>
        <a:off x="0" y="808612"/>
        <a:ext cx="3088720" cy="1548802"/>
      </dsp:txXfrm>
    </dsp:sp>
  </dsp:spTree>
</dsp:drawing>
</file>

<file path=ppt/diagrams/drawing3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533938711" name=""/>
      <dsp:cNvGrpSpPr/>
    </dsp:nvGrpSpPr>
    <dsp:grpSpPr bwMode="auto">
      <a:xfrm rot="0">
        <a:off x="0" y="0"/>
        <a:ext cx="3088718" cy="2619297"/>
        <a:chOff x="0" y="0"/>
        <a:chExt cx="3088718" cy="2619297"/>
      </a:xfrm>
    </dsp:grpSpPr>
    <dsp:sp modelId="{2E63C274-9DA8-45B8-82CD-443D3F0D4117}">
      <dsp:nvSpPr>
        <dsp:cNvPr id="1130984750" name=""/>
        <dsp:cNvSpPr/>
      </dsp:nvSpPr>
      <dsp:spPr bwMode="auto">
        <a:xfrm>
          <a:off x="0" y="0"/>
          <a:ext cx="3088718" cy="257113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68" anchor="ctr" anchorCtr="0">
          <a:noAutofit/>
        </a:bodyPr>
        <a:lstStyle/>
        <a:p>
          <a:pPr marL="0" lvl="0" indent="0" algn="l" defTabSz="5333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Pasta di semola di grano duro</a:t>
          </a:r>
          <a:endParaRPr/>
        </a:p>
      </dsp:txBody>
      <dsp:txXfrm>
        <a:off x="12550" y="12550"/>
        <a:ext cx="3063618" cy="232011"/>
      </dsp:txXfrm>
    </dsp:sp>
    <dsp:sp modelId="{588B54E1-05A8-4440-8F0D-96AD752098A3}">
      <dsp:nvSpPr>
        <dsp:cNvPr id="835536608" name=""/>
        <dsp:cNvSpPr/>
      </dsp:nvSpPr>
      <dsp:spPr bwMode="auto">
        <a:xfrm>
          <a:off x="0" y="271894"/>
          <a:ext cx="3088718" cy="257113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68" anchor="ctr" anchorCtr="0">
          <a:noAutofit/>
        </a:bodyPr>
        <a:lstStyle/>
        <a:p>
          <a:pPr marL="0" lvl="0" indent="0" algn="l" defTabSz="5333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/>
            <a:t>Sale</a:t>
          </a:r>
          <a:endParaRPr/>
        </a:p>
      </dsp:txBody>
      <dsp:txXfrm>
        <a:off x="12550" y="284445"/>
        <a:ext cx="3063618" cy="232011"/>
      </dsp:txXfrm>
    </dsp:sp>
    <dsp:sp modelId="{920EF786-34AE-4CDF-83CF-7A159AE4B3C9}">
      <dsp:nvSpPr>
        <dsp:cNvPr id="34223113" name=""/>
        <dsp:cNvSpPr/>
      </dsp:nvSpPr>
      <dsp:spPr bwMode="auto">
        <a:xfrm>
          <a:off x="0" y="541667"/>
          <a:ext cx="3088718" cy="257113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68" anchor="ctr" anchorCtr="0">
          <a:noAutofit/>
        </a:bodyPr>
        <a:lstStyle/>
        <a:p>
          <a:pPr marL="0" lvl="0" indent="0" algn="l" defTabSz="5333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/>
            <a:t>Tuorlo d’uovo di gallina</a:t>
          </a:r>
          <a:endParaRPr/>
        </a:p>
      </dsp:txBody>
      <dsp:txXfrm>
        <a:off x="12550" y="554218"/>
        <a:ext cx="3063618" cy="232011"/>
      </dsp:txXfrm>
    </dsp:sp>
    <dsp:sp modelId="{60CFC448-A2E9-471D-B823-5CCB0A6A8936}">
      <dsp:nvSpPr>
        <dsp:cNvPr id="2136884164" name=""/>
        <dsp:cNvSpPr/>
      </dsp:nvSpPr>
      <dsp:spPr bwMode="auto">
        <a:xfrm>
          <a:off x="0" y="811440"/>
          <a:ext cx="3088718" cy="257113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68" anchor="ctr" anchorCtr="0">
          <a:noAutofit/>
        </a:bodyPr>
        <a:lstStyle/>
        <a:p>
          <a:pPr marL="0" lvl="0" indent="0" algn="l" defTabSz="5333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/>
            <a:t>Guanciale (cotto)</a:t>
          </a:r>
          <a:endParaRPr/>
        </a:p>
      </dsp:txBody>
      <dsp:txXfrm>
        <a:off x="12550" y="823990"/>
        <a:ext cx="3063618" cy="232011"/>
      </dsp:txXfrm>
    </dsp:sp>
    <dsp:sp modelId="{99CE9A2F-1CEC-4ABF-B168-15D47293304F}">
      <dsp:nvSpPr>
        <dsp:cNvPr id="2147372797" name=""/>
        <dsp:cNvSpPr/>
      </dsp:nvSpPr>
      <dsp:spPr bwMode="auto">
        <a:xfrm>
          <a:off x="0" y="1081211"/>
          <a:ext cx="3088718" cy="257113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68" anchor="ctr" anchorCtr="0">
          <a:noAutofit/>
        </a:bodyPr>
        <a:lstStyle/>
        <a:p>
          <a:pPr marL="0" lvl="0" indent="0" algn="l" defTabSz="5333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/>
            <a:t>Pecorino Romano</a:t>
          </a:r>
          <a:endParaRPr/>
        </a:p>
      </dsp:txBody>
      <dsp:txXfrm>
        <a:off x="12550" y="1093762"/>
        <a:ext cx="3063618" cy="232011"/>
      </dsp:txXfrm>
    </dsp:sp>
    <dsp:sp modelId="{EFDFAC03-7954-429E-A62B-58C691FD5CEA}">
      <dsp:nvSpPr>
        <dsp:cNvPr id="749533920" name=""/>
        <dsp:cNvSpPr/>
      </dsp:nvSpPr>
      <dsp:spPr bwMode="auto">
        <a:xfrm>
          <a:off x="0" y="1350984"/>
          <a:ext cx="3088718" cy="257113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68" anchor="ctr" anchorCtr="0">
          <a:noAutofit/>
        </a:bodyPr>
        <a:lstStyle/>
        <a:p>
          <a:pPr marL="0" lvl="0" indent="0" algn="l" defTabSz="5333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/>
            <a:t>Pepe</a:t>
          </a:r>
          <a:endParaRPr/>
        </a:p>
      </dsp:txBody>
      <dsp:txXfrm>
        <a:off x="12550" y="1363535"/>
        <a:ext cx="3063618" cy="232011"/>
      </dsp:txXfrm>
    </dsp:sp>
    <dsp:sp modelId="{6A65C1F9-B100-46A8-9C4E-C0AD1F6897D8}">
      <dsp:nvSpPr>
        <dsp:cNvPr id="1520613944" name=""/>
        <dsp:cNvSpPr/>
      </dsp:nvSpPr>
      <dsp:spPr bwMode="auto">
        <a:xfrm>
          <a:off x="0" y="1608098"/>
          <a:ext cx="3088718" cy="482187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Overflow="overflow" horzOverflow="overflow" vert="horz" wrap="square" lIns="122583" tIns="7937" rIns="44449" bIns="7937" numCol="1" spcCol="1268" rtlCol="0" fromWordArt="0" anchor="t" anchorCtr="0" forceAA="0" upright="0" compatLnSpc="0">
          <a:noAutofit/>
        </a:bodyPr>
        <a:lstStyle/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</dsp:txBody>
      <dsp:txXfrm>
        <a:off x="0" y="1608098"/>
        <a:ext cx="3088718" cy="482187"/>
      </dsp:txXfrm>
    </dsp:sp>
    <dsp:sp modelId="{924A46D7-53D3-4C2B-A0D4-9593D2A096BF}">
      <dsp:nvSpPr>
        <dsp:cNvPr id="238415656" name=""/>
        <dsp:cNvSpPr/>
      </dsp:nvSpPr>
      <dsp:spPr bwMode="auto">
        <a:xfrm>
          <a:off x="0" y="2090286"/>
          <a:ext cx="3088718" cy="257113"/>
        </a:xfrm>
        <a:prstGeom prst="roundRect">
          <a:avLst>
            <a:gd name="adj" fmla="val 16667"/>
          </a:avLst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53339" tIns="53339" rIns="53339" bIns="53339" numCol="1" spcCol="1268" anchor="ctr" anchorCtr="0">
          <a:noAutofit/>
        </a:bodyPr>
        <a:lstStyle/>
        <a:p>
          <a:pPr marL="0" lvl="0" indent="0" algn="l" defTabSz="6222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endParaRPr lang="it-IT" sz="1400"/>
        </a:p>
      </dsp:txBody>
      <dsp:txXfrm>
        <a:off x="12550" y="2102837"/>
        <a:ext cx="3063618" cy="232011"/>
      </dsp:txXfrm>
    </dsp:sp>
    <dsp:sp modelId="{A04F6C91-AEBF-4847-980F-C23A5906DCBB}">
      <dsp:nvSpPr>
        <dsp:cNvPr id="1132319000" name=""/>
        <dsp:cNvSpPr/>
      </dsp:nvSpPr>
      <dsp:spPr bwMode="auto">
        <a:xfrm>
          <a:off x="0" y="2362182"/>
          <a:ext cx="3088718" cy="257113"/>
        </a:xfrm>
        <a:prstGeom prst="roundRect">
          <a:avLst>
            <a:gd name="adj" fmla="val 16667"/>
          </a:avLst>
        </a:prstGeom>
        <a:solidFill>
          <a:schemeClr val="accent2">
            <a:lumMod val="40000"/>
            <a:lumOff val="6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68" anchor="ctr" anchorCtr="0">
          <a:noAutofit/>
        </a:bodyPr>
        <a:lstStyle/>
        <a:p>
          <a:pPr marL="0" lvl="0" indent="0" algn="l" defTabSz="5333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 b="1">
              <a:solidFill>
                <a:schemeClr val="accent2">
                  <a:lumMod val="50000"/>
                </a:schemeClr>
              </a:solidFill>
            </a:rPr>
            <a:t>+ Aggiungi ingrediente</a:t>
          </a:r>
          <a:endParaRPr/>
        </a:p>
      </dsp:txBody>
      <dsp:txXfrm>
        <a:off x="12550" y="2374733"/>
        <a:ext cx="3063618" cy="232011"/>
      </dsp:txXfrm>
    </dsp:sp>
  </dsp:spTree>
</dsp:drawing>
</file>

<file path=ppt/diagrams/drawing4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048559531" name=""/>
      <dsp:cNvGrpSpPr/>
    </dsp:nvGrpSpPr>
    <dsp:grpSpPr bwMode="auto">
      <a:xfrm rot="0">
        <a:off x="0" y="0"/>
        <a:ext cx="3088718" cy="2619297"/>
        <a:chOff x="0" y="0"/>
        <a:chExt cx="3088718" cy="2619297"/>
      </a:xfrm>
    </dsp:grpSpPr>
    <dsp:sp modelId="{2E63C274-9DA8-45B8-82CD-443D3F0D4117}">
      <dsp:nvSpPr>
        <dsp:cNvPr id="141270336" name=""/>
        <dsp:cNvSpPr/>
      </dsp:nvSpPr>
      <dsp:spPr bwMode="auto">
        <a:xfrm>
          <a:off x="0" y="0"/>
          <a:ext cx="3088718" cy="260537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68" anchor="ctr" anchorCtr="0">
          <a:noAutofit/>
        </a:bodyPr>
        <a:lstStyle/>
        <a:p>
          <a:pPr marL="0" lvl="0" indent="0" algn="l" defTabSz="5333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Cereali contenenti glutine </a:t>
          </a: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e prodotti </a:t>
          </a: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derivati</a:t>
          </a:r>
          <a:endParaRPr/>
        </a:p>
      </dsp:txBody>
      <dsp:txXfrm>
        <a:off x="12717" y="12717"/>
        <a:ext cx="3063283" cy="235101"/>
      </dsp:txXfrm>
    </dsp:sp>
    <dsp:sp modelId="{588B54E1-05A8-4440-8F0D-96AD752098A3}">
      <dsp:nvSpPr>
        <dsp:cNvPr id="1188152507" name=""/>
        <dsp:cNvSpPr/>
      </dsp:nvSpPr>
      <dsp:spPr bwMode="auto">
        <a:xfrm>
          <a:off x="0" y="274707"/>
          <a:ext cx="3088718" cy="260537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68" anchor="ctr" anchorCtr="0">
          <a:noAutofit/>
        </a:bodyPr>
        <a:lstStyle/>
        <a:p>
          <a:pPr marL="0" lvl="0" indent="0" algn="l" defTabSz="5333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/>
            <a:t>Uova e prodotti a base di uova</a:t>
          </a:r>
          <a:endParaRPr/>
        </a:p>
      </dsp:txBody>
      <dsp:txXfrm>
        <a:off x="12717" y="287425"/>
        <a:ext cx="3063283" cy="235101"/>
      </dsp:txXfrm>
    </dsp:sp>
    <dsp:sp modelId="{920EF786-34AE-4CDF-83CF-7A159AE4B3C9}">
      <dsp:nvSpPr>
        <dsp:cNvPr id="905814271" name=""/>
        <dsp:cNvSpPr/>
      </dsp:nvSpPr>
      <dsp:spPr bwMode="auto">
        <a:xfrm>
          <a:off x="0" y="548073"/>
          <a:ext cx="3088718" cy="260537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68" anchor="ctr" anchorCtr="0">
          <a:noAutofit/>
        </a:bodyPr>
        <a:lstStyle/>
        <a:p>
          <a:pPr marL="0" lvl="0" indent="0" algn="l" defTabSz="5333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/>
            <a:t>Latte e prodotti a base di latte</a:t>
          </a:r>
          <a:endParaRPr/>
        </a:p>
      </dsp:txBody>
      <dsp:txXfrm>
        <a:off x="12717" y="560791"/>
        <a:ext cx="3063283" cy="235101"/>
      </dsp:txXfrm>
    </dsp:sp>
    <dsp:sp modelId="{07C4600B-39FA-46BA-A953-69A47F2CFAAA}">
      <dsp:nvSpPr>
        <dsp:cNvPr id="918628248" name=""/>
        <dsp:cNvSpPr/>
      </dsp:nvSpPr>
      <dsp:spPr bwMode="auto">
        <a:xfrm>
          <a:off x="0" y="808611"/>
          <a:ext cx="3088718" cy="1548801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Overflow="overflow" horzOverflow="overflow" vert="horz" wrap="square" lIns="122583" tIns="7937" rIns="44449" bIns="7937" numCol="1" spcCol="1268" rtlCol="0" fromWordArt="0" anchor="t" anchorCtr="0" forceAA="0" upright="0" compatLnSpc="0">
          <a:noAutofit/>
        </a:bodyPr>
        <a:lstStyle/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</dsp:txBody>
      <dsp:txXfrm>
        <a:off x="0" y="808611"/>
        <a:ext cx="3088718" cy="1548801"/>
      </dsp:txXfrm>
    </dsp:sp>
  </dsp:spTree>
</dsp:drawing>
</file>

<file path=ppt/diagrams/drawing5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602629804" name=""/>
      <dsp:cNvGrpSpPr/>
    </dsp:nvGrpSpPr>
    <dsp:grpSpPr bwMode="auto">
      <a:xfrm rot="0">
        <a:off x="0" y="0"/>
        <a:ext cx="3088718" cy="2619297"/>
        <a:chOff x="0" y="0"/>
        <a:chExt cx="3088718" cy="2619297"/>
      </a:xfrm>
    </dsp:grpSpPr>
    <dsp:sp modelId="{924A46D7-53D3-4C2B-A0D4-9593D2A096BF}">
      <dsp:nvSpPr>
        <dsp:cNvPr id="426769856" name=""/>
        <dsp:cNvSpPr/>
      </dsp:nvSpPr>
      <dsp:spPr bwMode="auto">
        <a:xfrm>
          <a:off x="0" y="2090286"/>
          <a:ext cx="3088718" cy="257113"/>
        </a:xfrm>
        <a:prstGeom prst="roundRect">
          <a:avLst>
            <a:gd name="adj" fmla="val 16667"/>
          </a:avLst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53339" tIns="53339" rIns="53339" bIns="53339" numCol="1" spcCol="1268" anchor="ctr" anchorCtr="0">
          <a:noAutofit/>
        </a:bodyPr>
        <a:lstStyle/>
        <a:p>
          <a:pPr marL="0" lvl="0" indent="0" algn="l" defTabSz="6222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endParaRPr lang="it-IT" sz="1400"/>
        </a:p>
      </dsp:txBody>
      <dsp:txXfrm>
        <a:off x="12550" y="2102837"/>
        <a:ext cx="3063618" cy="232011"/>
      </dsp:txXfrm>
    </dsp:sp>
    <dsp:sp modelId="{A04F6C91-AEBF-4847-980F-C23A5906DCBB}">
      <dsp:nvSpPr>
        <dsp:cNvPr id="1502001779" name=""/>
        <dsp:cNvSpPr/>
      </dsp:nvSpPr>
      <dsp:spPr bwMode="auto">
        <a:xfrm>
          <a:off x="0" y="2362182"/>
          <a:ext cx="3088718" cy="257113"/>
        </a:xfrm>
        <a:prstGeom prst="roundRect">
          <a:avLst>
            <a:gd name="adj" fmla="val 16667"/>
          </a:avLst>
        </a:prstGeom>
        <a:solidFill>
          <a:schemeClr val="accent2">
            <a:lumMod val="40000"/>
            <a:lumOff val="6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68" anchor="ctr" anchorCtr="0">
          <a:noAutofit/>
        </a:bodyPr>
        <a:lstStyle/>
        <a:p>
          <a:pPr marL="0" lvl="0" indent="0" algn="l" defTabSz="5333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 b="1">
              <a:solidFill>
                <a:schemeClr val="accent2">
                  <a:lumMod val="50000"/>
                </a:schemeClr>
              </a:solidFill>
            </a:rPr>
            <a:t>+ Aggiungi ingrediente</a:t>
          </a:r>
          <a:endParaRPr/>
        </a:p>
      </dsp:txBody>
      <dsp:txXfrm>
        <a:off x="12550" y="2374733"/>
        <a:ext cx="3063618" cy="232011"/>
      </dsp:txXfrm>
    </dsp:sp>
  </dsp:spTree>
</dsp:drawing>
</file>

<file path=ppt/diagrams/drawing6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167454533" name=""/>
      <dsp:cNvGrpSpPr/>
    </dsp:nvGrpSpPr>
    <dsp:grpSpPr bwMode="auto">
      <a:xfrm rot="0">
        <a:off x="0" y="0"/>
        <a:ext cx="3088718" cy="2619297"/>
        <a:chOff x="0" y="0"/>
        <a:chExt cx="3088718" cy="2619297"/>
      </a:xfrm>
    </dsp:grpSpPr>
    <dsp:sp modelId="{07C4600B-39FA-46BA-A953-69A47F2CFAAA}">
      <dsp:nvSpPr>
        <dsp:cNvPr id="1961211276" name=""/>
        <dsp:cNvSpPr/>
      </dsp:nvSpPr>
      <dsp:spPr bwMode="auto">
        <a:xfrm rot="0" flipH="0" flipV="0">
          <a:off x="0" y="808610"/>
          <a:ext cx="3088718" cy="1548801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Overflow="overflow" horzOverflow="overflow" vert="horz" wrap="square" lIns="122583" tIns="7937" rIns="44449" bIns="7937" numCol="1" spcCol="1268" rtlCol="0" fromWordArt="0" anchor="t" anchorCtr="0" forceAA="0" upright="0" compatLnSpc="0">
          <a:noAutofit/>
        </a:bodyPr>
        <a:lstStyle/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</dsp:txBody>
      <dsp:txXfrm>
        <a:off x="0" y="808611"/>
        <a:ext cx="3088718" cy="1548801"/>
      </dsp:txXfrm>
    </dsp:sp>
  </dsp:spTree>
</dsp:drawing>
</file>

<file path=ppt/diagrams/drawing7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785633948" name=""/>
      <dsp:cNvGrpSpPr/>
    </dsp:nvGrpSpPr>
    <dsp:grpSpPr bwMode="auto">
      <a:xfrm rot="0">
        <a:off x="0" y="0"/>
        <a:ext cx="3088718" cy="2619297"/>
        <a:chOff x="0" y="0"/>
        <a:chExt cx="3088718" cy="2619297"/>
      </a:xfrm>
    </dsp:grpSpPr>
    <dsp:sp modelId="{924A46D7-53D3-4C2B-A0D4-9593D2A096BF}">
      <dsp:nvSpPr>
        <dsp:cNvPr id="2139446283" name=""/>
        <dsp:cNvSpPr/>
      </dsp:nvSpPr>
      <dsp:spPr bwMode="auto">
        <a:xfrm>
          <a:off x="0" y="2090286"/>
          <a:ext cx="3088718" cy="257113"/>
        </a:xfrm>
        <a:prstGeom prst="roundRect">
          <a:avLst>
            <a:gd name="adj" fmla="val 16667"/>
          </a:avLst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53339" tIns="53339" rIns="53339" bIns="53339" numCol="1" spcCol="1268" anchor="ctr" anchorCtr="0">
          <a:noAutofit/>
        </a:bodyPr>
        <a:lstStyle/>
        <a:p>
          <a:pPr marL="0" lvl="0" indent="0" algn="l" defTabSz="6222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endParaRPr lang="it-IT" sz="1400"/>
        </a:p>
      </dsp:txBody>
      <dsp:txXfrm>
        <a:off x="12550" y="2102837"/>
        <a:ext cx="3063618" cy="232011"/>
      </dsp:txXfrm>
    </dsp:sp>
    <dsp:sp modelId="{A04F6C91-AEBF-4847-980F-C23A5906DCBB}">
      <dsp:nvSpPr>
        <dsp:cNvPr id="121574853" name=""/>
        <dsp:cNvSpPr/>
      </dsp:nvSpPr>
      <dsp:spPr bwMode="auto">
        <a:xfrm>
          <a:off x="0" y="2362182"/>
          <a:ext cx="3088718" cy="257113"/>
        </a:xfrm>
        <a:prstGeom prst="roundRect">
          <a:avLst>
            <a:gd name="adj" fmla="val 16667"/>
          </a:avLst>
        </a:prstGeom>
        <a:solidFill>
          <a:schemeClr val="accent2">
            <a:lumMod val="40000"/>
            <a:lumOff val="6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68" anchor="ctr" anchorCtr="0">
          <a:noAutofit/>
        </a:bodyPr>
        <a:lstStyle/>
        <a:p>
          <a:pPr marL="0" lvl="0" indent="0" algn="l" defTabSz="5333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 b="1">
              <a:solidFill>
                <a:schemeClr val="accent2">
                  <a:lumMod val="50000"/>
                </a:schemeClr>
              </a:solidFill>
            </a:rPr>
            <a:t>+ Aggiungi ingrediente</a:t>
          </a:r>
          <a:endParaRPr/>
        </a:p>
      </dsp:txBody>
      <dsp:txXfrm>
        <a:off x="12550" y="2374733"/>
        <a:ext cx="3063618" cy="232011"/>
      </dsp:txXfrm>
    </dsp:sp>
  </dsp:spTree>
</dsp:drawing>
</file>

<file path=ppt/diagrams/drawing8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2057721427" name=""/>
      <dsp:cNvGrpSpPr/>
    </dsp:nvGrpSpPr>
    <dsp:grpSpPr bwMode="auto">
      <a:xfrm rot="0">
        <a:off x="0" y="0"/>
        <a:ext cx="3088717" cy="2619297"/>
        <a:chOff x="0" y="0"/>
        <a:chExt cx="3088717" cy="2619297"/>
      </a:xfrm>
    </dsp:grpSpPr>
    <dsp:sp modelId="{07C4600B-39FA-46BA-A953-69A47F2CFAAA}">
      <dsp:nvSpPr>
        <dsp:cNvPr id="1528336499" name=""/>
        <dsp:cNvSpPr/>
      </dsp:nvSpPr>
      <dsp:spPr bwMode="auto">
        <a:xfrm rot="0" flipH="0" flipV="0">
          <a:off x="0" y="808610"/>
          <a:ext cx="3088718" cy="1548801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Overflow="overflow" horzOverflow="overflow" vert="horz" wrap="square" lIns="122583" tIns="7937" rIns="44449" bIns="7937" numCol="1" spcCol="1268" rtlCol="0" fromWordArt="0" anchor="t" anchorCtr="0" forceAA="0" upright="0" compatLnSpc="0">
          <a:noAutofit/>
        </a:bodyPr>
        <a:lstStyle/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</dsp:txBody>
      <dsp:txXfrm>
        <a:off x="0" y="808611"/>
        <a:ext cx="3088718" cy="1548801"/>
      </dsp:txXfrm>
    </dsp:sp>
  </dsp:spTree>
</dsp:drawing>
</file>

<file path=ppt/diagrams/drawing9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570391253" name=""/>
      <dsp:cNvGrpSpPr/>
    </dsp:nvGrpSpPr>
    <dsp:grpSpPr bwMode="auto">
      <a:xfrm rot="0">
        <a:off x="0" y="0"/>
        <a:ext cx="3088718" cy="2619297"/>
        <a:chOff x="0" y="0"/>
        <a:chExt cx="3088718" cy="2619297"/>
      </a:xfrm>
    </dsp:grpSpPr>
    <dsp:sp modelId="{924A46D7-53D3-4C2B-A0D4-9593D2A096BF}">
      <dsp:nvSpPr>
        <dsp:cNvPr id="124332040" name=""/>
        <dsp:cNvSpPr/>
      </dsp:nvSpPr>
      <dsp:spPr bwMode="auto">
        <a:xfrm>
          <a:off x="0" y="2090286"/>
          <a:ext cx="3088718" cy="257113"/>
        </a:xfrm>
        <a:prstGeom prst="roundRect">
          <a:avLst>
            <a:gd name="adj" fmla="val 16667"/>
          </a:avLst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53339" tIns="53339" rIns="53339" bIns="53339" numCol="1" spcCol="1268" anchor="ctr" anchorCtr="0">
          <a:noAutofit/>
        </a:bodyPr>
        <a:lstStyle/>
        <a:p>
          <a:pPr marL="0" lvl="0" indent="0" algn="l" defTabSz="6222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endParaRPr lang="it-IT" sz="1400"/>
        </a:p>
      </dsp:txBody>
      <dsp:txXfrm>
        <a:off x="12550" y="2102837"/>
        <a:ext cx="3063618" cy="232011"/>
      </dsp:txXfrm>
    </dsp:sp>
    <dsp:sp modelId="{A04F6C91-AEBF-4847-980F-C23A5906DCBB}">
      <dsp:nvSpPr>
        <dsp:cNvPr id="776766207" name=""/>
        <dsp:cNvSpPr/>
      </dsp:nvSpPr>
      <dsp:spPr bwMode="auto">
        <a:xfrm>
          <a:off x="0" y="2362182"/>
          <a:ext cx="3088718" cy="257113"/>
        </a:xfrm>
        <a:prstGeom prst="roundRect">
          <a:avLst>
            <a:gd name="adj" fmla="val 16667"/>
          </a:avLst>
        </a:prstGeom>
        <a:solidFill>
          <a:schemeClr val="accent2">
            <a:lumMod val="40000"/>
            <a:lumOff val="6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68" anchor="ctr" anchorCtr="0">
          <a:noAutofit/>
        </a:bodyPr>
        <a:lstStyle/>
        <a:p>
          <a:pPr marL="0" lvl="0" indent="0" algn="l" defTabSz="5333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 b="1">
              <a:solidFill>
                <a:schemeClr val="accent2">
                  <a:lumMod val="50000"/>
                </a:schemeClr>
              </a:solidFill>
            </a:rPr>
            <a:t>+ Aggiungi ingrediente</a:t>
          </a:r>
          <a:endParaRPr/>
        </a:p>
      </dsp:txBody>
      <dsp:txXfrm>
        <a:off x="12550" y="2374733"/>
        <a:ext cx="3063618" cy="232011"/>
      </dsp:txXfrm>
    </dsp:sp>
  </dsp:spTree>
</dsp:drawing>
</file>

<file path=ppt/diagrams/drawing10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815224332" name=""/>
      <dsp:cNvGrpSpPr/>
    </dsp:nvGrpSpPr>
    <dsp:grpSpPr bwMode="auto">
      <a:xfrm rot="0">
        <a:off x="0" y="0"/>
        <a:ext cx="3088717" cy="2619297"/>
        <a:chOff x="0" y="0"/>
        <a:chExt cx="3088717" cy="2619297"/>
      </a:xfrm>
    </dsp:grpSpPr>
    <dsp:sp modelId="{07C4600B-39FA-46BA-A953-69A47F2CFAAA}">
      <dsp:nvSpPr>
        <dsp:cNvPr id="2132536576" name=""/>
        <dsp:cNvSpPr/>
      </dsp:nvSpPr>
      <dsp:spPr bwMode="auto">
        <a:xfrm rot="0" flipH="0" flipV="0">
          <a:off x="0" y="808610"/>
          <a:ext cx="3088718" cy="1548801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Overflow="overflow" horzOverflow="overflow" vert="horz" wrap="square" lIns="122583" tIns="7937" rIns="44449" bIns="7937" numCol="1" spcCol="1268" rtlCol="0" fromWordArt="0" anchor="t" anchorCtr="0" forceAA="0" upright="0" compatLnSpc="0">
          <a:noAutofit/>
        </a:bodyPr>
        <a:lstStyle/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</dsp:txBody>
      <dsp:txXfrm>
        <a:off x="0" y="808611"/>
        <a:ext cx="3088718" cy="1548801"/>
      </dsp:txXfrm>
    </dsp:sp>
  </dsp:spTree>
</dsp:drawing>
</file>

<file path=ppt/diagrams/drawing11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419169072" name=""/>
      <dsp:cNvGrpSpPr/>
    </dsp:nvGrpSpPr>
    <dsp:grpSpPr bwMode="auto">
      <a:xfrm rot="0">
        <a:off x="0" y="0"/>
        <a:ext cx="3088718" cy="2619297"/>
        <a:chOff x="0" y="0"/>
        <a:chExt cx="3088718" cy="2619297"/>
      </a:xfrm>
    </dsp:grpSpPr>
    <dsp:sp modelId="{924A46D7-53D3-4C2B-A0D4-9593D2A096BF}">
      <dsp:nvSpPr>
        <dsp:cNvPr id="1844506913" name=""/>
        <dsp:cNvSpPr/>
      </dsp:nvSpPr>
      <dsp:spPr bwMode="auto">
        <a:xfrm>
          <a:off x="0" y="2090286"/>
          <a:ext cx="3088718" cy="257113"/>
        </a:xfrm>
        <a:prstGeom prst="roundRect">
          <a:avLst>
            <a:gd name="adj" fmla="val 16667"/>
          </a:avLst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53339" tIns="53339" rIns="53339" bIns="53339" numCol="1" spcCol="1268" anchor="ctr" anchorCtr="0">
          <a:noAutofit/>
        </a:bodyPr>
        <a:lstStyle/>
        <a:p>
          <a:pPr marL="0" lvl="0" indent="0" algn="l" defTabSz="6222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endParaRPr lang="it-IT" sz="1400"/>
        </a:p>
      </dsp:txBody>
      <dsp:txXfrm>
        <a:off x="12550" y="2102837"/>
        <a:ext cx="3063618" cy="232011"/>
      </dsp:txXfrm>
    </dsp:sp>
    <dsp:sp modelId="{A04F6C91-AEBF-4847-980F-C23A5906DCBB}">
      <dsp:nvSpPr>
        <dsp:cNvPr id="2024586329" name=""/>
        <dsp:cNvSpPr/>
      </dsp:nvSpPr>
      <dsp:spPr bwMode="auto">
        <a:xfrm>
          <a:off x="0" y="2362182"/>
          <a:ext cx="3088718" cy="257113"/>
        </a:xfrm>
        <a:prstGeom prst="roundRect">
          <a:avLst>
            <a:gd name="adj" fmla="val 16667"/>
          </a:avLst>
        </a:prstGeom>
        <a:solidFill>
          <a:schemeClr val="accent2">
            <a:lumMod val="40000"/>
            <a:lumOff val="6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68" anchor="ctr" anchorCtr="0">
          <a:noAutofit/>
        </a:bodyPr>
        <a:lstStyle/>
        <a:p>
          <a:pPr marL="0" lvl="0" indent="0" algn="l" defTabSz="5333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 b="1">
              <a:solidFill>
                <a:schemeClr val="accent2">
                  <a:lumMod val="50000"/>
                </a:schemeClr>
              </a:solidFill>
            </a:rPr>
            <a:t>+ Aggiungi ingrediente</a:t>
          </a:r>
          <a:endParaRPr/>
        </a:p>
      </dsp:txBody>
      <dsp:txXfrm>
        <a:off x="12550" y="2374733"/>
        <a:ext cx="3063618" cy="232011"/>
      </dsp:txXfrm>
    </dsp:sp>
  </dsp:spTree>
</dsp:drawing>
</file>

<file path=ppt/diagrams/drawing12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2039030922" name=""/>
      <dsp:cNvGrpSpPr/>
    </dsp:nvGrpSpPr>
    <dsp:grpSpPr bwMode="auto">
      <a:xfrm rot="0">
        <a:off x="0" y="0"/>
        <a:ext cx="3088717" cy="2619297"/>
        <a:chOff x="0" y="0"/>
        <a:chExt cx="3088717" cy="2619297"/>
      </a:xfrm>
    </dsp:grpSpPr>
    <dsp:sp modelId="{07C4600B-39FA-46BA-A953-69A47F2CFAAA}">
      <dsp:nvSpPr>
        <dsp:cNvPr id="381556360" name=""/>
        <dsp:cNvSpPr/>
      </dsp:nvSpPr>
      <dsp:spPr bwMode="auto">
        <a:xfrm rot="0" flipH="0" flipV="0">
          <a:off x="0" y="808610"/>
          <a:ext cx="3088718" cy="1548801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Overflow="overflow" horzOverflow="overflow" vert="horz" wrap="square" lIns="122583" tIns="7937" rIns="44449" bIns="7937" numCol="1" spcCol="1268" rtlCol="0" fromWordArt="0" anchor="t" anchorCtr="0" forceAA="0" upright="0" compatLnSpc="0">
          <a:noAutofit/>
        </a:bodyPr>
        <a:lstStyle/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</dsp:txBody>
      <dsp:txXfrm>
        <a:off x="0" y="808611"/>
        <a:ext cx="3088718" cy="1548801"/>
      </dsp:txXfrm>
    </dsp:sp>
  </dsp:spTree>
</dsp:drawing>
</file>

<file path=ppt/diagrams/drawing13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389269916" name=""/>
      <dsp:cNvGrpSpPr/>
    </dsp:nvGrpSpPr>
    <dsp:grpSpPr bwMode="auto">
      <a:xfrm rot="0">
        <a:off x="0" y="0"/>
        <a:ext cx="3088718" cy="2619297"/>
        <a:chOff x="0" y="0"/>
        <a:chExt cx="3088718" cy="2619297"/>
      </a:xfrm>
    </dsp:grpSpPr>
    <dsp:sp modelId="{2E63C274-9DA8-45B8-82CD-443D3F0D4117}">
      <dsp:nvSpPr>
        <dsp:cNvPr id="474583941" name=""/>
        <dsp:cNvSpPr/>
      </dsp:nvSpPr>
      <dsp:spPr bwMode="auto">
        <a:xfrm>
          <a:off x="0" y="0"/>
          <a:ext cx="3088718" cy="257113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68" anchor="ctr" anchorCtr="0">
          <a:noAutofit/>
        </a:bodyPr>
        <a:lstStyle/>
        <a:p>
          <a:pPr marL="0" lvl="0" indent="0" algn="l" defTabSz="5333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Pasta di semola di grano duro</a:t>
          </a:r>
          <a:endParaRPr/>
        </a:p>
      </dsp:txBody>
      <dsp:txXfrm>
        <a:off x="12550" y="12550"/>
        <a:ext cx="3063618" cy="232011"/>
      </dsp:txXfrm>
    </dsp:sp>
    <dsp:sp modelId="{588B54E1-05A8-4440-8F0D-96AD752098A3}">
      <dsp:nvSpPr>
        <dsp:cNvPr id="1426524112" name=""/>
        <dsp:cNvSpPr/>
      </dsp:nvSpPr>
      <dsp:spPr bwMode="auto">
        <a:xfrm>
          <a:off x="0" y="271894"/>
          <a:ext cx="3088718" cy="257113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68" anchor="ctr" anchorCtr="0">
          <a:noAutofit/>
        </a:bodyPr>
        <a:lstStyle/>
        <a:p>
          <a:pPr marL="0" lvl="0" indent="0" algn="l" defTabSz="5333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/>
            <a:t>Sale</a:t>
          </a:r>
          <a:endParaRPr/>
        </a:p>
      </dsp:txBody>
      <dsp:txXfrm>
        <a:off x="12550" y="284445"/>
        <a:ext cx="3063618" cy="232011"/>
      </dsp:txXfrm>
    </dsp:sp>
    <dsp:sp modelId="{920EF786-34AE-4CDF-83CF-7A159AE4B3C9}">
      <dsp:nvSpPr>
        <dsp:cNvPr id="664032616" name=""/>
        <dsp:cNvSpPr/>
      </dsp:nvSpPr>
      <dsp:spPr bwMode="auto">
        <a:xfrm>
          <a:off x="0" y="541667"/>
          <a:ext cx="3088718" cy="257113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68" anchor="ctr" anchorCtr="0">
          <a:noAutofit/>
        </a:bodyPr>
        <a:lstStyle/>
        <a:p>
          <a:pPr marL="0" lvl="0" indent="0" algn="l" defTabSz="5333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/>
            <a:t>Tuorlo d’uovo di gallina</a:t>
          </a:r>
          <a:endParaRPr/>
        </a:p>
      </dsp:txBody>
      <dsp:txXfrm>
        <a:off x="12550" y="554218"/>
        <a:ext cx="3063618" cy="232011"/>
      </dsp:txXfrm>
    </dsp:sp>
    <dsp:sp modelId="{60CFC448-A2E9-471D-B823-5CCB0A6A8936}">
      <dsp:nvSpPr>
        <dsp:cNvPr id="1097888526" name=""/>
        <dsp:cNvSpPr/>
      </dsp:nvSpPr>
      <dsp:spPr bwMode="auto">
        <a:xfrm>
          <a:off x="0" y="811440"/>
          <a:ext cx="3088718" cy="257113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68" anchor="ctr" anchorCtr="0">
          <a:noAutofit/>
        </a:bodyPr>
        <a:lstStyle/>
        <a:p>
          <a:pPr marL="0" lvl="0" indent="0" algn="l" defTabSz="5333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/>
            <a:t>Guanciale (cotto)</a:t>
          </a:r>
          <a:endParaRPr/>
        </a:p>
      </dsp:txBody>
      <dsp:txXfrm>
        <a:off x="12550" y="823990"/>
        <a:ext cx="3063618" cy="232011"/>
      </dsp:txXfrm>
    </dsp:sp>
    <dsp:sp modelId="{99CE9A2F-1CEC-4ABF-B168-15D47293304F}">
      <dsp:nvSpPr>
        <dsp:cNvPr id="772414155" name=""/>
        <dsp:cNvSpPr/>
      </dsp:nvSpPr>
      <dsp:spPr bwMode="auto">
        <a:xfrm>
          <a:off x="0" y="1081211"/>
          <a:ext cx="3088718" cy="257113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68" anchor="ctr" anchorCtr="0">
          <a:noAutofit/>
        </a:bodyPr>
        <a:lstStyle/>
        <a:p>
          <a:pPr marL="0" lvl="0" indent="0" algn="l" defTabSz="5333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/>
            <a:t>Pecorino Romano</a:t>
          </a:r>
          <a:endParaRPr/>
        </a:p>
      </dsp:txBody>
      <dsp:txXfrm>
        <a:off x="12550" y="1093762"/>
        <a:ext cx="3063618" cy="232011"/>
      </dsp:txXfrm>
    </dsp:sp>
    <dsp:sp modelId="{EFDFAC03-7954-429E-A62B-58C691FD5CEA}">
      <dsp:nvSpPr>
        <dsp:cNvPr id="1151193252" name=""/>
        <dsp:cNvSpPr/>
      </dsp:nvSpPr>
      <dsp:spPr bwMode="auto">
        <a:xfrm>
          <a:off x="0" y="1350984"/>
          <a:ext cx="3088718" cy="257113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68" anchor="ctr" anchorCtr="0">
          <a:noAutofit/>
        </a:bodyPr>
        <a:lstStyle/>
        <a:p>
          <a:pPr marL="0" lvl="0" indent="0" algn="l" defTabSz="5333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/>
            <a:t>Pepe</a:t>
          </a:r>
          <a:endParaRPr/>
        </a:p>
      </dsp:txBody>
      <dsp:txXfrm>
        <a:off x="12550" y="1363535"/>
        <a:ext cx="3063618" cy="232011"/>
      </dsp:txXfrm>
    </dsp:sp>
    <dsp:sp modelId="{6A65C1F9-B100-46A8-9C4E-C0AD1F6897D8}">
      <dsp:nvSpPr>
        <dsp:cNvPr id="1548521717" name=""/>
        <dsp:cNvSpPr/>
      </dsp:nvSpPr>
      <dsp:spPr bwMode="auto">
        <a:xfrm>
          <a:off x="0" y="1608098"/>
          <a:ext cx="3088718" cy="482187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Overflow="overflow" horzOverflow="overflow" vert="horz" wrap="square" lIns="122583" tIns="7937" rIns="44449" bIns="7937" numCol="1" spcCol="1268" rtlCol="0" fromWordArt="0" anchor="t" anchorCtr="0" forceAA="0" upright="0" compatLnSpc="0">
          <a:noAutofit/>
        </a:bodyPr>
        <a:lstStyle/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</dsp:txBody>
      <dsp:txXfrm>
        <a:off x="0" y="1608098"/>
        <a:ext cx="3088718" cy="482187"/>
      </dsp:txXfrm>
    </dsp:sp>
    <dsp:sp modelId="{924A46D7-53D3-4C2B-A0D4-9593D2A096BF}">
      <dsp:nvSpPr>
        <dsp:cNvPr id="2038040225" name=""/>
        <dsp:cNvSpPr/>
      </dsp:nvSpPr>
      <dsp:spPr bwMode="auto">
        <a:xfrm>
          <a:off x="0" y="2090286"/>
          <a:ext cx="3088718" cy="257113"/>
        </a:xfrm>
        <a:prstGeom prst="roundRect">
          <a:avLst>
            <a:gd name="adj" fmla="val 16667"/>
          </a:avLst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53339" tIns="53339" rIns="53339" bIns="53339" numCol="1" spcCol="1268" anchor="ctr" anchorCtr="0">
          <a:noAutofit/>
        </a:bodyPr>
        <a:lstStyle/>
        <a:p>
          <a:pPr marL="0" lvl="0" indent="0" algn="l" defTabSz="6222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endParaRPr lang="it-IT" sz="1400"/>
        </a:p>
      </dsp:txBody>
      <dsp:txXfrm>
        <a:off x="12550" y="2102837"/>
        <a:ext cx="3063618" cy="232011"/>
      </dsp:txXfrm>
    </dsp:sp>
    <dsp:sp modelId="{A04F6C91-AEBF-4847-980F-C23A5906DCBB}">
      <dsp:nvSpPr>
        <dsp:cNvPr id="117305442" name=""/>
        <dsp:cNvSpPr/>
      </dsp:nvSpPr>
      <dsp:spPr bwMode="auto">
        <a:xfrm>
          <a:off x="0" y="2362182"/>
          <a:ext cx="3088718" cy="257113"/>
        </a:xfrm>
        <a:prstGeom prst="roundRect">
          <a:avLst>
            <a:gd name="adj" fmla="val 16667"/>
          </a:avLst>
        </a:prstGeom>
        <a:solidFill>
          <a:schemeClr val="accent2">
            <a:lumMod val="40000"/>
            <a:lumOff val="6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68" anchor="ctr" anchorCtr="0">
          <a:noAutofit/>
        </a:bodyPr>
        <a:lstStyle/>
        <a:p>
          <a:pPr marL="0" lvl="0" indent="0" algn="l" defTabSz="5333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 b="1">
              <a:solidFill>
                <a:schemeClr val="accent2">
                  <a:lumMod val="50000"/>
                </a:schemeClr>
              </a:solidFill>
            </a:rPr>
            <a:t>+ Aggiungi ingrediente</a:t>
          </a:r>
          <a:endParaRPr/>
        </a:p>
      </dsp:txBody>
      <dsp:txXfrm>
        <a:off x="12550" y="2374733"/>
        <a:ext cx="3063618" cy="232011"/>
      </dsp:txXfrm>
    </dsp:sp>
  </dsp:spTree>
</dsp:drawing>
</file>

<file path=ppt/diagrams/drawing14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733280958" name=""/>
      <dsp:cNvGrpSpPr/>
    </dsp:nvGrpSpPr>
    <dsp:grpSpPr bwMode="auto">
      <a:xfrm rot="0">
        <a:off x="0" y="0"/>
        <a:ext cx="3088717" cy="2619297"/>
        <a:chOff x="0" y="0"/>
        <a:chExt cx="3088717" cy="2619297"/>
      </a:xfrm>
    </dsp:grpSpPr>
    <dsp:sp modelId="{2E63C274-9DA8-45B8-82CD-443D3F0D4117}">
      <dsp:nvSpPr>
        <dsp:cNvPr id="1800106240" name=""/>
        <dsp:cNvSpPr/>
      </dsp:nvSpPr>
      <dsp:spPr bwMode="auto">
        <a:xfrm>
          <a:off x="0" y="0"/>
          <a:ext cx="3088718" cy="260537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68" anchor="ctr" anchorCtr="0">
          <a:noAutofit/>
        </a:bodyPr>
        <a:lstStyle/>
        <a:p>
          <a:pPr marL="0" lvl="0" indent="0" algn="l" defTabSz="5333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Cereali contenenti glutine </a:t>
          </a: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e prodotti </a:t>
          </a: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derivati</a:t>
          </a:r>
          <a:endParaRPr/>
        </a:p>
      </dsp:txBody>
      <dsp:txXfrm>
        <a:off x="12717" y="12717"/>
        <a:ext cx="3063283" cy="235101"/>
      </dsp:txXfrm>
    </dsp:sp>
    <dsp:sp modelId="{588B54E1-05A8-4440-8F0D-96AD752098A3}">
      <dsp:nvSpPr>
        <dsp:cNvPr id="245491534" name=""/>
        <dsp:cNvSpPr/>
      </dsp:nvSpPr>
      <dsp:spPr bwMode="auto">
        <a:xfrm>
          <a:off x="0" y="274707"/>
          <a:ext cx="3088718" cy="260537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68" anchor="ctr" anchorCtr="0">
          <a:noAutofit/>
        </a:bodyPr>
        <a:lstStyle/>
        <a:p>
          <a:pPr marL="0" lvl="0" indent="0" algn="l" defTabSz="5333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/>
            <a:t>Uova e prodotti a base di uova</a:t>
          </a:r>
          <a:endParaRPr/>
        </a:p>
      </dsp:txBody>
      <dsp:txXfrm>
        <a:off x="12717" y="287425"/>
        <a:ext cx="3063283" cy="235101"/>
      </dsp:txXfrm>
    </dsp:sp>
    <dsp:sp modelId="{920EF786-34AE-4CDF-83CF-7A159AE4B3C9}">
      <dsp:nvSpPr>
        <dsp:cNvPr id="694168546" name=""/>
        <dsp:cNvSpPr/>
      </dsp:nvSpPr>
      <dsp:spPr bwMode="auto">
        <a:xfrm>
          <a:off x="0" y="548073"/>
          <a:ext cx="3088718" cy="260537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68" anchor="ctr" anchorCtr="0">
          <a:noAutofit/>
        </a:bodyPr>
        <a:lstStyle/>
        <a:p>
          <a:pPr marL="0" lvl="0" indent="0" algn="l" defTabSz="5333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/>
            <a:t>Latte e prodotti a base di latte</a:t>
          </a:r>
          <a:endParaRPr/>
        </a:p>
      </dsp:txBody>
      <dsp:txXfrm>
        <a:off x="12717" y="560791"/>
        <a:ext cx="3063283" cy="235101"/>
      </dsp:txXfrm>
    </dsp:sp>
    <dsp:sp modelId="{07C4600B-39FA-46BA-A953-69A47F2CFAAA}">
      <dsp:nvSpPr>
        <dsp:cNvPr id="134073454" name=""/>
        <dsp:cNvSpPr/>
      </dsp:nvSpPr>
      <dsp:spPr bwMode="auto">
        <a:xfrm>
          <a:off x="0" y="808611"/>
          <a:ext cx="3088718" cy="1548801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Overflow="overflow" horzOverflow="overflow" vert="horz" wrap="square" lIns="122583" tIns="7937" rIns="44449" bIns="7937" numCol="1" spcCol="1268" rtlCol="0" fromWordArt="0" anchor="t" anchorCtr="0" forceAA="0" upright="0" compatLnSpc="0">
          <a:noAutofit/>
        </a:bodyPr>
        <a:lstStyle/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</dsp:txBody>
      <dsp:txXfrm>
        <a:off x="0" y="808611"/>
        <a:ext cx="3088718" cy="1548801"/>
      </dsp:txXfrm>
    </dsp:sp>
  </dsp:spTree>
</dsp:drawing>
</file>

<file path=ppt/diagrams/drawing15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744958326" name=""/>
      <dsp:cNvGrpSpPr/>
    </dsp:nvGrpSpPr>
    <dsp:grpSpPr bwMode="auto">
      <a:xfrm rot="0">
        <a:off x="0" y="0"/>
        <a:ext cx="3088718" cy="2619297"/>
        <a:chOff x="0" y="0"/>
        <a:chExt cx="3088718" cy="2619297"/>
      </a:xfrm>
    </dsp:grpSpPr>
    <dsp:sp modelId="{2E63C274-9DA8-45B8-82CD-443D3F0D4117}">
      <dsp:nvSpPr>
        <dsp:cNvPr id="609179479" name=""/>
        <dsp:cNvSpPr/>
      </dsp:nvSpPr>
      <dsp:spPr bwMode="auto">
        <a:xfrm>
          <a:off x="0" y="0"/>
          <a:ext cx="3088718" cy="257113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68" anchor="ctr" anchorCtr="0">
          <a:noAutofit/>
        </a:bodyPr>
        <a:lstStyle/>
        <a:p>
          <a:pPr marL="0" lvl="0" indent="0" algn="l" defTabSz="5333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Pasta di semola di grano duro</a:t>
          </a:r>
          <a:endParaRPr/>
        </a:p>
      </dsp:txBody>
      <dsp:txXfrm>
        <a:off x="12550" y="12550"/>
        <a:ext cx="3063618" cy="232011"/>
      </dsp:txXfrm>
    </dsp:sp>
    <dsp:sp modelId="{588B54E1-05A8-4440-8F0D-96AD752098A3}">
      <dsp:nvSpPr>
        <dsp:cNvPr id="524384628" name=""/>
        <dsp:cNvSpPr/>
      </dsp:nvSpPr>
      <dsp:spPr bwMode="auto">
        <a:xfrm>
          <a:off x="0" y="271894"/>
          <a:ext cx="3088718" cy="257113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68" anchor="ctr" anchorCtr="0">
          <a:noAutofit/>
        </a:bodyPr>
        <a:lstStyle/>
        <a:p>
          <a:pPr marL="0" lvl="0" indent="0" algn="l" defTabSz="5333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/>
            <a:t>Sale</a:t>
          </a:r>
          <a:endParaRPr/>
        </a:p>
      </dsp:txBody>
      <dsp:txXfrm>
        <a:off x="12550" y="284445"/>
        <a:ext cx="3063618" cy="232011"/>
      </dsp:txXfrm>
    </dsp:sp>
    <dsp:sp modelId="{920EF786-34AE-4CDF-83CF-7A159AE4B3C9}">
      <dsp:nvSpPr>
        <dsp:cNvPr id="1220377172" name=""/>
        <dsp:cNvSpPr/>
      </dsp:nvSpPr>
      <dsp:spPr bwMode="auto">
        <a:xfrm>
          <a:off x="0" y="541667"/>
          <a:ext cx="3088718" cy="257113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68" anchor="ctr" anchorCtr="0">
          <a:noAutofit/>
        </a:bodyPr>
        <a:lstStyle/>
        <a:p>
          <a:pPr marL="0" lvl="0" indent="0" algn="l" defTabSz="5333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/>
            <a:t>Tuorlo d’uovo di gallina</a:t>
          </a:r>
          <a:endParaRPr/>
        </a:p>
      </dsp:txBody>
      <dsp:txXfrm>
        <a:off x="12550" y="554218"/>
        <a:ext cx="3063618" cy="232011"/>
      </dsp:txXfrm>
    </dsp:sp>
    <dsp:sp modelId="{60CFC448-A2E9-471D-B823-5CCB0A6A8936}">
      <dsp:nvSpPr>
        <dsp:cNvPr id="684050661" name=""/>
        <dsp:cNvSpPr/>
      </dsp:nvSpPr>
      <dsp:spPr bwMode="auto">
        <a:xfrm>
          <a:off x="0" y="811440"/>
          <a:ext cx="3088718" cy="257113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68" anchor="ctr" anchorCtr="0">
          <a:noAutofit/>
        </a:bodyPr>
        <a:lstStyle/>
        <a:p>
          <a:pPr marL="0" lvl="0" indent="0" algn="l" defTabSz="5333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/>
            <a:t>Guanciale (cotto)</a:t>
          </a:r>
          <a:endParaRPr/>
        </a:p>
      </dsp:txBody>
      <dsp:txXfrm>
        <a:off x="12550" y="823990"/>
        <a:ext cx="3063618" cy="232011"/>
      </dsp:txXfrm>
    </dsp:sp>
    <dsp:sp modelId="{99CE9A2F-1CEC-4ABF-B168-15D47293304F}">
      <dsp:nvSpPr>
        <dsp:cNvPr id="1924624816" name=""/>
        <dsp:cNvSpPr/>
      </dsp:nvSpPr>
      <dsp:spPr bwMode="auto">
        <a:xfrm>
          <a:off x="0" y="1081211"/>
          <a:ext cx="3088718" cy="257113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68" anchor="ctr" anchorCtr="0">
          <a:noAutofit/>
        </a:bodyPr>
        <a:lstStyle/>
        <a:p>
          <a:pPr marL="0" lvl="0" indent="0" algn="l" defTabSz="5333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/>
            <a:t>Pecorino Romano</a:t>
          </a:r>
          <a:endParaRPr/>
        </a:p>
      </dsp:txBody>
      <dsp:txXfrm>
        <a:off x="12550" y="1093762"/>
        <a:ext cx="3063618" cy="232011"/>
      </dsp:txXfrm>
    </dsp:sp>
    <dsp:sp modelId="{EFDFAC03-7954-429E-A62B-58C691FD5CEA}">
      <dsp:nvSpPr>
        <dsp:cNvPr id="1977831304" name=""/>
        <dsp:cNvSpPr/>
      </dsp:nvSpPr>
      <dsp:spPr bwMode="auto">
        <a:xfrm>
          <a:off x="0" y="1350984"/>
          <a:ext cx="3088718" cy="257113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68" anchor="ctr" anchorCtr="0">
          <a:noAutofit/>
        </a:bodyPr>
        <a:lstStyle/>
        <a:p>
          <a:pPr marL="0" lvl="0" indent="0" algn="l" defTabSz="5333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/>
            <a:t>Pepe</a:t>
          </a:r>
          <a:endParaRPr/>
        </a:p>
      </dsp:txBody>
      <dsp:txXfrm>
        <a:off x="12550" y="1363535"/>
        <a:ext cx="3063618" cy="232011"/>
      </dsp:txXfrm>
    </dsp:sp>
    <dsp:sp modelId="{6A65C1F9-B100-46A8-9C4E-C0AD1F6897D8}">
      <dsp:nvSpPr>
        <dsp:cNvPr id="1206373793" name=""/>
        <dsp:cNvSpPr/>
      </dsp:nvSpPr>
      <dsp:spPr bwMode="auto">
        <a:xfrm>
          <a:off x="0" y="1608098"/>
          <a:ext cx="3088718" cy="482187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Overflow="overflow" horzOverflow="overflow" vert="horz" wrap="square" lIns="122583" tIns="7937" rIns="44449" bIns="7937" numCol="1" spcCol="1268" rtlCol="0" fromWordArt="0" anchor="t" anchorCtr="0" forceAA="0" upright="0" compatLnSpc="0">
          <a:noAutofit/>
        </a:bodyPr>
        <a:lstStyle/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</dsp:txBody>
      <dsp:txXfrm>
        <a:off x="0" y="1608098"/>
        <a:ext cx="3088718" cy="482187"/>
      </dsp:txXfrm>
    </dsp:sp>
    <dsp:sp modelId="{924A46D7-53D3-4C2B-A0D4-9593D2A096BF}">
      <dsp:nvSpPr>
        <dsp:cNvPr id="1472073406" name=""/>
        <dsp:cNvSpPr/>
      </dsp:nvSpPr>
      <dsp:spPr bwMode="auto">
        <a:xfrm>
          <a:off x="0" y="2090286"/>
          <a:ext cx="3088718" cy="257113"/>
        </a:xfrm>
        <a:prstGeom prst="roundRect">
          <a:avLst>
            <a:gd name="adj" fmla="val 16667"/>
          </a:avLst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53339" tIns="53339" rIns="53339" bIns="53339" numCol="1" spcCol="1268" anchor="ctr" anchorCtr="0">
          <a:noAutofit/>
        </a:bodyPr>
        <a:lstStyle/>
        <a:p>
          <a:pPr marL="0" lvl="0" indent="0" algn="l" defTabSz="6222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endParaRPr lang="it-IT" sz="1400"/>
        </a:p>
      </dsp:txBody>
      <dsp:txXfrm>
        <a:off x="12550" y="2102837"/>
        <a:ext cx="3063618" cy="232011"/>
      </dsp:txXfrm>
    </dsp:sp>
    <dsp:sp modelId="{A04F6C91-AEBF-4847-980F-C23A5906DCBB}">
      <dsp:nvSpPr>
        <dsp:cNvPr id="527765104" name=""/>
        <dsp:cNvSpPr/>
      </dsp:nvSpPr>
      <dsp:spPr bwMode="auto">
        <a:xfrm>
          <a:off x="0" y="2362182"/>
          <a:ext cx="3088718" cy="257113"/>
        </a:xfrm>
        <a:prstGeom prst="roundRect">
          <a:avLst>
            <a:gd name="adj" fmla="val 16667"/>
          </a:avLst>
        </a:prstGeom>
        <a:solidFill>
          <a:schemeClr val="accent2">
            <a:lumMod val="40000"/>
            <a:lumOff val="6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68" anchor="ctr" anchorCtr="0">
          <a:noAutofit/>
        </a:bodyPr>
        <a:lstStyle/>
        <a:p>
          <a:pPr marL="0" lvl="0" indent="0" algn="l" defTabSz="5333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 b="1">
              <a:solidFill>
                <a:schemeClr val="accent2">
                  <a:lumMod val="50000"/>
                </a:schemeClr>
              </a:solidFill>
            </a:rPr>
            <a:t>+ Aggiungi ingrediente</a:t>
          </a:r>
          <a:endParaRPr/>
        </a:p>
      </dsp:txBody>
      <dsp:txXfrm>
        <a:off x="12550" y="2374733"/>
        <a:ext cx="3063618" cy="232011"/>
      </dsp:txXfrm>
    </dsp:sp>
  </dsp:spTree>
</dsp:drawing>
</file>

<file path=ppt/diagrams/drawing16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660647934" name=""/>
      <dsp:cNvGrpSpPr/>
    </dsp:nvGrpSpPr>
    <dsp:grpSpPr bwMode="auto">
      <a:xfrm rot="0">
        <a:off x="0" y="0"/>
        <a:ext cx="3088717" cy="2619297"/>
        <a:chOff x="0" y="0"/>
        <a:chExt cx="3088717" cy="2619297"/>
      </a:xfrm>
    </dsp:grpSpPr>
    <dsp:sp modelId="{2E63C274-9DA8-45B8-82CD-443D3F0D4117}">
      <dsp:nvSpPr>
        <dsp:cNvPr id="1918615207" name=""/>
        <dsp:cNvSpPr/>
      </dsp:nvSpPr>
      <dsp:spPr bwMode="auto">
        <a:xfrm>
          <a:off x="0" y="0"/>
          <a:ext cx="3088718" cy="260537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68" anchor="ctr" anchorCtr="0">
          <a:noAutofit/>
        </a:bodyPr>
        <a:lstStyle/>
        <a:p>
          <a:pPr marL="0" lvl="0" indent="0" algn="l" defTabSz="5333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Cereali contenenti glutine </a:t>
          </a: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e prodotti </a:t>
          </a:r>
          <a:r>
            <a:rPr lang="it-IT" sz="1200">
              <a:solidFill>
                <a:schemeClr val="dk1">
                  <a:hueOff val="0"/>
                  <a:satOff val="0"/>
                  <a:lumOff val="0"/>
                </a:schemeClr>
              </a:solidFill>
            </a:rPr>
            <a:t>derivati</a:t>
          </a:r>
          <a:endParaRPr/>
        </a:p>
      </dsp:txBody>
      <dsp:txXfrm>
        <a:off x="12717" y="12717"/>
        <a:ext cx="3063283" cy="235101"/>
      </dsp:txXfrm>
    </dsp:sp>
    <dsp:sp modelId="{588B54E1-05A8-4440-8F0D-96AD752098A3}">
      <dsp:nvSpPr>
        <dsp:cNvPr id="1840948563" name=""/>
        <dsp:cNvSpPr/>
      </dsp:nvSpPr>
      <dsp:spPr bwMode="auto">
        <a:xfrm>
          <a:off x="0" y="274707"/>
          <a:ext cx="3088718" cy="260537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68" anchor="ctr" anchorCtr="0">
          <a:noAutofit/>
        </a:bodyPr>
        <a:lstStyle/>
        <a:p>
          <a:pPr marL="0" lvl="0" indent="0" algn="l" defTabSz="5333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/>
            <a:t>Uova e prodotti a base di uova</a:t>
          </a:r>
          <a:endParaRPr/>
        </a:p>
      </dsp:txBody>
      <dsp:txXfrm>
        <a:off x="12717" y="287425"/>
        <a:ext cx="3063283" cy="235101"/>
      </dsp:txXfrm>
    </dsp:sp>
    <dsp:sp modelId="{920EF786-34AE-4CDF-83CF-7A159AE4B3C9}">
      <dsp:nvSpPr>
        <dsp:cNvPr id="638048641" name=""/>
        <dsp:cNvSpPr/>
      </dsp:nvSpPr>
      <dsp:spPr bwMode="auto">
        <a:xfrm>
          <a:off x="0" y="548073"/>
          <a:ext cx="3088718" cy="260537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68" anchor="ctr" anchorCtr="0">
          <a:noAutofit/>
        </a:bodyPr>
        <a:lstStyle/>
        <a:p>
          <a:pPr marL="0" lvl="0" indent="0" algn="l" defTabSz="533399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it-IT" sz="1200"/>
            <a:t>Latte e prodotti a base di latte</a:t>
          </a:r>
          <a:endParaRPr/>
        </a:p>
      </dsp:txBody>
      <dsp:txXfrm>
        <a:off x="12717" y="560791"/>
        <a:ext cx="3063283" cy="235101"/>
      </dsp:txXfrm>
    </dsp:sp>
    <dsp:sp modelId="{07C4600B-39FA-46BA-A953-69A47F2CFAAA}">
      <dsp:nvSpPr>
        <dsp:cNvPr id="1443302081" name=""/>
        <dsp:cNvSpPr/>
      </dsp:nvSpPr>
      <dsp:spPr bwMode="auto">
        <a:xfrm>
          <a:off x="0" y="808611"/>
          <a:ext cx="3088718" cy="1548801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Overflow="overflow" horzOverflow="overflow" vert="horz" wrap="square" lIns="122583" tIns="7937" rIns="44449" bIns="7937" numCol="1" spcCol="1268" rtlCol="0" fromWordArt="0" anchor="t" anchorCtr="0" forceAA="0" upright="0" compatLnSpc="0">
          <a:noAutofit/>
        </a:bodyPr>
        <a:lstStyle/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  <a:p>
          <a:pPr marL="57600" lvl="1" indent="-57600" algn="l" defTabSz="177798">
            <a:lnSpc>
              <a:spcPct val="90000"/>
            </a:lnSpc>
            <a:spcBef>
              <a:spcPts val="0"/>
            </a:spcBef>
            <a:spcAft>
              <a:spcPts val="89"/>
            </a:spcAft>
            <a:buChar char="•"/>
            <a:defRPr/>
          </a:pPr>
          <a:endParaRPr sz="500"/>
        </a:p>
      </dsp:txBody>
      <dsp:txXfrm>
        <a:off x="0" y="808611"/>
        <a:ext cx="3088718" cy="15488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 type="node">
          <dgm:prSet phldr="1"/>
        </dgm:pt>
        <dgm:pt modelId="11" type="node">
          <dgm:prSet phldr="1"/>
        </dgm:pt>
        <dgm:pt modelId="2" type="node">
          <dgm:prSet phldr="1"/>
        </dgm:pt>
        <dgm:pt modelId="21" type="node">
          <dgm:prSet phldr="1"/>
        </dgm:pt>
      </dgm:ptLst>
      <dgm:cxnLst>
        <dgm:cxn modelId="4" type="parOf" srcId="0" destId="1" srcOrd="0" destOrd="0"/>
        <dgm:cxn modelId="5" type="parOf" srcId="0" destId="2" srcOrd="1" destOrd="0"/>
        <dgm:cxn modelId="12" type="parOf" srcId="1" destId="11" srcOrd="0" destOrd="0"/>
        <dgm:cxn modelId="23" type="parOf" srcId="2" destId="21" srcOrd="0" destOrd="0"/>
      </dgm:cxnLst>
      <dgm:bg/>
      <dgm:whole/>
    </dgm:dataModel>
  </dgm:sampData>
  <dgm:style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styleData>
  <dgm:clrData>
    <dgm:dataModel>
      <dgm:ptLst>
        <dgm:pt modelId="0" type="doc"/>
        <dgm:pt modelId="1" type="node"/>
        <dgm:pt modelId="2" type="node"/>
        <dgm:pt modelId="3" type="node"/>
        <dgm:pt modelId="4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</dgm:cxnLst>
      <dgm:bg/>
      <dgm:whole/>
    </dgm:dataModel>
  </dgm:clrData>
  <dgm:layoutNode name="linear">
    <dgm:alg type="lin">
      <dgm:param type="linDir" val="fromT"/>
      <dgm:param type="vertAlign" val="mid"/>
    </dgm:alg>
    <dgm:shape rot="0.000000" type="none" r:blip="" blipPhldr="0" lkTxEntry="0" zOrderOff="0" hideGeom="0">
      <dgm:adjLst/>
    </dgm:shape>
    <dgm:presOf/>
    <dgm:constrLst>
      <dgm:constr type="w" for="ch" forName="parentText" ptType="all" refPtType="all" refType="w" refFor="self" op="none" fact="1.000000" val="0"/>
      <dgm:constr type="h" for="ch" forName="parentText" ptType="all" refPtType="all" refType="primFontSz" refFor="ch" refForName="parentText" op="none" fact="0.520000" val="0"/>
      <dgm:constr type="w" for="ch" forName="childText" ptType="all" refPtType="all" refType="w" refFor="self" op="none" fact="1.000000" val="0"/>
      <dgm:constr type="h" for="ch" forName="childText" ptType="all" refPtType="all" refType="primFontSz" refFor="ch" refForName="parentText" op="none" fact="0.460000" val="0"/>
      <dgm:constr type="h" for="ch" forName="parentText" ptType="all" refPtType="all" refType="none" refFor="self" op="equ" fact="1.000000" val="0"/>
      <dgm:constr type="primFontSz" for="ch" forName="parentText" ptType="all" refPtType="all" refType="none" refFor="self" op="equ" fact="1.000000" val="65"/>
      <dgm:constr type="primFontSz" for="ch" forName="childText" ptType="all" refPtType="all" refType="primFontSz" refFor="ch" refForName="parentText" op="equ" fact="1.000000" val="0"/>
      <dgm:constr type="h" for="ch" forName="spacer" ptType="all" refPtType="all" refType="primFontSz" refFor="ch" refForName="parentText" op="none" fact="0.080000" val="0"/>
    </dgm:constrLst>
    <dgm:ruleLst>
      <dgm:rule type="primFontSz" for="ch" forName="parentText" ptType="all" val="5" fact="NaN" max="NaN"/>
    </dgm:ruleLst>
    <dgm:varLst>
      <dgm:animLvl val="lvl"/>
      <dgm:resizeHandles val="exact"/>
    </dgm:varLst>
    <dgm:forEach name="Name0" axis="ch" ptType="node">
      <dgm:layoutNode name="parentText" styleLbl="node1">
        <dgm:alg type="tx">
          <dgm:param type="parTxLTRAlign" val="l"/>
          <dgm:param type="parTxRTLAlign" val="r"/>
        </dgm:alg>
        <dgm:shape rot="0.000000" type="roundRect" r:blip="" blipPhldr="0" lkTxEntry="0" zOrderOff="0" hideGeom="0">
          <dgm:adjLst/>
        </dgm:shape>
        <dgm:presOf axis="self"/>
        <dgm:constrLst>
          <dgm:constr type="tMarg" for="self" ptType="all" refPtType="all" refType="primFontSz" refFor="self" op="none" fact="0.300000" val="0"/>
          <dgm:constr type="bMarg" for="self" ptType="all" refPtType="all" refType="primFontSz" refFor="self" op="none" fact="0.300000" val="0"/>
          <dgm:constr type="lMarg" for="self" ptType="all" refPtType="all" refType="primFontSz" refFor="self" op="none" fact="0.300000" val="0"/>
          <dgm:constr type="rMarg" for="self" ptType="all" refPtType="all" refType="primFontSz" refFor="self" op="none" fact="0.300000" val="0"/>
        </dgm:constrLst>
        <dgm:ruleLst>
          <dgm:rule type="h" for="self" ptType="all" val="INF" fact="NaN" max="NaN"/>
        </dgm:ruleLst>
        <dgm:varLst>
          <dgm:chMax val="0"/>
          <dgm:bulletEnabled val="1"/>
        </dgm:varLst>
      </dgm:layoutNode>
      <dgm:choose name="Name1">
        <dgm:if name="Name2" axis="ch" ptType="node" func="cnt" arg="none" op="gte" val="1">
          <dgm:layoutNode name="childText" styleLbl="revTx">
            <dgm:alg type="tx">
              <dgm:param type="stBulletLvl" val="1"/>
              <dgm:param type="lnSpAfChP" val="20"/>
            </dgm:alg>
            <dgm:shape rot="0.000000" type="rect" r:blip="" blipPhldr="0" lkTxEntry="0" zOrderOff="0" hideGeom="0">
              <dgm:adjLst/>
            </dgm:shape>
            <dgm:presOf axis="des" ptType="node"/>
            <dgm:constrLst>
              <dgm:constr type="tMarg" for="self" ptType="all" refPtType="all" refType="primFontSz" refFor="self" op="none" fact="0.100000" val="0"/>
              <dgm:constr type="bMarg" for="self" ptType="all" refPtType="all" refType="primFontSz" refFor="self" op="none" fact="0.100000" val="0"/>
              <dgm:constr type="lMarg" for="self" ptType="all" refPtType="all" refType="w" refFor="self" op="none" fact="0.090000" val="0"/>
            </dgm:constrLst>
            <dgm:ruleLst>
              <dgm:rule type="h" for="self" ptType="all" val="INF" fact="NaN" max="NaN"/>
            </dgm:ruleLst>
            <dgm:varLst>
              <dgm:bulletEnabled val="1"/>
            </dgm:varLst>
          </dgm:layoutNode>
        </dgm:if>
        <dgm:else name="Name3">
          <dgm:choose name="Name4">
            <dgm:if name="Name5" axis="par ch" ptType="doc node" func="cnt" arg="none" op="gte" val="2">
              <dgm:forEach name="Name6" axis="followSib" ptType="sibTrans" cnt="1">
                <dgm:layoutNode name="spacer">
                  <dgm:alg type="sp"/>
                  <dgm:shape rot="0.000000" type="none" r:blip="" blipPhldr="0" lkTxEntry="0" zOrderOff="0" hideGeom="0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 type="node">
          <dgm:prSet phldr="1"/>
        </dgm:pt>
        <dgm:pt modelId="11" type="node">
          <dgm:prSet phldr="1"/>
        </dgm:pt>
        <dgm:pt modelId="2" type="node">
          <dgm:prSet phldr="1"/>
        </dgm:pt>
        <dgm:pt modelId="21" type="node">
          <dgm:prSet phldr="1"/>
        </dgm:pt>
      </dgm:ptLst>
      <dgm:cxnLst>
        <dgm:cxn modelId="4" type="parOf" srcId="0" destId="1" srcOrd="0" destOrd="0"/>
        <dgm:cxn modelId="5" type="parOf" srcId="0" destId="2" srcOrd="1" destOrd="0"/>
        <dgm:cxn modelId="12" type="parOf" srcId="1" destId="11" srcOrd="0" destOrd="0"/>
        <dgm:cxn modelId="23" type="parOf" srcId="2" destId="21" srcOrd="0" destOrd="0"/>
      </dgm:cxnLst>
      <dgm:bg/>
      <dgm:whole/>
    </dgm:dataModel>
  </dgm:sampData>
  <dgm:style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styleData>
  <dgm:clrData>
    <dgm:dataModel>
      <dgm:ptLst>
        <dgm:pt modelId="0" type="doc"/>
        <dgm:pt modelId="1" type="node"/>
        <dgm:pt modelId="2" type="node"/>
        <dgm:pt modelId="3" type="node"/>
        <dgm:pt modelId="4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</dgm:cxnLst>
      <dgm:bg/>
      <dgm:whole/>
    </dgm:dataModel>
  </dgm:clrData>
  <dgm:layoutNode name="linear">
    <dgm:alg type="lin">
      <dgm:param type="linDir" val="fromT"/>
      <dgm:param type="vertAlign" val="mid"/>
    </dgm:alg>
    <dgm:shape rot="0.000000" type="none" r:blip="" blipPhldr="0" lkTxEntry="0" zOrderOff="0" hideGeom="0">
      <dgm:adjLst/>
    </dgm:shape>
    <dgm:presOf/>
    <dgm:constrLst>
      <dgm:constr type="w" for="ch" forName="parentText" ptType="all" refPtType="all" refType="w" refFor="self" op="none" fact="1.000000" val="0"/>
      <dgm:constr type="h" for="ch" forName="parentText" ptType="all" refPtType="all" refType="primFontSz" refFor="ch" refForName="parentText" op="none" fact="0.520000" val="0"/>
      <dgm:constr type="w" for="ch" forName="childText" ptType="all" refPtType="all" refType="w" refFor="self" op="none" fact="1.000000" val="0"/>
      <dgm:constr type="h" for="ch" forName="childText" ptType="all" refPtType="all" refType="primFontSz" refFor="ch" refForName="parentText" op="none" fact="0.460000" val="0"/>
      <dgm:constr type="h" for="ch" forName="parentText" ptType="all" refPtType="all" refType="none" refFor="self" op="equ" fact="1.000000" val="0"/>
      <dgm:constr type="primFontSz" for="ch" forName="parentText" ptType="all" refPtType="all" refType="none" refFor="self" op="equ" fact="1.000000" val="65"/>
      <dgm:constr type="primFontSz" for="ch" forName="childText" ptType="all" refPtType="all" refType="primFontSz" refFor="ch" refForName="parentText" op="equ" fact="1.000000" val="0"/>
      <dgm:constr type="h" for="ch" forName="spacer" ptType="all" refPtType="all" refType="primFontSz" refFor="ch" refForName="parentText" op="none" fact="0.080000" val="0"/>
    </dgm:constrLst>
    <dgm:ruleLst>
      <dgm:rule type="primFontSz" for="ch" forName="parentText" ptType="all" val="5" fact="NaN" max="NaN"/>
    </dgm:ruleLst>
    <dgm:varLst>
      <dgm:animLvl val="lvl"/>
      <dgm:resizeHandles val="exact"/>
    </dgm:varLst>
    <dgm:forEach name="Name0" axis="ch" ptType="node">
      <dgm:layoutNode name="parentText" styleLbl="node1">
        <dgm:alg type="tx">
          <dgm:param type="parTxLTRAlign" val="l"/>
          <dgm:param type="parTxRTLAlign" val="r"/>
        </dgm:alg>
        <dgm:shape rot="0.000000" type="roundRect" r:blip="" blipPhldr="0" lkTxEntry="0" zOrderOff="0" hideGeom="0">
          <dgm:adjLst/>
        </dgm:shape>
        <dgm:presOf axis="self"/>
        <dgm:constrLst>
          <dgm:constr type="tMarg" for="self" ptType="all" refPtType="all" refType="primFontSz" refFor="self" op="none" fact="0.300000" val="0"/>
          <dgm:constr type="bMarg" for="self" ptType="all" refPtType="all" refType="primFontSz" refFor="self" op="none" fact="0.300000" val="0"/>
          <dgm:constr type="lMarg" for="self" ptType="all" refPtType="all" refType="primFontSz" refFor="self" op="none" fact="0.300000" val="0"/>
          <dgm:constr type="rMarg" for="self" ptType="all" refPtType="all" refType="primFontSz" refFor="self" op="none" fact="0.300000" val="0"/>
        </dgm:constrLst>
        <dgm:ruleLst>
          <dgm:rule type="h" for="self" ptType="all" val="INF" fact="NaN" max="NaN"/>
        </dgm:ruleLst>
        <dgm:varLst>
          <dgm:chMax val="0"/>
          <dgm:bulletEnabled val="1"/>
        </dgm:varLst>
      </dgm:layoutNode>
      <dgm:choose name="Name1">
        <dgm:if name="Name2" axis="ch" ptType="node" func="cnt" arg="none" op="gte" val="1">
          <dgm:layoutNode name="childText" styleLbl="revTx">
            <dgm:alg type="tx">
              <dgm:param type="stBulletLvl" val="1"/>
              <dgm:param type="lnSpAfChP" val="20"/>
            </dgm:alg>
            <dgm:shape rot="0.000000" type="rect" r:blip="" blipPhldr="0" lkTxEntry="0" zOrderOff="0" hideGeom="0">
              <dgm:adjLst/>
            </dgm:shape>
            <dgm:presOf axis="des" ptType="node"/>
            <dgm:constrLst>
              <dgm:constr type="tMarg" for="self" ptType="all" refPtType="all" refType="primFontSz" refFor="self" op="none" fact="0.100000" val="0"/>
              <dgm:constr type="bMarg" for="self" ptType="all" refPtType="all" refType="primFontSz" refFor="self" op="none" fact="0.100000" val="0"/>
              <dgm:constr type="lMarg" for="self" ptType="all" refPtType="all" refType="w" refFor="self" op="none" fact="0.090000" val="0"/>
            </dgm:constrLst>
            <dgm:ruleLst>
              <dgm:rule type="h" for="self" ptType="all" val="INF" fact="NaN" max="NaN"/>
            </dgm:ruleLst>
            <dgm:varLst>
              <dgm:bulletEnabled val="1"/>
            </dgm:varLst>
          </dgm:layoutNode>
        </dgm:if>
        <dgm:else name="Name3">
          <dgm:choose name="Name4">
            <dgm:if name="Name5" axis="par ch" ptType="doc node" func="cnt" arg="none" op="gte" val="2">
              <dgm:forEach name="Name6" axis="followSib" ptType="sibTrans" cnt="1">
                <dgm:layoutNode name="spacer">
                  <dgm:alg type="sp"/>
                  <dgm:shape rot="0.000000" type="none" r:blip="" blipPhldr="0" lkTxEntry="0" zOrderOff="0" hideGeom="0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 type="node">
          <dgm:prSet phldr="1"/>
        </dgm:pt>
        <dgm:pt modelId="11" type="node">
          <dgm:prSet phldr="1"/>
        </dgm:pt>
        <dgm:pt modelId="2" type="node">
          <dgm:prSet phldr="1"/>
        </dgm:pt>
        <dgm:pt modelId="21" type="node">
          <dgm:prSet phldr="1"/>
        </dgm:pt>
      </dgm:ptLst>
      <dgm:cxnLst>
        <dgm:cxn modelId="4" type="parOf" srcId="0" destId="1" srcOrd="0" destOrd="0"/>
        <dgm:cxn modelId="5" type="parOf" srcId="0" destId="2" srcOrd="1" destOrd="0"/>
        <dgm:cxn modelId="12" type="parOf" srcId="1" destId="11" srcOrd="0" destOrd="0"/>
        <dgm:cxn modelId="23" type="parOf" srcId="2" destId="21" srcOrd="0" destOrd="0"/>
      </dgm:cxnLst>
      <dgm:bg/>
      <dgm:whole/>
    </dgm:dataModel>
  </dgm:sampData>
  <dgm:style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styleData>
  <dgm:clrData>
    <dgm:dataModel>
      <dgm:ptLst>
        <dgm:pt modelId="0" type="doc"/>
        <dgm:pt modelId="1" type="node"/>
        <dgm:pt modelId="2" type="node"/>
        <dgm:pt modelId="3" type="node"/>
        <dgm:pt modelId="4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</dgm:cxnLst>
      <dgm:bg/>
      <dgm:whole/>
    </dgm:dataModel>
  </dgm:clrData>
  <dgm:layoutNode name="linear">
    <dgm:alg type="lin">
      <dgm:param type="linDir" val="fromT"/>
      <dgm:param type="vertAlign" val="mid"/>
    </dgm:alg>
    <dgm:shape rot="0.000000" type="none" r:blip="" blipPhldr="0" lkTxEntry="0" zOrderOff="0" hideGeom="0">
      <dgm:adjLst/>
    </dgm:shape>
    <dgm:presOf/>
    <dgm:constrLst>
      <dgm:constr type="w" for="ch" forName="parentText" ptType="all" refPtType="all" refType="w" refFor="self" op="none" fact="1.000000" val="0"/>
      <dgm:constr type="h" for="ch" forName="parentText" ptType="all" refPtType="all" refType="primFontSz" refFor="ch" refForName="parentText" op="none" fact="0.520000" val="0"/>
      <dgm:constr type="w" for="ch" forName="childText" ptType="all" refPtType="all" refType="w" refFor="self" op="none" fact="1.000000" val="0"/>
      <dgm:constr type="h" for="ch" forName="childText" ptType="all" refPtType="all" refType="primFontSz" refFor="ch" refForName="parentText" op="none" fact="0.460000" val="0"/>
      <dgm:constr type="h" for="ch" forName="parentText" ptType="all" refPtType="all" refType="none" refFor="self" op="equ" fact="1.000000" val="0"/>
      <dgm:constr type="primFontSz" for="ch" forName="parentText" ptType="all" refPtType="all" refType="none" refFor="self" op="equ" fact="1.000000" val="65"/>
      <dgm:constr type="primFontSz" for="ch" forName="childText" ptType="all" refPtType="all" refType="primFontSz" refFor="ch" refForName="parentText" op="equ" fact="1.000000" val="0"/>
      <dgm:constr type="h" for="ch" forName="spacer" ptType="all" refPtType="all" refType="primFontSz" refFor="ch" refForName="parentText" op="none" fact="0.080000" val="0"/>
    </dgm:constrLst>
    <dgm:ruleLst>
      <dgm:rule type="primFontSz" for="ch" forName="parentText" ptType="all" val="5" fact="NaN" max="NaN"/>
    </dgm:ruleLst>
    <dgm:varLst>
      <dgm:animLvl val="lvl"/>
      <dgm:resizeHandles val="exact"/>
    </dgm:varLst>
    <dgm:forEach name="Name0" axis="ch" ptType="node">
      <dgm:layoutNode name="parentText" styleLbl="node1">
        <dgm:alg type="tx">
          <dgm:param type="parTxLTRAlign" val="l"/>
          <dgm:param type="parTxRTLAlign" val="r"/>
        </dgm:alg>
        <dgm:shape rot="0.000000" type="roundRect" r:blip="" blipPhldr="0" lkTxEntry="0" zOrderOff="0" hideGeom="0">
          <dgm:adjLst/>
        </dgm:shape>
        <dgm:presOf axis="self"/>
        <dgm:constrLst>
          <dgm:constr type="tMarg" for="self" ptType="all" refPtType="all" refType="primFontSz" refFor="self" op="none" fact="0.300000" val="0"/>
          <dgm:constr type="bMarg" for="self" ptType="all" refPtType="all" refType="primFontSz" refFor="self" op="none" fact="0.300000" val="0"/>
          <dgm:constr type="lMarg" for="self" ptType="all" refPtType="all" refType="primFontSz" refFor="self" op="none" fact="0.300000" val="0"/>
          <dgm:constr type="rMarg" for="self" ptType="all" refPtType="all" refType="primFontSz" refFor="self" op="none" fact="0.300000" val="0"/>
        </dgm:constrLst>
        <dgm:ruleLst>
          <dgm:rule type="h" for="self" ptType="all" val="INF" fact="NaN" max="NaN"/>
        </dgm:ruleLst>
        <dgm:varLst>
          <dgm:chMax val="0"/>
          <dgm:bulletEnabled val="1"/>
        </dgm:varLst>
      </dgm:layoutNode>
      <dgm:choose name="Name1">
        <dgm:if name="Name2" axis="ch" ptType="node" func="cnt" arg="none" op="gte" val="1">
          <dgm:layoutNode name="childText" styleLbl="revTx">
            <dgm:alg type="tx">
              <dgm:param type="stBulletLvl" val="1"/>
              <dgm:param type="lnSpAfChP" val="20"/>
            </dgm:alg>
            <dgm:shape rot="0.000000" type="rect" r:blip="" blipPhldr="0" lkTxEntry="0" zOrderOff="0" hideGeom="0">
              <dgm:adjLst/>
            </dgm:shape>
            <dgm:presOf axis="des" ptType="node"/>
            <dgm:constrLst>
              <dgm:constr type="tMarg" for="self" ptType="all" refPtType="all" refType="primFontSz" refFor="self" op="none" fact="0.100000" val="0"/>
              <dgm:constr type="bMarg" for="self" ptType="all" refPtType="all" refType="primFontSz" refFor="self" op="none" fact="0.100000" val="0"/>
              <dgm:constr type="lMarg" for="self" ptType="all" refPtType="all" refType="w" refFor="self" op="none" fact="0.090000" val="0"/>
            </dgm:constrLst>
            <dgm:ruleLst>
              <dgm:rule type="h" for="self" ptType="all" val="INF" fact="NaN" max="NaN"/>
            </dgm:ruleLst>
            <dgm:varLst>
              <dgm:bulletEnabled val="1"/>
            </dgm:varLst>
          </dgm:layoutNode>
        </dgm:if>
        <dgm:else name="Name3">
          <dgm:choose name="Name4">
            <dgm:if name="Name5" axis="par ch" ptType="doc node" func="cnt" arg="none" op="gte" val="2">
              <dgm:forEach name="Name6" axis="followSib" ptType="sibTrans" cnt="1">
                <dgm:layoutNode name="spacer">
                  <dgm:alg type="sp"/>
                  <dgm:shape rot="0.000000" type="none" r:blip="" blipPhldr="0" lkTxEntry="0" zOrderOff="0" hideGeom="0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 type="node">
          <dgm:prSet phldr="1"/>
        </dgm:pt>
        <dgm:pt modelId="11" type="node">
          <dgm:prSet phldr="1"/>
        </dgm:pt>
        <dgm:pt modelId="2" type="node">
          <dgm:prSet phldr="1"/>
        </dgm:pt>
        <dgm:pt modelId="21" type="node">
          <dgm:prSet phldr="1"/>
        </dgm:pt>
      </dgm:ptLst>
      <dgm:cxnLst>
        <dgm:cxn modelId="4" type="parOf" srcId="0" destId="1" srcOrd="0" destOrd="0"/>
        <dgm:cxn modelId="5" type="parOf" srcId="0" destId="2" srcOrd="1" destOrd="0"/>
        <dgm:cxn modelId="12" type="parOf" srcId="1" destId="11" srcOrd="0" destOrd="0"/>
        <dgm:cxn modelId="23" type="parOf" srcId="2" destId="21" srcOrd="0" destOrd="0"/>
      </dgm:cxnLst>
      <dgm:bg/>
      <dgm:whole/>
    </dgm:dataModel>
  </dgm:sampData>
  <dgm:style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styleData>
  <dgm:clrData>
    <dgm:dataModel>
      <dgm:ptLst>
        <dgm:pt modelId="0" type="doc"/>
        <dgm:pt modelId="1" type="node"/>
        <dgm:pt modelId="2" type="node"/>
        <dgm:pt modelId="3" type="node"/>
        <dgm:pt modelId="4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</dgm:cxnLst>
      <dgm:bg/>
      <dgm:whole/>
    </dgm:dataModel>
  </dgm:clrData>
  <dgm:layoutNode name="linear">
    <dgm:alg type="lin">
      <dgm:param type="linDir" val="fromT"/>
      <dgm:param type="vertAlign" val="mid"/>
    </dgm:alg>
    <dgm:shape rot="0.000000" type="none" r:blip="" blipPhldr="0" lkTxEntry="0" zOrderOff="0" hideGeom="0">
      <dgm:adjLst/>
    </dgm:shape>
    <dgm:presOf/>
    <dgm:constrLst>
      <dgm:constr type="w" for="ch" forName="parentText" ptType="all" refPtType="all" refType="w" refFor="self" op="none" fact="1.000000" val="0"/>
      <dgm:constr type="h" for="ch" forName="parentText" ptType="all" refPtType="all" refType="primFontSz" refFor="ch" refForName="parentText" op="none" fact="0.520000" val="0"/>
      <dgm:constr type="w" for="ch" forName="childText" ptType="all" refPtType="all" refType="w" refFor="self" op="none" fact="1.000000" val="0"/>
      <dgm:constr type="h" for="ch" forName="childText" ptType="all" refPtType="all" refType="primFontSz" refFor="ch" refForName="parentText" op="none" fact="0.460000" val="0"/>
      <dgm:constr type="h" for="ch" forName="parentText" ptType="all" refPtType="all" refType="none" refFor="self" op="equ" fact="1.000000" val="0"/>
      <dgm:constr type="primFontSz" for="ch" forName="parentText" ptType="all" refPtType="all" refType="none" refFor="self" op="equ" fact="1.000000" val="65"/>
      <dgm:constr type="primFontSz" for="ch" forName="childText" ptType="all" refPtType="all" refType="primFontSz" refFor="ch" refForName="parentText" op="equ" fact="1.000000" val="0"/>
      <dgm:constr type="h" for="ch" forName="spacer" ptType="all" refPtType="all" refType="primFontSz" refFor="ch" refForName="parentText" op="none" fact="0.080000" val="0"/>
    </dgm:constrLst>
    <dgm:ruleLst>
      <dgm:rule type="primFontSz" for="ch" forName="parentText" ptType="all" val="5" fact="NaN" max="NaN"/>
    </dgm:ruleLst>
    <dgm:varLst>
      <dgm:animLvl val="lvl"/>
      <dgm:resizeHandles val="exact"/>
    </dgm:varLst>
    <dgm:forEach name="Name0" axis="ch" ptType="node">
      <dgm:layoutNode name="parentText" styleLbl="node1">
        <dgm:alg type="tx">
          <dgm:param type="parTxLTRAlign" val="l"/>
          <dgm:param type="parTxRTLAlign" val="r"/>
        </dgm:alg>
        <dgm:shape rot="0.000000" type="roundRect" r:blip="" blipPhldr="0" lkTxEntry="0" zOrderOff="0" hideGeom="0">
          <dgm:adjLst/>
        </dgm:shape>
        <dgm:presOf axis="self"/>
        <dgm:constrLst>
          <dgm:constr type="tMarg" for="self" ptType="all" refPtType="all" refType="primFontSz" refFor="self" op="none" fact="0.300000" val="0"/>
          <dgm:constr type="bMarg" for="self" ptType="all" refPtType="all" refType="primFontSz" refFor="self" op="none" fact="0.300000" val="0"/>
          <dgm:constr type="lMarg" for="self" ptType="all" refPtType="all" refType="primFontSz" refFor="self" op="none" fact="0.300000" val="0"/>
          <dgm:constr type="rMarg" for="self" ptType="all" refPtType="all" refType="primFontSz" refFor="self" op="none" fact="0.300000" val="0"/>
        </dgm:constrLst>
        <dgm:ruleLst>
          <dgm:rule type="h" for="self" ptType="all" val="INF" fact="NaN" max="NaN"/>
        </dgm:ruleLst>
        <dgm:varLst>
          <dgm:chMax val="0"/>
          <dgm:bulletEnabled val="1"/>
        </dgm:varLst>
      </dgm:layoutNode>
      <dgm:choose name="Name1">
        <dgm:if name="Name2" axis="ch" ptType="node" func="cnt" arg="none" op="gte" val="1">
          <dgm:layoutNode name="childText" styleLbl="revTx">
            <dgm:alg type="tx">
              <dgm:param type="stBulletLvl" val="1"/>
              <dgm:param type="lnSpAfChP" val="20"/>
            </dgm:alg>
            <dgm:shape rot="0.000000" type="rect" r:blip="" blipPhldr="0" lkTxEntry="0" zOrderOff="0" hideGeom="0">
              <dgm:adjLst/>
            </dgm:shape>
            <dgm:presOf axis="des" ptType="node"/>
            <dgm:constrLst>
              <dgm:constr type="tMarg" for="self" ptType="all" refPtType="all" refType="primFontSz" refFor="self" op="none" fact="0.100000" val="0"/>
              <dgm:constr type="bMarg" for="self" ptType="all" refPtType="all" refType="primFontSz" refFor="self" op="none" fact="0.100000" val="0"/>
              <dgm:constr type="lMarg" for="self" ptType="all" refPtType="all" refType="w" refFor="self" op="none" fact="0.090000" val="0"/>
            </dgm:constrLst>
            <dgm:ruleLst>
              <dgm:rule type="h" for="self" ptType="all" val="INF" fact="NaN" max="NaN"/>
            </dgm:ruleLst>
            <dgm:varLst>
              <dgm:bulletEnabled val="1"/>
            </dgm:varLst>
          </dgm:layoutNode>
        </dgm:if>
        <dgm:else name="Name3">
          <dgm:choose name="Name4">
            <dgm:if name="Name5" axis="par ch" ptType="doc node" func="cnt" arg="none" op="gte" val="2">
              <dgm:forEach name="Name6" axis="followSib" ptType="sibTrans" cnt="1">
                <dgm:layoutNode name="spacer">
                  <dgm:alg type="sp"/>
                  <dgm:shape rot="0.000000" type="none" r:blip="" blipPhldr="0" lkTxEntry="0" zOrderOff="0" hideGeom="0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 type="node">
          <dgm:prSet phldr="1"/>
        </dgm:pt>
        <dgm:pt modelId="11" type="node">
          <dgm:prSet phldr="1"/>
        </dgm:pt>
        <dgm:pt modelId="2" type="node">
          <dgm:prSet phldr="1"/>
        </dgm:pt>
        <dgm:pt modelId="21" type="node">
          <dgm:prSet phldr="1"/>
        </dgm:pt>
      </dgm:ptLst>
      <dgm:cxnLst>
        <dgm:cxn modelId="4" type="parOf" srcId="0" destId="1" srcOrd="0" destOrd="0"/>
        <dgm:cxn modelId="5" type="parOf" srcId="0" destId="2" srcOrd="1" destOrd="0"/>
        <dgm:cxn modelId="12" type="parOf" srcId="1" destId="11" srcOrd="0" destOrd="0"/>
        <dgm:cxn modelId="23" type="parOf" srcId="2" destId="21" srcOrd="0" destOrd="0"/>
      </dgm:cxnLst>
      <dgm:bg/>
      <dgm:whole/>
    </dgm:dataModel>
  </dgm:sampData>
  <dgm:style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styleData>
  <dgm:clrData>
    <dgm:dataModel>
      <dgm:ptLst>
        <dgm:pt modelId="0" type="doc"/>
        <dgm:pt modelId="1" type="node"/>
        <dgm:pt modelId="2" type="node"/>
        <dgm:pt modelId="3" type="node"/>
        <dgm:pt modelId="4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</dgm:cxnLst>
      <dgm:bg/>
      <dgm:whole/>
    </dgm:dataModel>
  </dgm:clrData>
  <dgm:layoutNode name="linear">
    <dgm:alg type="lin">
      <dgm:param type="linDir" val="fromT"/>
      <dgm:param type="vertAlign" val="mid"/>
    </dgm:alg>
    <dgm:shape rot="0.000000" type="none" r:blip="" blipPhldr="0" lkTxEntry="0" zOrderOff="0" hideGeom="0">
      <dgm:adjLst/>
    </dgm:shape>
    <dgm:presOf/>
    <dgm:constrLst>
      <dgm:constr type="w" for="ch" forName="parentText" ptType="all" refPtType="all" refType="w" refFor="self" op="none" fact="1.000000" val="0"/>
      <dgm:constr type="h" for="ch" forName="parentText" ptType="all" refPtType="all" refType="primFontSz" refFor="ch" refForName="parentText" op="none" fact="0.520000" val="0"/>
      <dgm:constr type="w" for="ch" forName="childText" ptType="all" refPtType="all" refType="w" refFor="self" op="none" fact="1.000000" val="0"/>
      <dgm:constr type="h" for="ch" forName="childText" ptType="all" refPtType="all" refType="primFontSz" refFor="ch" refForName="parentText" op="none" fact="0.460000" val="0"/>
      <dgm:constr type="h" for="ch" forName="parentText" ptType="all" refPtType="all" refType="none" refFor="self" op="equ" fact="1.000000" val="0"/>
      <dgm:constr type="primFontSz" for="ch" forName="parentText" ptType="all" refPtType="all" refType="none" refFor="self" op="equ" fact="1.000000" val="65"/>
      <dgm:constr type="primFontSz" for="ch" forName="childText" ptType="all" refPtType="all" refType="primFontSz" refFor="ch" refForName="parentText" op="equ" fact="1.000000" val="0"/>
      <dgm:constr type="h" for="ch" forName="spacer" ptType="all" refPtType="all" refType="primFontSz" refFor="ch" refForName="parentText" op="none" fact="0.080000" val="0"/>
    </dgm:constrLst>
    <dgm:ruleLst>
      <dgm:rule type="primFontSz" for="ch" forName="parentText" ptType="all" val="5" fact="NaN" max="NaN"/>
    </dgm:ruleLst>
    <dgm:varLst>
      <dgm:animLvl val="lvl"/>
      <dgm:resizeHandles val="exact"/>
    </dgm:varLst>
    <dgm:forEach name="Name0" axis="ch" ptType="node">
      <dgm:layoutNode name="parentText" styleLbl="node1">
        <dgm:alg type="tx">
          <dgm:param type="parTxLTRAlign" val="l"/>
          <dgm:param type="parTxRTLAlign" val="r"/>
        </dgm:alg>
        <dgm:shape rot="0.000000" type="roundRect" r:blip="" blipPhldr="0" lkTxEntry="0" zOrderOff="0" hideGeom="0">
          <dgm:adjLst/>
        </dgm:shape>
        <dgm:presOf axis="self"/>
        <dgm:constrLst>
          <dgm:constr type="tMarg" for="self" ptType="all" refPtType="all" refType="primFontSz" refFor="self" op="none" fact="0.300000" val="0"/>
          <dgm:constr type="bMarg" for="self" ptType="all" refPtType="all" refType="primFontSz" refFor="self" op="none" fact="0.300000" val="0"/>
          <dgm:constr type="lMarg" for="self" ptType="all" refPtType="all" refType="primFontSz" refFor="self" op="none" fact="0.300000" val="0"/>
          <dgm:constr type="rMarg" for="self" ptType="all" refPtType="all" refType="primFontSz" refFor="self" op="none" fact="0.300000" val="0"/>
        </dgm:constrLst>
        <dgm:ruleLst>
          <dgm:rule type="h" for="self" ptType="all" val="INF" fact="NaN" max="NaN"/>
        </dgm:ruleLst>
        <dgm:varLst>
          <dgm:chMax val="0"/>
          <dgm:bulletEnabled val="1"/>
        </dgm:varLst>
      </dgm:layoutNode>
      <dgm:choose name="Name1">
        <dgm:if name="Name2" axis="ch" ptType="node" func="cnt" arg="none" op="gte" val="1">
          <dgm:layoutNode name="childText" styleLbl="revTx">
            <dgm:alg type="tx">
              <dgm:param type="stBulletLvl" val="1"/>
              <dgm:param type="lnSpAfChP" val="20"/>
            </dgm:alg>
            <dgm:shape rot="0.000000" type="rect" r:blip="" blipPhldr="0" lkTxEntry="0" zOrderOff="0" hideGeom="0">
              <dgm:adjLst/>
            </dgm:shape>
            <dgm:presOf axis="des" ptType="node"/>
            <dgm:constrLst>
              <dgm:constr type="tMarg" for="self" ptType="all" refPtType="all" refType="primFontSz" refFor="self" op="none" fact="0.100000" val="0"/>
              <dgm:constr type="bMarg" for="self" ptType="all" refPtType="all" refType="primFontSz" refFor="self" op="none" fact="0.100000" val="0"/>
              <dgm:constr type="lMarg" for="self" ptType="all" refPtType="all" refType="w" refFor="self" op="none" fact="0.090000" val="0"/>
            </dgm:constrLst>
            <dgm:ruleLst>
              <dgm:rule type="h" for="self" ptType="all" val="INF" fact="NaN" max="NaN"/>
            </dgm:ruleLst>
            <dgm:varLst>
              <dgm:bulletEnabled val="1"/>
            </dgm:varLst>
          </dgm:layoutNode>
        </dgm:if>
        <dgm:else name="Name3">
          <dgm:choose name="Name4">
            <dgm:if name="Name5" axis="par ch" ptType="doc node" func="cnt" arg="none" op="gte" val="2">
              <dgm:forEach name="Name6" axis="followSib" ptType="sibTrans" cnt="1">
                <dgm:layoutNode name="spacer">
                  <dgm:alg type="sp"/>
                  <dgm:shape rot="0.000000" type="none" r:blip="" blipPhldr="0" lkTxEntry="0" zOrderOff="0" hideGeom="0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 type="node">
          <dgm:prSet phldr="1"/>
        </dgm:pt>
        <dgm:pt modelId="11" type="node">
          <dgm:prSet phldr="1"/>
        </dgm:pt>
        <dgm:pt modelId="2" type="node">
          <dgm:prSet phldr="1"/>
        </dgm:pt>
        <dgm:pt modelId="21" type="node">
          <dgm:prSet phldr="1"/>
        </dgm:pt>
      </dgm:ptLst>
      <dgm:cxnLst>
        <dgm:cxn modelId="4" type="parOf" srcId="0" destId="1" srcOrd="0" destOrd="0"/>
        <dgm:cxn modelId="5" type="parOf" srcId="0" destId="2" srcOrd="1" destOrd="0"/>
        <dgm:cxn modelId="12" type="parOf" srcId="1" destId="11" srcOrd="0" destOrd="0"/>
        <dgm:cxn modelId="23" type="parOf" srcId="2" destId="21" srcOrd="0" destOrd="0"/>
      </dgm:cxnLst>
      <dgm:bg/>
      <dgm:whole/>
    </dgm:dataModel>
  </dgm:sampData>
  <dgm:style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styleData>
  <dgm:clrData>
    <dgm:dataModel>
      <dgm:ptLst>
        <dgm:pt modelId="0" type="doc"/>
        <dgm:pt modelId="1" type="node"/>
        <dgm:pt modelId="2" type="node"/>
        <dgm:pt modelId="3" type="node"/>
        <dgm:pt modelId="4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</dgm:cxnLst>
      <dgm:bg/>
      <dgm:whole/>
    </dgm:dataModel>
  </dgm:clrData>
  <dgm:layoutNode name="linear">
    <dgm:alg type="lin">
      <dgm:param type="linDir" val="fromT"/>
      <dgm:param type="vertAlign" val="mid"/>
    </dgm:alg>
    <dgm:shape rot="0.000000" type="none" r:blip="" blipPhldr="0" lkTxEntry="0" zOrderOff="0" hideGeom="0">
      <dgm:adjLst/>
    </dgm:shape>
    <dgm:presOf/>
    <dgm:constrLst>
      <dgm:constr type="w" for="ch" forName="parentText" ptType="all" refPtType="all" refType="w" refFor="self" op="none" fact="1.000000" val="0"/>
      <dgm:constr type="h" for="ch" forName="parentText" ptType="all" refPtType="all" refType="primFontSz" refFor="ch" refForName="parentText" op="none" fact="0.520000" val="0"/>
      <dgm:constr type="w" for="ch" forName="childText" ptType="all" refPtType="all" refType="w" refFor="self" op="none" fact="1.000000" val="0"/>
      <dgm:constr type="h" for="ch" forName="childText" ptType="all" refPtType="all" refType="primFontSz" refFor="ch" refForName="parentText" op="none" fact="0.460000" val="0"/>
      <dgm:constr type="h" for="ch" forName="parentText" ptType="all" refPtType="all" refType="none" refFor="self" op="equ" fact="1.000000" val="0"/>
      <dgm:constr type="primFontSz" for="ch" forName="parentText" ptType="all" refPtType="all" refType="none" refFor="self" op="equ" fact="1.000000" val="65"/>
      <dgm:constr type="primFontSz" for="ch" forName="childText" ptType="all" refPtType="all" refType="primFontSz" refFor="ch" refForName="parentText" op="equ" fact="1.000000" val="0"/>
      <dgm:constr type="h" for="ch" forName="spacer" ptType="all" refPtType="all" refType="primFontSz" refFor="ch" refForName="parentText" op="none" fact="0.080000" val="0"/>
    </dgm:constrLst>
    <dgm:ruleLst>
      <dgm:rule type="primFontSz" for="ch" forName="parentText" ptType="all" val="5" fact="NaN" max="NaN"/>
    </dgm:ruleLst>
    <dgm:varLst>
      <dgm:animLvl val="lvl"/>
      <dgm:resizeHandles val="exact"/>
    </dgm:varLst>
    <dgm:forEach name="Name0" axis="ch" ptType="node">
      <dgm:layoutNode name="parentText" styleLbl="node1">
        <dgm:alg type="tx">
          <dgm:param type="parTxLTRAlign" val="l"/>
          <dgm:param type="parTxRTLAlign" val="r"/>
        </dgm:alg>
        <dgm:shape rot="0.000000" type="roundRect" r:blip="" blipPhldr="0" lkTxEntry="0" zOrderOff="0" hideGeom="0">
          <dgm:adjLst/>
        </dgm:shape>
        <dgm:presOf axis="self"/>
        <dgm:constrLst>
          <dgm:constr type="tMarg" for="self" ptType="all" refPtType="all" refType="primFontSz" refFor="self" op="none" fact="0.300000" val="0"/>
          <dgm:constr type="bMarg" for="self" ptType="all" refPtType="all" refType="primFontSz" refFor="self" op="none" fact="0.300000" val="0"/>
          <dgm:constr type="lMarg" for="self" ptType="all" refPtType="all" refType="primFontSz" refFor="self" op="none" fact="0.300000" val="0"/>
          <dgm:constr type="rMarg" for="self" ptType="all" refPtType="all" refType="primFontSz" refFor="self" op="none" fact="0.300000" val="0"/>
        </dgm:constrLst>
        <dgm:ruleLst>
          <dgm:rule type="h" for="self" ptType="all" val="INF" fact="NaN" max="NaN"/>
        </dgm:ruleLst>
        <dgm:varLst>
          <dgm:chMax val="0"/>
          <dgm:bulletEnabled val="1"/>
        </dgm:varLst>
      </dgm:layoutNode>
      <dgm:choose name="Name1">
        <dgm:if name="Name2" axis="ch" ptType="node" func="cnt" arg="none" op="gte" val="1">
          <dgm:layoutNode name="childText" styleLbl="revTx">
            <dgm:alg type="tx">
              <dgm:param type="stBulletLvl" val="1"/>
              <dgm:param type="lnSpAfChP" val="20"/>
            </dgm:alg>
            <dgm:shape rot="0.000000" type="rect" r:blip="" blipPhldr="0" lkTxEntry="0" zOrderOff="0" hideGeom="0">
              <dgm:adjLst/>
            </dgm:shape>
            <dgm:presOf axis="des" ptType="node"/>
            <dgm:constrLst>
              <dgm:constr type="tMarg" for="self" ptType="all" refPtType="all" refType="primFontSz" refFor="self" op="none" fact="0.100000" val="0"/>
              <dgm:constr type="bMarg" for="self" ptType="all" refPtType="all" refType="primFontSz" refFor="self" op="none" fact="0.100000" val="0"/>
              <dgm:constr type="lMarg" for="self" ptType="all" refPtType="all" refType="w" refFor="self" op="none" fact="0.090000" val="0"/>
            </dgm:constrLst>
            <dgm:ruleLst>
              <dgm:rule type="h" for="self" ptType="all" val="INF" fact="NaN" max="NaN"/>
            </dgm:ruleLst>
            <dgm:varLst>
              <dgm:bulletEnabled val="1"/>
            </dgm:varLst>
          </dgm:layoutNode>
        </dgm:if>
        <dgm:else name="Name3">
          <dgm:choose name="Name4">
            <dgm:if name="Name5" axis="par ch" ptType="doc node" func="cnt" arg="none" op="gte" val="2">
              <dgm:forEach name="Name6" axis="followSib" ptType="sibTrans" cnt="1">
                <dgm:layoutNode name="spacer">
                  <dgm:alg type="sp"/>
                  <dgm:shape rot="0.000000" type="none" r:blip="" blipPhldr="0" lkTxEntry="0" zOrderOff="0" hideGeom="0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 type="node">
          <dgm:prSet phldr="1"/>
        </dgm:pt>
        <dgm:pt modelId="11" type="node">
          <dgm:prSet phldr="1"/>
        </dgm:pt>
        <dgm:pt modelId="2" type="node">
          <dgm:prSet phldr="1"/>
        </dgm:pt>
        <dgm:pt modelId="21" type="node">
          <dgm:prSet phldr="1"/>
        </dgm:pt>
      </dgm:ptLst>
      <dgm:cxnLst>
        <dgm:cxn modelId="4" type="parOf" srcId="0" destId="1" srcOrd="0" destOrd="0"/>
        <dgm:cxn modelId="5" type="parOf" srcId="0" destId="2" srcOrd="1" destOrd="0"/>
        <dgm:cxn modelId="12" type="parOf" srcId="1" destId="11" srcOrd="0" destOrd="0"/>
        <dgm:cxn modelId="23" type="parOf" srcId="2" destId="21" srcOrd="0" destOrd="0"/>
      </dgm:cxnLst>
      <dgm:bg/>
      <dgm:whole/>
    </dgm:dataModel>
  </dgm:sampData>
  <dgm:style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styleData>
  <dgm:clrData>
    <dgm:dataModel>
      <dgm:ptLst>
        <dgm:pt modelId="0" type="doc"/>
        <dgm:pt modelId="1" type="node"/>
        <dgm:pt modelId="2" type="node"/>
        <dgm:pt modelId="3" type="node"/>
        <dgm:pt modelId="4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</dgm:cxnLst>
      <dgm:bg/>
      <dgm:whole/>
    </dgm:dataModel>
  </dgm:clrData>
  <dgm:layoutNode name="linear">
    <dgm:alg type="lin">
      <dgm:param type="linDir" val="fromT"/>
      <dgm:param type="vertAlign" val="mid"/>
    </dgm:alg>
    <dgm:shape rot="0.000000" type="none" r:blip="" blipPhldr="0" lkTxEntry="0" zOrderOff="0" hideGeom="0">
      <dgm:adjLst/>
    </dgm:shape>
    <dgm:presOf/>
    <dgm:constrLst>
      <dgm:constr type="w" for="ch" forName="parentText" ptType="all" refPtType="all" refType="w" refFor="self" op="none" fact="1.000000" val="0"/>
      <dgm:constr type="h" for="ch" forName="parentText" ptType="all" refPtType="all" refType="primFontSz" refFor="ch" refForName="parentText" op="none" fact="0.520000" val="0"/>
      <dgm:constr type="w" for="ch" forName="childText" ptType="all" refPtType="all" refType="w" refFor="self" op="none" fact="1.000000" val="0"/>
      <dgm:constr type="h" for="ch" forName="childText" ptType="all" refPtType="all" refType="primFontSz" refFor="ch" refForName="parentText" op="none" fact="0.460000" val="0"/>
      <dgm:constr type="h" for="ch" forName="parentText" ptType="all" refPtType="all" refType="none" refFor="self" op="equ" fact="1.000000" val="0"/>
      <dgm:constr type="primFontSz" for="ch" forName="parentText" ptType="all" refPtType="all" refType="none" refFor="self" op="equ" fact="1.000000" val="65"/>
      <dgm:constr type="primFontSz" for="ch" forName="childText" ptType="all" refPtType="all" refType="primFontSz" refFor="ch" refForName="parentText" op="equ" fact="1.000000" val="0"/>
      <dgm:constr type="h" for="ch" forName="spacer" ptType="all" refPtType="all" refType="primFontSz" refFor="ch" refForName="parentText" op="none" fact="0.080000" val="0"/>
    </dgm:constrLst>
    <dgm:ruleLst>
      <dgm:rule type="primFontSz" for="ch" forName="parentText" ptType="all" val="5" fact="NaN" max="NaN"/>
    </dgm:ruleLst>
    <dgm:varLst>
      <dgm:animLvl val="lvl"/>
      <dgm:resizeHandles val="exact"/>
    </dgm:varLst>
    <dgm:forEach name="Name0" axis="ch" ptType="node">
      <dgm:layoutNode name="parentText" styleLbl="node1">
        <dgm:alg type="tx">
          <dgm:param type="parTxLTRAlign" val="l"/>
          <dgm:param type="parTxRTLAlign" val="r"/>
        </dgm:alg>
        <dgm:shape rot="0.000000" type="roundRect" r:blip="" blipPhldr="0" lkTxEntry="0" zOrderOff="0" hideGeom="0">
          <dgm:adjLst/>
        </dgm:shape>
        <dgm:presOf axis="self"/>
        <dgm:constrLst>
          <dgm:constr type="tMarg" for="self" ptType="all" refPtType="all" refType="primFontSz" refFor="self" op="none" fact="0.300000" val="0"/>
          <dgm:constr type="bMarg" for="self" ptType="all" refPtType="all" refType="primFontSz" refFor="self" op="none" fact="0.300000" val="0"/>
          <dgm:constr type="lMarg" for="self" ptType="all" refPtType="all" refType="primFontSz" refFor="self" op="none" fact="0.300000" val="0"/>
          <dgm:constr type="rMarg" for="self" ptType="all" refPtType="all" refType="primFontSz" refFor="self" op="none" fact="0.300000" val="0"/>
        </dgm:constrLst>
        <dgm:ruleLst>
          <dgm:rule type="h" for="self" ptType="all" val="INF" fact="NaN" max="NaN"/>
        </dgm:ruleLst>
        <dgm:varLst>
          <dgm:chMax val="0"/>
          <dgm:bulletEnabled val="1"/>
        </dgm:varLst>
      </dgm:layoutNode>
      <dgm:choose name="Name1">
        <dgm:if name="Name2" axis="ch" ptType="node" func="cnt" arg="none" op="gte" val="1">
          <dgm:layoutNode name="childText" styleLbl="revTx">
            <dgm:alg type="tx">
              <dgm:param type="stBulletLvl" val="1"/>
              <dgm:param type="lnSpAfChP" val="20"/>
            </dgm:alg>
            <dgm:shape rot="0.000000" type="rect" r:blip="" blipPhldr="0" lkTxEntry="0" zOrderOff="0" hideGeom="0">
              <dgm:adjLst/>
            </dgm:shape>
            <dgm:presOf axis="des" ptType="node"/>
            <dgm:constrLst>
              <dgm:constr type="tMarg" for="self" ptType="all" refPtType="all" refType="primFontSz" refFor="self" op="none" fact="0.100000" val="0"/>
              <dgm:constr type="bMarg" for="self" ptType="all" refPtType="all" refType="primFontSz" refFor="self" op="none" fact="0.100000" val="0"/>
              <dgm:constr type="lMarg" for="self" ptType="all" refPtType="all" refType="w" refFor="self" op="none" fact="0.090000" val="0"/>
            </dgm:constrLst>
            <dgm:ruleLst>
              <dgm:rule type="h" for="self" ptType="all" val="INF" fact="NaN" max="NaN"/>
            </dgm:ruleLst>
            <dgm:varLst>
              <dgm:bulletEnabled val="1"/>
            </dgm:varLst>
          </dgm:layoutNode>
        </dgm:if>
        <dgm:else name="Name3">
          <dgm:choose name="Name4">
            <dgm:if name="Name5" axis="par ch" ptType="doc node" func="cnt" arg="none" op="gte" val="2">
              <dgm:forEach name="Name6" axis="followSib" ptType="sibTrans" cnt="1">
                <dgm:layoutNode name="spacer">
                  <dgm:alg type="sp"/>
                  <dgm:shape rot="0.000000" type="none" r:blip="" blipPhldr="0" lkTxEntry="0" zOrderOff="0" hideGeom="0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 type="node">
          <dgm:prSet phldr="1"/>
        </dgm:pt>
        <dgm:pt modelId="11" type="node">
          <dgm:prSet phldr="1"/>
        </dgm:pt>
        <dgm:pt modelId="2" type="node">
          <dgm:prSet phldr="1"/>
        </dgm:pt>
        <dgm:pt modelId="21" type="node">
          <dgm:prSet phldr="1"/>
        </dgm:pt>
      </dgm:ptLst>
      <dgm:cxnLst>
        <dgm:cxn modelId="4" type="parOf" srcId="0" destId="1" srcOrd="0" destOrd="0"/>
        <dgm:cxn modelId="5" type="parOf" srcId="0" destId="2" srcOrd="1" destOrd="0"/>
        <dgm:cxn modelId="12" type="parOf" srcId="1" destId="11" srcOrd="0" destOrd="0"/>
        <dgm:cxn modelId="23" type="parOf" srcId="2" destId="21" srcOrd="0" destOrd="0"/>
      </dgm:cxnLst>
      <dgm:bg/>
      <dgm:whole/>
    </dgm:dataModel>
  </dgm:sampData>
  <dgm:style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styleData>
  <dgm:clrData>
    <dgm:dataModel>
      <dgm:ptLst>
        <dgm:pt modelId="0" type="doc"/>
        <dgm:pt modelId="1" type="node"/>
        <dgm:pt modelId="2" type="node"/>
        <dgm:pt modelId="3" type="node"/>
        <dgm:pt modelId="4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</dgm:cxnLst>
      <dgm:bg/>
      <dgm:whole/>
    </dgm:dataModel>
  </dgm:clrData>
  <dgm:layoutNode name="linear">
    <dgm:alg type="lin">
      <dgm:param type="linDir" val="fromT"/>
      <dgm:param type="vertAlign" val="mid"/>
    </dgm:alg>
    <dgm:shape rot="0.000000" type="none" r:blip="" blipPhldr="0" lkTxEntry="0" zOrderOff="0" hideGeom="0">
      <dgm:adjLst/>
    </dgm:shape>
    <dgm:presOf/>
    <dgm:constrLst>
      <dgm:constr type="w" for="ch" forName="parentText" ptType="all" refPtType="all" refType="w" refFor="self" op="none" fact="1.000000" val="0"/>
      <dgm:constr type="h" for="ch" forName="parentText" ptType="all" refPtType="all" refType="primFontSz" refFor="ch" refForName="parentText" op="none" fact="0.520000" val="0"/>
      <dgm:constr type="w" for="ch" forName="childText" ptType="all" refPtType="all" refType="w" refFor="self" op="none" fact="1.000000" val="0"/>
      <dgm:constr type="h" for="ch" forName="childText" ptType="all" refPtType="all" refType="primFontSz" refFor="ch" refForName="parentText" op="none" fact="0.460000" val="0"/>
      <dgm:constr type="h" for="ch" forName="parentText" ptType="all" refPtType="all" refType="none" refFor="self" op="equ" fact="1.000000" val="0"/>
      <dgm:constr type="primFontSz" for="ch" forName="parentText" ptType="all" refPtType="all" refType="none" refFor="self" op="equ" fact="1.000000" val="65"/>
      <dgm:constr type="primFontSz" for="ch" forName="childText" ptType="all" refPtType="all" refType="primFontSz" refFor="ch" refForName="parentText" op="equ" fact="1.000000" val="0"/>
      <dgm:constr type="h" for="ch" forName="spacer" ptType="all" refPtType="all" refType="primFontSz" refFor="ch" refForName="parentText" op="none" fact="0.080000" val="0"/>
    </dgm:constrLst>
    <dgm:ruleLst>
      <dgm:rule type="primFontSz" for="ch" forName="parentText" ptType="all" val="5" fact="NaN" max="NaN"/>
    </dgm:ruleLst>
    <dgm:varLst>
      <dgm:animLvl val="lvl"/>
      <dgm:resizeHandles val="exact"/>
    </dgm:varLst>
    <dgm:forEach name="Name0" axis="ch" ptType="node">
      <dgm:layoutNode name="parentText" styleLbl="node1">
        <dgm:alg type="tx">
          <dgm:param type="parTxLTRAlign" val="l"/>
          <dgm:param type="parTxRTLAlign" val="r"/>
        </dgm:alg>
        <dgm:shape rot="0.000000" type="roundRect" r:blip="" blipPhldr="0" lkTxEntry="0" zOrderOff="0" hideGeom="0">
          <dgm:adjLst/>
        </dgm:shape>
        <dgm:presOf axis="self"/>
        <dgm:constrLst>
          <dgm:constr type="tMarg" for="self" ptType="all" refPtType="all" refType="primFontSz" refFor="self" op="none" fact="0.300000" val="0"/>
          <dgm:constr type="bMarg" for="self" ptType="all" refPtType="all" refType="primFontSz" refFor="self" op="none" fact="0.300000" val="0"/>
          <dgm:constr type="lMarg" for="self" ptType="all" refPtType="all" refType="primFontSz" refFor="self" op="none" fact="0.300000" val="0"/>
          <dgm:constr type="rMarg" for="self" ptType="all" refPtType="all" refType="primFontSz" refFor="self" op="none" fact="0.300000" val="0"/>
        </dgm:constrLst>
        <dgm:ruleLst>
          <dgm:rule type="h" for="self" ptType="all" val="INF" fact="NaN" max="NaN"/>
        </dgm:ruleLst>
        <dgm:varLst>
          <dgm:chMax val="0"/>
          <dgm:bulletEnabled val="1"/>
        </dgm:varLst>
      </dgm:layoutNode>
      <dgm:choose name="Name1">
        <dgm:if name="Name2" axis="ch" ptType="node" func="cnt" arg="none" op="gte" val="1">
          <dgm:layoutNode name="childText" styleLbl="revTx">
            <dgm:alg type="tx">
              <dgm:param type="stBulletLvl" val="1"/>
              <dgm:param type="lnSpAfChP" val="20"/>
            </dgm:alg>
            <dgm:shape rot="0.000000" type="rect" r:blip="" blipPhldr="0" lkTxEntry="0" zOrderOff="0" hideGeom="0">
              <dgm:adjLst/>
            </dgm:shape>
            <dgm:presOf axis="des" ptType="node"/>
            <dgm:constrLst>
              <dgm:constr type="tMarg" for="self" ptType="all" refPtType="all" refType="primFontSz" refFor="self" op="none" fact="0.100000" val="0"/>
              <dgm:constr type="bMarg" for="self" ptType="all" refPtType="all" refType="primFontSz" refFor="self" op="none" fact="0.100000" val="0"/>
              <dgm:constr type="lMarg" for="self" ptType="all" refPtType="all" refType="w" refFor="self" op="none" fact="0.090000" val="0"/>
            </dgm:constrLst>
            <dgm:ruleLst>
              <dgm:rule type="h" for="self" ptType="all" val="INF" fact="NaN" max="NaN"/>
            </dgm:ruleLst>
            <dgm:varLst>
              <dgm:bulletEnabled val="1"/>
            </dgm:varLst>
          </dgm:layoutNode>
        </dgm:if>
        <dgm:else name="Name3">
          <dgm:choose name="Name4">
            <dgm:if name="Name5" axis="par ch" ptType="doc node" func="cnt" arg="none" op="gte" val="2">
              <dgm:forEach name="Name6" axis="followSib" ptType="sibTrans" cnt="1">
                <dgm:layoutNode name="spacer">
                  <dgm:alg type="sp"/>
                  <dgm:shape rot="0.000000" type="none" r:blip="" blipPhldr="0" lkTxEntry="0" zOrderOff="0" hideGeom="0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 type="node">
          <dgm:prSet phldr="1"/>
        </dgm:pt>
        <dgm:pt modelId="11" type="node">
          <dgm:prSet phldr="1"/>
        </dgm:pt>
        <dgm:pt modelId="2" type="node">
          <dgm:prSet phldr="1"/>
        </dgm:pt>
        <dgm:pt modelId="21" type="node">
          <dgm:prSet phldr="1"/>
        </dgm:pt>
      </dgm:ptLst>
      <dgm:cxnLst>
        <dgm:cxn modelId="4" type="parOf" srcId="0" destId="1" srcOrd="0" destOrd="0"/>
        <dgm:cxn modelId="5" type="parOf" srcId="0" destId="2" srcOrd="1" destOrd="0"/>
        <dgm:cxn modelId="12" type="parOf" srcId="1" destId="11" srcOrd="0" destOrd="0"/>
        <dgm:cxn modelId="23" type="parOf" srcId="2" destId="21" srcOrd="0" destOrd="0"/>
      </dgm:cxnLst>
      <dgm:bg/>
      <dgm:whole/>
    </dgm:dataModel>
  </dgm:sampData>
  <dgm:style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styleData>
  <dgm:clrData>
    <dgm:dataModel>
      <dgm:ptLst>
        <dgm:pt modelId="0" type="doc"/>
        <dgm:pt modelId="1" type="node"/>
        <dgm:pt modelId="2" type="node"/>
        <dgm:pt modelId="3" type="node"/>
        <dgm:pt modelId="4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</dgm:cxnLst>
      <dgm:bg/>
      <dgm:whole/>
    </dgm:dataModel>
  </dgm:clrData>
  <dgm:layoutNode name="linear">
    <dgm:alg type="lin">
      <dgm:param type="linDir" val="fromT"/>
      <dgm:param type="vertAlign" val="mid"/>
    </dgm:alg>
    <dgm:shape rot="0.000000" type="none" r:blip="" blipPhldr="0" lkTxEntry="0" zOrderOff="0" hideGeom="0">
      <dgm:adjLst/>
    </dgm:shape>
    <dgm:presOf/>
    <dgm:constrLst>
      <dgm:constr type="w" for="ch" forName="parentText" ptType="all" refPtType="all" refType="w" refFor="self" op="none" fact="1.000000" val="0"/>
      <dgm:constr type="h" for="ch" forName="parentText" ptType="all" refPtType="all" refType="primFontSz" refFor="ch" refForName="parentText" op="none" fact="0.520000" val="0"/>
      <dgm:constr type="w" for="ch" forName="childText" ptType="all" refPtType="all" refType="w" refFor="self" op="none" fact="1.000000" val="0"/>
      <dgm:constr type="h" for="ch" forName="childText" ptType="all" refPtType="all" refType="primFontSz" refFor="ch" refForName="parentText" op="none" fact="0.460000" val="0"/>
      <dgm:constr type="h" for="ch" forName="parentText" ptType="all" refPtType="all" refType="none" refFor="self" op="equ" fact="1.000000" val="0"/>
      <dgm:constr type="primFontSz" for="ch" forName="parentText" ptType="all" refPtType="all" refType="none" refFor="self" op="equ" fact="1.000000" val="65"/>
      <dgm:constr type="primFontSz" for="ch" forName="childText" ptType="all" refPtType="all" refType="primFontSz" refFor="ch" refForName="parentText" op="equ" fact="1.000000" val="0"/>
      <dgm:constr type="h" for="ch" forName="spacer" ptType="all" refPtType="all" refType="primFontSz" refFor="ch" refForName="parentText" op="none" fact="0.080000" val="0"/>
    </dgm:constrLst>
    <dgm:ruleLst>
      <dgm:rule type="primFontSz" for="ch" forName="parentText" ptType="all" val="5" fact="NaN" max="NaN"/>
    </dgm:ruleLst>
    <dgm:varLst>
      <dgm:animLvl val="lvl"/>
      <dgm:resizeHandles val="exact"/>
    </dgm:varLst>
    <dgm:forEach name="Name0" axis="ch" ptType="node">
      <dgm:layoutNode name="parentText" styleLbl="node1">
        <dgm:alg type="tx">
          <dgm:param type="parTxLTRAlign" val="l"/>
          <dgm:param type="parTxRTLAlign" val="r"/>
        </dgm:alg>
        <dgm:shape rot="0.000000" type="roundRect" r:blip="" blipPhldr="0" lkTxEntry="0" zOrderOff="0" hideGeom="0">
          <dgm:adjLst/>
        </dgm:shape>
        <dgm:presOf axis="self"/>
        <dgm:constrLst>
          <dgm:constr type="tMarg" for="self" ptType="all" refPtType="all" refType="primFontSz" refFor="self" op="none" fact="0.300000" val="0"/>
          <dgm:constr type="bMarg" for="self" ptType="all" refPtType="all" refType="primFontSz" refFor="self" op="none" fact="0.300000" val="0"/>
          <dgm:constr type="lMarg" for="self" ptType="all" refPtType="all" refType="primFontSz" refFor="self" op="none" fact="0.300000" val="0"/>
          <dgm:constr type="rMarg" for="self" ptType="all" refPtType="all" refType="primFontSz" refFor="self" op="none" fact="0.300000" val="0"/>
        </dgm:constrLst>
        <dgm:ruleLst>
          <dgm:rule type="h" for="self" ptType="all" val="INF" fact="NaN" max="NaN"/>
        </dgm:ruleLst>
        <dgm:varLst>
          <dgm:chMax val="0"/>
          <dgm:bulletEnabled val="1"/>
        </dgm:varLst>
      </dgm:layoutNode>
      <dgm:choose name="Name1">
        <dgm:if name="Name2" axis="ch" ptType="node" func="cnt" arg="none" op="gte" val="1">
          <dgm:layoutNode name="childText" styleLbl="revTx">
            <dgm:alg type="tx">
              <dgm:param type="stBulletLvl" val="1"/>
              <dgm:param type="lnSpAfChP" val="20"/>
            </dgm:alg>
            <dgm:shape rot="0.000000" type="rect" r:blip="" blipPhldr="0" lkTxEntry="0" zOrderOff="0" hideGeom="0">
              <dgm:adjLst/>
            </dgm:shape>
            <dgm:presOf axis="des" ptType="node"/>
            <dgm:constrLst>
              <dgm:constr type="tMarg" for="self" ptType="all" refPtType="all" refType="primFontSz" refFor="self" op="none" fact="0.100000" val="0"/>
              <dgm:constr type="bMarg" for="self" ptType="all" refPtType="all" refType="primFontSz" refFor="self" op="none" fact="0.100000" val="0"/>
              <dgm:constr type="lMarg" for="self" ptType="all" refPtType="all" refType="w" refFor="self" op="none" fact="0.090000" val="0"/>
            </dgm:constrLst>
            <dgm:ruleLst>
              <dgm:rule type="h" for="self" ptType="all" val="INF" fact="NaN" max="NaN"/>
            </dgm:ruleLst>
            <dgm:varLst>
              <dgm:bulletEnabled val="1"/>
            </dgm:varLst>
          </dgm:layoutNode>
        </dgm:if>
        <dgm:else name="Name3">
          <dgm:choose name="Name4">
            <dgm:if name="Name5" axis="par ch" ptType="doc node" func="cnt" arg="none" op="gte" val="2">
              <dgm:forEach name="Name6" axis="followSib" ptType="sibTrans" cnt="1">
                <dgm:layoutNode name="spacer">
                  <dgm:alg type="sp"/>
                  <dgm:shape rot="0.000000" type="none" r:blip="" blipPhldr="0" lkTxEntry="0" zOrderOff="0" hideGeom="0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 type="node">
          <dgm:prSet phldr="1"/>
        </dgm:pt>
        <dgm:pt modelId="11" type="node">
          <dgm:prSet phldr="1"/>
        </dgm:pt>
        <dgm:pt modelId="2" type="node">
          <dgm:prSet phldr="1"/>
        </dgm:pt>
        <dgm:pt modelId="21" type="node">
          <dgm:prSet phldr="1"/>
        </dgm:pt>
      </dgm:ptLst>
      <dgm:cxnLst>
        <dgm:cxn modelId="4" type="parOf" srcId="0" destId="1" srcOrd="0" destOrd="0"/>
        <dgm:cxn modelId="5" type="parOf" srcId="0" destId="2" srcOrd="1" destOrd="0"/>
        <dgm:cxn modelId="12" type="parOf" srcId="1" destId="11" srcOrd="0" destOrd="0"/>
        <dgm:cxn modelId="23" type="parOf" srcId="2" destId="21" srcOrd="0" destOrd="0"/>
      </dgm:cxnLst>
      <dgm:bg/>
      <dgm:whole/>
    </dgm:dataModel>
  </dgm:sampData>
  <dgm:style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styleData>
  <dgm:clrData>
    <dgm:dataModel>
      <dgm:ptLst>
        <dgm:pt modelId="0" type="doc"/>
        <dgm:pt modelId="1" type="node"/>
        <dgm:pt modelId="2" type="node"/>
        <dgm:pt modelId="3" type="node"/>
        <dgm:pt modelId="4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</dgm:cxnLst>
      <dgm:bg/>
      <dgm:whole/>
    </dgm:dataModel>
  </dgm:clrData>
  <dgm:layoutNode name="linear">
    <dgm:alg type="lin">
      <dgm:param type="linDir" val="fromT"/>
      <dgm:param type="vertAlign" val="mid"/>
    </dgm:alg>
    <dgm:shape rot="0.000000" type="none" r:blip="" blipPhldr="0" lkTxEntry="0" zOrderOff="0" hideGeom="0">
      <dgm:adjLst/>
    </dgm:shape>
    <dgm:presOf/>
    <dgm:constrLst>
      <dgm:constr type="w" for="ch" forName="parentText" ptType="all" refPtType="all" refType="w" refFor="self" op="none" fact="1.000000" val="0"/>
      <dgm:constr type="h" for="ch" forName="parentText" ptType="all" refPtType="all" refType="primFontSz" refFor="ch" refForName="parentText" op="none" fact="0.520000" val="0"/>
      <dgm:constr type="w" for="ch" forName="childText" ptType="all" refPtType="all" refType="w" refFor="self" op="none" fact="1.000000" val="0"/>
      <dgm:constr type="h" for="ch" forName="childText" ptType="all" refPtType="all" refType="primFontSz" refFor="ch" refForName="parentText" op="none" fact="0.460000" val="0"/>
      <dgm:constr type="h" for="ch" forName="parentText" ptType="all" refPtType="all" refType="none" refFor="self" op="equ" fact="1.000000" val="0"/>
      <dgm:constr type="primFontSz" for="ch" forName="parentText" ptType="all" refPtType="all" refType="none" refFor="self" op="equ" fact="1.000000" val="65"/>
      <dgm:constr type="primFontSz" for="ch" forName="childText" ptType="all" refPtType="all" refType="primFontSz" refFor="ch" refForName="parentText" op="equ" fact="1.000000" val="0"/>
      <dgm:constr type="h" for="ch" forName="spacer" ptType="all" refPtType="all" refType="primFontSz" refFor="ch" refForName="parentText" op="none" fact="0.080000" val="0"/>
    </dgm:constrLst>
    <dgm:ruleLst>
      <dgm:rule type="primFontSz" for="ch" forName="parentText" ptType="all" val="5" fact="NaN" max="NaN"/>
    </dgm:ruleLst>
    <dgm:varLst>
      <dgm:animLvl val="lvl"/>
      <dgm:resizeHandles val="exact"/>
    </dgm:varLst>
    <dgm:forEach name="Name0" axis="ch" ptType="node">
      <dgm:layoutNode name="parentText" styleLbl="node1">
        <dgm:alg type="tx">
          <dgm:param type="parTxLTRAlign" val="l"/>
          <dgm:param type="parTxRTLAlign" val="r"/>
        </dgm:alg>
        <dgm:shape rot="0.000000" type="roundRect" r:blip="" blipPhldr="0" lkTxEntry="0" zOrderOff="0" hideGeom="0">
          <dgm:adjLst/>
        </dgm:shape>
        <dgm:presOf axis="self"/>
        <dgm:constrLst>
          <dgm:constr type="tMarg" for="self" ptType="all" refPtType="all" refType="primFontSz" refFor="self" op="none" fact="0.300000" val="0"/>
          <dgm:constr type="bMarg" for="self" ptType="all" refPtType="all" refType="primFontSz" refFor="self" op="none" fact="0.300000" val="0"/>
          <dgm:constr type="lMarg" for="self" ptType="all" refPtType="all" refType="primFontSz" refFor="self" op="none" fact="0.300000" val="0"/>
          <dgm:constr type="rMarg" for="self" ptType="all" refPtType="all" refType="primFontSz" refFor="self" op="none" fact="0.300000" val="0"/>
        </dgm:constrLst>
        <dgm:ruleLst>
          <dgm:rule type="h" for="self" ptType="all" val="INF" fact="NaN" max="NaN"/>
        </dgm:ruleLst>
        <dgm:varLst>
          <dgm:chMax val="0"/>
          <dgm:bulletEnabled val="1"/>
        </dgm:varLst>
      </dgm:layoutNode>
      <dgm:choose name="Name1">
        <dgm:if name="Name2" axis="ch" ptType="node" func="cnt" arg="none" op="gte" val="1">
          <dgm:layoutNode name="childText" styleLbl="revTx">
            <dgm:alg type="tx">
              <dgm:param type="stBulletLvl" val="1"/>
              <dgm:param type="lnSpAfChP" val="20"/>
            </dgm:alg>
            <dgm:shape rot="0.000000" type="rect" r:blip="" blipPhldr="0" lkTxEntry="0" zOrderOff="0" hideGeom="0">
              <dgm:adjLst/>
            </dgm:shape>
            <dgm:presOf axis="des" ptType="node"/>
            <dgm:constrLst>
              <dgm:constr type="tMarg" for="self" ptType="all" refPtType="all" refType="primFontSz" refFor="self" op="none" fact="0.100000" val="0"/>
              <dgm:constr type="bMarg" for="self" ptType="all" refPtType="all" refType="primFontSz" refFor="self" op="none" fact="0.100000" val="0"/>
              <dgm:constr type="lMarg" for="self" ptType="all" refPtType="all" refType="w" refFor="self" op="none" fact="0.090000" val="0"/>
            </dgm:constrLst>
            <dgm:ruleLst>
              <dgm:rule type="h" for="self" ptType="all" val="INF" fact="NaN" max="NaN"/>
            </dgm:ruleLst>
            <dgm:varLst>
              <dgm:bulletEnabled val="1"/>
            </dgm:varLst>
          </dgm:layoutNode>
        </dgm:if>
        <dgm:else name="Name3">
          <dgm:choose name="Name4">
            <dgm:if name="Name5" axis="par ch" ptType="doc node" func="cnt" arg="none" op="gte" val="2">
              <dgm:forEach name="Name6" axis="followSib" ptType="sibTrans" cnt="1">
                <dgm:layoutNode name="spacer">
                  <dgm:alg type="sp"/>
                  <dgm:shape rot="0.000000" type="none" r:blip="" blipPhldr="0" lkTxEntry="0" zOrderOff="0" hideGeom="0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 type="node">
          <dgm:prSet phldr="1"/>
        </dgm:pt>
        <dgm:pt modelId="11" type="node">
          <dgm:prSet phldr="1"/>
        </dgm:pt>
        <dgm:pt modelId="2" type="node">
          <dgm:prSet phldr="1"/>
        </dgm:pt>
        <dgm:pt modelId="21" type="node">
          <dgm:prSet phldr="1"/>
        </dgm:pt>
      </dgm:ptLst>
      <dgm:cxnLst>
        <dgm:cxn modelId="4" type="parOf" srcId="0" destId="1" srcOrd="0" destOrd="0"/>
        <dgm:cxn modelId="5" type="parOf" srcId="0" destId="2" srcOrd="1" destOrd="0"/>
        <dgm:cxn modelId="12" type="parOf" srcId="1" destId="11" srcOrd="0" destOrd="0"/>
        <dgm:cxn modelId="23" type="parOf" srcId="2" destId="21" srcOrd="0" destOrd="0"/>
      </dgm:cxnLst>
      <dgm:bg/>
      <dgm:whole/>
    </dgm:dataModel>
  </dgm:sampData>
  <dgm:style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styleData>
  <dgm:clrData>
    <dgm:dataModel>
      <dgm:ptLst>
        <dgm:pt modelId="0" type="doc"/>
        <dgm:pt modelId="1" type="node"/>
        <dgm:pt modelId="2" type="node"/>
        <dgm:pt modelId="3" type="node"/>
        <dgm:pt modelId="4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</dgm:cxnLst>
      <dgm:bg/>
      <dgm:whole/>
    </dgm:dataModel>
  </dgm:clrData>
  <dgm:layoutNode name="linear">
    <dgm:alg type="lin">
      <dgm:param type="linDir" val="fromT"/>
      <dgm:param type="vertAlign" val="mid"/>
    </dgm:alg>
    <dgm:shape rot="0.000000" type="none" r:blip="" blipPhldr="0" lkTxEntry="0" zOrderOff="0" hideGeom="0">
      <dgm:adjLst/>
    </dgm:shape>
    <dgm:presOf/>
    <dgm:constrLst>
      <dgm:constr type="w" for="ch" forName="parentText" ptType="all" refPtType="all" refType="w" refFor="self" op="none" fact="1.000000" val="0"/>
      <dgm:constr type="h" for="ch" forName="parentText" ptType="all" refPtType="all" refType="primFontSz" refFor="ch" refForName="parentText" op="none" fact="0.520000" val="0"/>
      <dgm:constr type="w" for="ch" forName="childText" ptType="all" refPtType="all" refType="w" refFor="self" op="none" fact="1.000000" val="0"/>
      <dgm:constr type="h" for="ch" forName="childText" ptType="all" refPtType="all" refType="primFontSz" refFor="ch" refForName="parentText" op="none" fact="0.460000" val="0"/>
      <dgm:constr type="h" for="ch" forName="parentText" ptType="all" refPtType="all" refType="none" refFor="self" op="equ" fact="1.000000" val="0"/>
      <dgm:constr type="primFontSz" for="ch" forName="parentText" ptType="all" refPtType="all" refType="none" refFor="self" op="equ" fact="1.000000" val="65"/>
      <dgm:constr type="primFontSz" for="ch" forName="childText" ptType="all" refPtType="all" refType="primFontSz" refFor="ch" refForName="parentText" op="equ" fact="1.000000" val="0"/>
      <dgm:constr type="h" for="ch" forName="spacer" ptType="all" refPtType="all" refType="primFontSz" refFor="ch" refForName="parentText" op="none" fact="0.080000" val="0"/>
    </dgm:constrLst>
    <dgm:ruleLst>
      <dgm:rule type="primFontSz" for="ch" forName="parentText" ptType="all" val="5" fact="NaN" max="NaN"/>
    </dgm:ruleLst>
    <dgm:varLst>
      <dgm:animLvl val="lvl"/>
      <dgm:resizeHandles val="exact"/>
    </dgm:varLst>
    <dgm:forEach name="Name0" axis="ch" ptType="node">
      <dgm:layoutNode name="parentText" styleLbl="node1">
        <dgm:alg type="tx">
          <dgm:param type="parTxLTRAlign" val="l"/>
          <dgm:param type="parTxRTLAlign" val="r"/>
        </dgm:alg>
        <dgm:shape rot="0.000000" type="roundRect" r:blip="" blipPhldr="0" lkTxEntry="0" zOrderOff="0" hideGeom="0">
          <dgm:adjLst/>
        </dgm:shape>
        <dgm:presOf axis="self"/>
        <dgm:constrLst>
          <dgm:constr type="tMarg" for="self" ptType="all" refPtType="all" refType="primFontSz" refFor="self" op="none" fact="0.300000" val="0"/>
          <dgm:constr type="bMarg" for="self" ptType="all" refPtType="all" refType="primFontSz" refFor="self" op="none" fact="0.300000" val="0"/>
          <dgm:constr type="lMarg" for="self" ptType="all" refPtType="all" refType="primFontSz" refFor="self" op="none" fact="0.300000" val="0"/>
          <dgm:constr type="rMarg" for="self" ptType="all" refPtType="all" refType="primFontSz" refFor="self" op="none" fact="0.300000" val="0"/>
        </dgm:constrLst>
        <dgm:ruleLst>
          <dgm:rule type="h" for="self" ptType="all" val="INF" fact="NaN" max="NaN"/>
        </dgm:ruleLst>
        <dgm:varLst>
          <dgm:chMax val="0"/>
          <dgm:bulletEnabled val="1"/>
        </dgm:varLst>
      </dgm:layoutNode>
      <dgm:choose name="Name1">
        <dgm:if name="Name2" axis="ch" ptType="node" func="cnt" arg="none" op="gte" val="1">
          <dgm:layoutNode name="childText" styleLbl="revTx">
            <dgm:alg type="tx">
              <dgm:param type="stBulletLvl" val="1"/>
              <dgm:param type="lnSpAfChP" val="20"/>
            </dgm:alg>
            <dgm:shape rot="0.000000" type="rect" r:blip="" blipPhldr="0" lkTxEntry="0" zOrderOff="0" hideGeom="0">
              <dgm:adjLst/>
            </dgm:shape>
            <dgm:presOf axis="des" ptType="node"/>
            <dgm:constrLst>
              <dgm:constr type="tMarg" for="self" ptType="all" refPtType="all" refType="primFontSz" refFor="self" op="none" fact="0.100000" val="0"/>
              <dgm:constr type="bMarg" for="self" ptType="all" refPtType="all" refType="primFontSz" refFor="self" op="none" fact="0.100000" val="0"/>
              <dgm:constr type="lMarg" for="self" ptType="all" refPtType="all" refType="w" refFor="self" op="none" fact="0.090000" val="0"/>
            </dgm:constrLst>
            <dgm:ruleLst>
              <dgm:rule type="h" for="self" ptType="all" val="INF" fact="NaN" max="NaN"/>
            </dgm:ruleLst>
            <dgm:varLst>
              <dgm:bulletEnabled val="1"/>
            </dgm:varLst>
          </dgm:layoutNode>
        </dgm:if>
        <dgm:else name="Name3">
          <dgm:choose name="Name4">
            <dgm:if name="Name5" axis="par ch" ptType="doc node" func="cnt" arg="none" op="gte" val="2">
              <dgm:forEach name="Name6" axis="followSib" ptType="sibTrans" cnt="1">
                <dgm:layoutNode name="spacer">
                  <dgm:alg type="sp"/>
                  <dgm:shape rot="0.000000" type="none" r:blip="" blipPhldr="0" lkTxEntry="0" zOrderOff="0" hideGeom="0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 type="node">
          <dgm:prSet phldr="1"/>
        </dgm:pt>
        <dgm:pt modelId="11" type="node">
          <dgm:prSet phldr="1"/>
        </dgm:pt>
        <dgm:pt modelId="2" type="node">
          <dgm:prSet phldr="1"/>
        </dgm:pt>
        <dgm:pt modelId="21" type="node">
          <dgm:prSet phldr="1"/>
        </dgm:pt>
      </dgm:ptLst>
      <dgm:cxnLst>
        <dgm:cxn modelId="4" type="parOf" srcId="0" destId="1" srcOrd="0" destOrd="0"/>
        <dgm:cxn modelId="5" type="parOf" srcId="0" destId="2" srcOrd="1" destOrd="0"/>
        <dgm:cxn modelId="12" type="parOf" srcId="1" destId="11" srcOrd="0" destOrd="0"/>
        <dgm:cxn modelId="23" type="parOf" srcId="2" destId="21" srcOrd="0" destOrd="0"/>
      </dgm:cxnLst>
      <dgm:bg/>
      <dgm:whole/>
    </dgm:dataModel>
  </dgm:sampData>
  <dgm:style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styleData>
  <dgm:clrData>
    <dgm:dataModel>
      <dgm:ptLst>
        <dgm:pt modelId="0" type="doc"/>
        <dgm:pt modelId="1" type="node"/>
        <dgm:pt modelId="2" type="node"/>
        <dgm:pt modelId="3" type="node"/>
        <dgm:pt modelId="4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</dgm:cxnLst>
      <dgm:bg/>
      <dgm:whole/>
    </dgm:dataModel>
  </dgm:clrData>
  <dgm:layoutNode name="linear">
    <dgm:alg type="lin">
      <dgm:param type="linDir" val="fromT"/>
      <dgm:param type="vertAlign" val="mid"/>
    </dgm:alg>
    <dgm:shape rot="0.000000" type="none" r:blip="" blipPhldr="0" lkTxEntry="0" zOrderOff="0" hideGeom="0">
      <dgm:adjLst/>
    </dgm:shape>
    <dgm:presOf/>
    <dgm:constrLst>
      <dgm:constr type="w" for="ch" forName="parentText" ptType="all" refPtType="all" refType="w" refFor="self" op="none" fact="1.000000" val="0"/>
      <dgm:constr type="h" for="ch" forName="parentText" ptType="all" refPtType="all" refType="primFontSz" refFor="ch" refForName="parentText" op="none" fact="0.520000" val="0"/>
      <dgm:constr type="w" for="ch" forName="childText" ptType="all" refPtType="all" refType="w" refFor="self" op="none" fact="1.000000" val="0"/>
      <dgm:constr type="h" for="ch" forName="childText" ptType="all" refPtType="all" refType="primFontSz" refFor="ch" refForName="parentText" op="none" fact="0.460000" val="0"/>
      <dgm:constr type="h" for="ch" forName="parentText" ptType="all" refPtType="all" refType="none" refFor="self" op="equ" fact="1.000000" val="0"/>
      <dgm:constr type="primFontSz" for="ch" forName="parentText" ptType="all" refPtType="all" refType="none" refFor="self" op="equ" fact="1.000000" val="65"/>
      <dgm:constr type="primFontSz" for="ch" forName="childText" ptType="all" refPtType="all" refType="primFontSz" refFor="ch" refForName="parentText" op="equ" fact="1.000000" val="0"/>
      <dgm:constr type="h" for="ch" forName="spacer" ptType="all" refPtType="all" refType="primFontSz" refFor="ch" refForName="parentText" op="none" fact="0.080000" val="0"/>
    </dgm:constrLst>
    <dgm:ruleLst>
      <dgm:rule type="primFontSz" for="ch" forName="parentText" ptType="all" val="5" fact="NaN" max="NaN"/>
    </dgm:ruleLst>
    <dgm:varLst>
      <dgm:animLvl val="lvl"/>
      <dgm:resizeHandles val="exact"/>
    </dgm:varLst>
    <dgm:forEach name="Name0" axis="ch" ptType="node">
      <dgm:layoutNode name="parentText" styleLbl="node1">
        <dgm:alg type="tx">
          <dgm:param type="parTxLTRAlign" val="l"/>
          <dgm:param type="parTxRTLAlign" val="r"/>
        </dgm:alg>
        <dgm:shape rot="0.000000" type="roundRect" r:blip="" blipPhldr="0" lkTxEntry="0" zOrderOff="0" hideGeom="0">
          <dgm:adjLst/>
        </dgm:shape>
        <dgm:presOf axis="self"/>
        <dgm:constrLst>
          <dgm:constr type="tMarg" for="self" ptType="all" refPtType="all" refType="primFontSz" refFor="self" op="none" fact="0.300000" val="0"/>
          <dgm:constr type="bMarg" for="self" ptType="all" refPtType="all" refType="primFontSz" refFor="self" op="none" fact="0.300000" val="0"/>
          <dgm:constr type="lMarg" for="self" ptType="all" refPtType="all" refType="primFontSz" refFor="self" op="none" fact="0.300000" val="0"/>
          <dgm:constr type="rMarg" for="self" ptType="all" refPtType="all" refType="primFontSz" refFor="self" op="none" fact="0.300000" val="0"/>
        </dgm:constrLst>
        <dgm:ruleLst>
          <dgm:rule type="h" for="self" ptType="all" val="INF" fact="NaN" max="NaN"/>
        </dgm:ruleLst>
        <dgm:varLst>
          <dgm:chMax val="0"/>
          <dgm:bulletEnabled val="1"/>
        </dgm:varLst>
      </dgm:layoutNode>
      <dgm:choose name="Name1">
        <dgm:if name="Name2" axis="ch" ptType="node" func="cnt" arg="none" op="gte" val="1">
          <dgm:layoutNode name="childText" styleLbl="revTx">
            <dgm:alg type="tx">
              <dgm:param type="stBulletLvl" val="1"/>
              <dgm:param type="lnSpAfChP" val="20"/>
            </dgm:alg>
            <dgm:shape rot="0.000000" type="rect" r:blip="" blipPhldr="0" lkTxEntry="0" zOrderOff="0" hideGeom="0">
              <dgm:adjLst/>
            </dgm:shape>
            <dgm:presOf axis="des" ptType="node"/>
            <dgm:constrLst>
              <dgm:constr type="tMarg" for="self" ptType="all" refPtType="all" refType="primFontSz" refFor="self" op="none" fact="0.100000" val="0"/>
              <dgm:constr type="bMarg" for="self" ptType="all" refPtType="all" refType="primFontSz" refFor="self" op="none" fact="0.100000" val="0"/>
              <dgm:constr type="lMarg" for="self" ptType="all" refPtType="all" refType="w" refFor="self" op="none" fact="0.090000" val="0"/>
            </dgm:constrLst>
            <dgm:ruleLst>
              <dgm:rule type="h" for="self" ptType="all" val="INF" fact="NaN" max="NaN"/>
            </dgm:ruleLst>
            <dgm:varLst>
              <dgm:bulletEnabled val="1"/>
            </dgm:varLst>
          </dgm:layoutNode>
        </dgm:if>
        <dgm:else name="Name3">
          <dgm:choose name="Name4">
            <dgm:if name="Name5" axis="par ch" ptType="doc node" func="cnt" arg="none" op="gte" val="2">
              <dgm:forEach name="Name6" axis="followSib" ptType="sibTrans" cnt="1">
                <dgm:layoutNode name="spacer">
                  <dgm:alg type="sp"/>
                  <dgm:shape rot="0.000000" type="none" r:blip="" blipPhldr="0" lkTxEntry="0" zOrderOff="0" hideGeom="0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 type="node">
          <dgm:prSet phldr="1"/>
        </dgm:pt>
        <dgm:pt modelId="11" type="node">
          <dgm:prSet phldr="1"/>
        </dgm:pt>
        <dgm:pt modelId="2" type="node">
          <dgm:prSet phldr="1"/>
        </dgm:pt>
        <dgm:pt modelId="21" type="node">
          <dgm:prSet phldr="1"/>
        </dgm:pt>
      </dgm:ptLst>
      <dgm:cxnLst>
        <dgm:cxn modelId="4" type="parOf" srcId="0" destId="1" srcOrd="0" destOrd="0"/>
        <dgm:cxn modelId="5" type="parOf" srcId="0" destId="2" srcOrd="1" destOrd="0"/>
        <dgm:cxn modelId="12" type="parOf" srcId="1" destId="11" srcOrd="0" destOrd="0"/>
        <dgm:cxn modelId="23" type="parOf" srcId="2" destId="21" srcOrd="0" destOrd="0"/>
      </dgm:cxnLst>
      <dgm:bg/>
      <dgm:whole/>
    </dgm:dataModel>
  </dgm:sampData>
  <dgm:style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styleData>
  <dgm:clrData>
    <dgm:dataModel>
      <dgm:ptLst>
        <dgm:pt modelId="0" type="doc"/>
        <dgm:pt modelId="1" type="node"/>
        <dgm:pt modelId="2" type="node"/>
        <dgm:pt modelId="3" type="node"/>
        <dgm:pt modelId="4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</dgm:cxnLst>
      <dgm:bg/>
      <dgm:whole/>
    </dgm:dataModel>
  </dgm:clrData>
  <dgm:layoutNode name="linear">
    <dgm:alg type="lin">
      <dgm:param type="linDir" val="fromT"/>
      <dgm:param type="vertAlign" val="mid"/>
    </dgm:alg>
    <dgm:shape rot="0.000000" type="none" r:blip="" blipPhldr="0" lkTxEntry="0" zOrderOff="0" hideGeom="0">
      <dgm:adjLst/>
    </dgm:shape>
    <dgm:presOf/>
    <dgm:constrLst>
      <dgm:constr type="w" for="ch" forName="parentText" ptType="all" refPtType="all" refType="w" refFor="self" op="none" fact="1.000000" val="0"/>
      <dgm:constr type="h" for="ch" forName="parentText" ptType="all" refPtType="all" refType="primFontSz" refFor="ch" refForName="parentText" op="none" fact="0.520000" val="0"/>
      <dgm:constr type="w" for="ch" forName="childText" ptType="all" refPtType="all" refType="w" refFor="self" op="none" fact="1.000000" val="0"/>
      <dgm:constr type="h" for="ch" forName="childText" ptType="all" refPtType="all" refType="primFontSz" refFor="ch" refForName="parentText" op="none" fact="0.460000" val="0"/>
      <dgm:constr type="h" for="ch" forName="parentText" ptType="all" refPtType="all" refType="none" refFor="self" op="equ" fact="1.000000" val="0"/>
      <dgm:constr type="primFontSz" for="ch" forName="parentText" ptType="all" refPtType="all" refType="none" refFor="self" op="equ" fact="1.000000" val="65"/>
      <dgm:constr type="primFontSz" for="ch" forName="childText" ptType="all" refPtType="all" refType="primFontSz" refFor="ch" refForName="parentText" op="equ" fact="1.000000" val="0"/>
      <dgm:constr type="h" for="ch" forName="spacer" ptType="all" refPtType="all" refType="primFontSz" refFor="ch" refForName="parentText" op="none" fact="0.080000" val="0"/>
    </dgm:constrLst>
    <dgm:ruleLst>
      <dgm:rule type="primFontSz" for="ch" forName="parentText" ptType="all" val="5" fact="NaN" max="NaN"/>
    </dgm:ruleLst>
    <dgm:varLst>
      <dgm:animLvl val="lvl"/>
      <dgm:resizeHandles val="exact"/>
    </dgm:varLst>
    <dgm:forEach name="Name0" axis="ch" ptType="node">
      <dgm:layoutNode name="parentText" styleLbl="node1">
        <dgm:alg type="tx">
          <dgm:param type="parTxLTRAlign" val="l"/>
          <dgm:param type="parTxRTLAlign" val="r"/>
        </dgm:alg>
        <dgm:shape rot="0.000000" type="roundRect" r:blip="" blipPhldr="0" lkTxEntry="0" zOrderOff="0" hideGeom="0">
          <dgm:adjLst/>
        </dgm:shape>
        <dgm:presOf axis="self"/>
        <dgm:constrLst>
          <dgm:constr type="tMarg" for="self" ptType="all" refPtType="all" refType="primFontSz" refFor="self" op="none" fact="0.300000" val="0"/>
          <dgm:constr type="bMarg" for="self" ptType="all" refPtType="all" refType="primFontSz" refFor="self" op="none" fact="0.300000" val="0"/>
          <dgm:constr type="lMarg" for="self" ptType="all" refPtType="all" refType="primFontSz" refFor="self" op="none" fact="0.300000" val="0"/>
          <dgm:constr type="rMarg" for="self" ptType="all" refPtType="all" refType="primFontSz" refFor="self" op="none" fact="0.300000" val="0"/>
        </dgm:constrLst>
        <dgm:ruleLst>
          <dgm:rule type="h" for="self" ptType="all" val="INF" fact="NaN" max="NaN"/>
        </dgm:ruleLst>
        <dgm:varLst>
          <dgm:chMax val="0"/>
          <dgm:bulletEnabled val="1"/>
        </dgm:varLst>
      </dgm:layoutNode>
      <dgm:choose name="Name1">
        <dgm:if name="Name2" axis="ch" ptType="node" func="cnt" arg="none" op="gte" val="1">
          <dgm:layoutNode name="childText" styleLbl="revTx">
            <dgm:alg type="tx">
              <dgm:param type="stBulletLvl" val="1"/>
              <dgm:param type="lnSpAfChP" val="20"/>
            </dgm:alg>
            <dgm:shape rot="0.000000" type="rect" r:blip="" blipPhldr="0" lkTxEntry="0" zOrderOff="0" hideGeom="0">
              <dgm:adjLst/>
            </dgm:shape>
            <dgm:presOf axis="des" ptType="node"/>
            <dgm:constrLst>
              <dgm:constr type="tMarg" for="self" ptType="all" refPtType="all" refType="primFontSz" refFor="self" op="none" fact="0.100000" val="0"/>
              <dgm:constr type="bMarg" for="self" ptType="all" refPtType="all" refType="primFontSz" refFor="self" op="none" fact="0.100000" val="0"/>
              <dgm:constr type="lMarg" for="self" ptType="all" refPtType="all" refType="w" refFor="self" op="none" fact="0.090000" val="0"/>
            </dgm:constrLst>
            <dgm:ruleLst>
              <dgm:rule type="h" for="self" ptType="all" val="INF" fact="NaN" max="NaN"/>
            </dgm:ruleLst>
            <dgm:varLst>
              <dgm:bulletEnabled val="1"/>
            </dgm:varLst>
          </dgm:layoutNode>
        </dgm:if>
        <dgm:else name="Name3">
          <dgm:choose name="Name4">
            <dgm:if name="Name5" axis="par ch" ptType="doc node" func="cnt" arg="none" op="gte" val="2">
              <dgm:forEach name="Name6" axis="followSib" ptType="sibTrans" cnt="1">
                <dgm:layoutNode name="spacer">
                  <dgm:alg type="sp"/>
                  <dgm:shape rot="0.000000" type="none" r:blip="" blipPhldr="0" lkTxEntry="0" zOrderOff="0" hideGeom="0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 type="node">
          <dgm:prSet phldr="1"/>
        </dgm:pt>
        <dgm:pt modelId="11" type="node">
          <dgm:prSet phldr="1"/>
        </dgm:pt>
        <dgm:pt modelId="2" type="node">
          <dgm:prSet phldr="1"/>
        </dgm:pt>
        <dgm:pt modelId="21" type="node">
          <dgm:prSet phldr="1"/>
        </dgm:pt>
      </dgm:ptLst>
      <dgm:cxnLst>
        <dgm:cxn modelId="4" type="parOf" srcId="0" destId="1" srcOrd="0" destOrd="0"/>
        <dgm:cxn modelId="5" type="parOf" srcId="0" destId="2" srcOrd="1" destOrd="0"/>
        <dgm:cxn modelId="12" type="parOf" srcId="1" destId="11" srcOrd="0" destOrd="0"/>
        <dgm:cxn modelId="23" type="parOf" srcId="2" destId="21" srcOrd="0" destOrd="0"/>
      </dgm:cxnLst>
      <dgm:bg/>
      <dgm:whole/>
    </dgm:dataModel>
  </dgm:sampData>
  <dgm:style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styleData>
  <dgm:clrData>
    <dgm:dataModel>
      <dgm:ptLst>
        <dgm:pt modelId="0" type="doc"/>
        <dgm:pt modelId="1" type="node"/>
        <dgm:pt modelId="2" type="node"/>
        <dgm:pt modelId="3" type="node"/>
        <dgm:pt modelId="4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</dgm:cxnLst>
      <dgm:bg/>
      <dgm:whole/>
    </dgm:dataModel>
  </dgm:clrData>
  <dgm:layoutNode name="linear">
    <dgm:alg type="lin">
      <dgm:param type="linDir" val="fromT"/>
      <dgm:param type="vertAlign" val="mid"/>
    </dgm:alg>
    <dgm:shape rot="0.000000" type="none" r:blip="" blipPhldr="0" lkTxEntry="0" zOrderOff="0" hideGeom="0">
      <dgm:adjLst/>
    </dgm:shape>
    <dgm:presOf/>
    <dgm:constrLst>
      <dgm:constr type="w" for="ch" forName="parentText" ptType="all" refPtType="all" refType="w" refFor="self" op="none" fact="1.000000" val="0"/>
      <dgm:constr type="h" for="ch" forName="parentText" ptType="all" refPtType="all" refType="primFontSz" refFor="ch" refForName="parentText" op="none" fact="0.520000" val="0"/>
      <dgm:constr type="w" for="ch" forName="childText" ptType="all" refPtType="all" refType="w" refFor="self" op="none" fact="1.000000" val="0"/>
      <dgm:constr type="h" for="ch" forName="childText" ptType="all" refPtType="all" refType="primFontSz" refFor="ch" refForName="parentText" op="none" fact="0.460000" val="0"/>
      <dgm:constr type="h" for="ch" forName="parentText" ptType="all" refPtType="all" refType="none" refFor="self" op="equ" fact="1.000000" val="0"/>
      <dgm:constr type="primFontSz" for="ch" forName="parentText" ptType="all" refPtType="all" refType="none" refFor="self" op="equ" fact="1.000000" val="65"/>
      <dgm:constr type="primFontSz" for="ch" forName="childText" ptType="all" refPtType="all" refType="primFontSz" refFor="ch" refForName="parentText" op="equ" fact="1.000000" val="0"/>
      <dgm:constr type="h" for="ch" forName="spacer" ptType="all" refPtType="all" refType="primFontSz" refFor="ch" refForName="parentText" op="none" fact="0.080000" val="0"/>
    </dgm:constrLst>
    <dgm:ruleLst>
      <dgm:rule type="primFontSz" for="ch" forName="parentText" ptType="all" val="5" fact="NaN" max="NaN"/>
    </dgm:ruleLst>
    <dgm:varLst>
      <dgm:animLvl val="lvl"/>
      <dgm:resizeHandles val="exact"/>
    </dgm:varLst>
    <dgm:forEach name="Name0" axis="ch" ptType="node">
      <dgm:layoutNode name="parentText" styleLbl="node1">
        <dgm:alg type="tx">
          <dgm:param type="parTxLTRAlign" val="l"/>
          <dgm:param type="parTxRTLAlign" val="r"/>
        </dgm:alg>
        <dgm:shape rot="0.000000" type="roundRect" r:blip="" blipPhldr="0" lkTxEntry="0" zOrderOff="0" hideGeom="0">
          <dgm:adjLst/>
        </dgm:shape>
        <dgm:presOf axis="self"/>
        <dgm:constrLst>
          <dgm:constr type="tMarg" for="self" ptType="all" refPtType="all" refType="primFontSz" refFor="self" op="none" fact="0.300000" val="0"/>
          <dgm:constr type="bMarg" for="self" ptType="all" refPtType="all" refType="primFontSz" refFor="self" op="none" fact="0.300000" val="0"/>
          <dgm:constr type="lMarg" for="self" ptType="all" refPtType="all" refType="primFontSz" refFor="self" op="none" fact="0.300000" val="0"/>
          <dgm:constr type="rMarg" for="self" ptType="all" refPtType="all" refType="primFontSz" refFor="self" op="none" fact="0.300000" val="0"/>
        </dgm:constrLst>
        <dgm:ruleLst>
          <dgm:rule type="h" for="self" ptType="all" val="INF" fact="NaN" max="NaN"/>
        </dgm:ruleLst>
        <dgm:varLst>
          <dgm:chMax val="0"/>
          <dgm:bulletEnabled val="1"/>
        </dgm:varLst>
      </dgm:layoutNode>
      <dgm:choose name="Name1">
        <dgm:if name="Name2" axis="ch" ptType="node" func="cnt" arg="none" op="gte" val="1">
          <dgm:layoutNode name="childText" styleLbl="revTx">
            <dgm:alg type="tx">
              <dgm:param type="stBulletLvl" val="1"/>
              <dgm:param type="lnSpAfChP" val="20"/>
            </dgm:alg>
            <dgm:shape rot="0.000000" type="rect" r:blip="" blipPhldr="0" lkTxEntry="0" zOrderOff="0" hideGeom="0">
              <dgm:adjLst/>
            </dgm:shape>
            <dgm:presOf axis="des" ptType="node"/>
            <dgm:constrLst>
              <dgm:constr type="tMarg" for="self" ptType="all" refPtType="all" refType="primFontSz" refFor="self" op="none" fact="0.100000" val="0"/>
              <dgm:constr type="bMarg" for="self" ptType="all" refPtType="all" refType="primFontSz" refFor="self" op="none" fact="0.100000" val="0"/>
              <dgm:constr type="lMarg" for="self" ptType="all" refPtType="all" refType="w" refFor="self" op="none" fact="0.090000" val="0"/>
            </dgm:constrLst>
            <dgm:ruleLst>
              <dgm:rule type="h" for="self" ptType="all" val="INF" fact="NaN" max="NaN"/>
            </dgm:ruleLst>
            <dgm:varLst>
              <dgm:bulletEnabled val="1"/>
            </dgm:varLst>
          </dgm:layoutNode>
        </dgm:if>
        <dgm:else name="Name3">
          <dgm:choose name="Name4">
            <dgm:if name="Name5" axis="par ch" ptType="doc node" func="cnt" arg="none" op="gte" val="2">
              <dgm:forEach name="Name6" axis="followSib" ptType="sibTrans" cnt="1">
                <dgm:layoutNode name="spacer">
                  <dgm:alg type="sp"/>
                  <dgm:shape rot="0.000000" type="none" r:blip="" blipPhldr="0" lkTxEntry="0" zOrderOff="0" hideGeom="0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 type="node">
          <dgm:prSet phldr="1"/>
        </dgm:pt>
        <dgm:pt modelId="11" type="node">
          <dgm:prSet phldr="1"/>
        </dgm:pt>
        <dgm:pt modelId="2" type="node">
          <dgm:prSet phldr="1"/>
        </dgm:pt>
        <dgm:pt modelId="21" type="node">
          <dgm:prSet phldr="1"/>
        </dgm:pt>
      </dgm:ptLst>
      <dgm:cxnLst>
        <dgm:cxn modelId="4" type="parOf" srcId="0" destId="1" srcOrd="0" destOrd="0"/>
        <dgm:cxn modelId="5" type="parOf" srcId="0" destId="2" srcOrd="1" destOrd="0"/>
        <dgm:cxn modelId="12" type="parOf" srcId="1" destId="11" srcOrd="0" destOrd="0"/>
        <dgm:cxn modelId="23" type="parOf" srcId="2" destId="21" srcOrd="0" destOrd="0"/>
      </dgm:cxnLst>
      <dgm:bg/>
      <dgm:whole/>
    </dgm:dataModel>
  </dgm:sampData>
  <dgm:style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styleData>
  <dgm:clrData>
    <dgm:dataModel>
      <dgm:ptLst>
        <dgm:pt modelId="0" type="doc"/>
        <dgm:pt modelId="1" type="node"/>
        <dgm:pt modelId="2" type="node"/>
        <dgm:pt modelId="3" type="node"/>
        <dgm:pt modelId="4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</dgm:cxnLst>
      <dgm:bg/>
      <dgm:whole/>
    </dgm:dataModel>
  </dgm:clrData>
  <dgm:layoutNode name="linear">
    <dgm:alg type="lin">
      <dgm:param type="linDir" val="fromT"/>
      <dgm:param type="vertAlign" val="mid"/>
    </dgm:alg>
    <dgm:shape rot="0.000000" type="none" r:blip="" blipPhldr="0" lkTxEntry="0" zOrderOff="0" hideGeom="0">
      <dgm:adjLst/>
    </dgm:shape>
    <dgm:presOf/>
    <dgm:constrLst>
      <dgm:constr type="w" for="ch" forName="parentText" ptType="all" refPtType="all" refType="w" refFor="self" op="none" fact="1.000000" val="0"/>
      <dgm:constr type="h" for="ch" forName="parentText" ptType="all" refPtType="all" refType="primFontSz" refFor="ch" refForName="parentText" op="none" fact="0.520000" val="0"/>
      <dgm:constr type="w" for="ch" forName="childText" ptType="all" refPtType="all" refType="w" refFor="self" op="none" fact="1.000000" val="0"/>
      <dgm:constr type="h" for="ch" forName="childText" ptType="all" refPtType="all" refType="primFontSz" refFor="ch" refForName="parentText" op="none" fact="0.460000" val="0"/>
      <dgm:constr type="h" for="ch" forName="parentText" ptType="all" refPtType="all" refType="none" refFor="self" op="equ" fact="1.000000" val="0"/>
      <dgm:constr type="primFontSz" for="ch" forName="parentText" ptType="all" refPtType="all" refType="none" refFor="self" op="equ" fact="1.000000" val="65"/>
      <dgm:constr type="primFontSz" for="ch" forName="childText" ptType="all" refPtType="all" refType="primFontSz" refFor="ch" refForName="parentText" op="equ" fact="1.000000" val="0"/>
      <dgm:constr type="h" for="ch" forName="spacer" ptType="all" refPtType="all" refType="primFontSz" refFor="ch" refForName="parentText" op="none" fact="0.080000" val="0"/>
    </dgm:constrLst>
    <dgm:ruleLst>
      <dgm:rule type="primFontSz" for="ch" forName="parentText" ptType="all" val="5" fact="NaN" max="NaN"/>
    </dgm:ruleLst>
    <dgm:varLst>
      <dgm:animLvl val="lvl"/>
      <dgm:resizeHandles val="exact"/>
    </dgm:varLst>
    <dgm:forEach name="Name0" axis="ch" ptType="node">
      <dgm:layoutNode name="parentText" styleLbl="node1">
        <dgm:alg type="tx">
          <dgm:param type="parTxLTRAlign" val="l"/>
          <dgm:param type="parTxRTLAlign" val="r"/>
        </dgm:alg>
        <dgm:shape rot="0.000000" type="roundRect" r:blip="" blipPhldr="0" lkTxEntry="0" zOrderOff="0" hideGeom="0">
          <dgm:adjLst/>
        </dgm:shape>
        <dgm:presOf axis="self"/>
        <dgm:constrLst>
          <dgm:constr type="tMarg" for="self" ptType="all" refPtType="all" refType="primFontSz" refFor="self" op="none" fact="0.300000" val="0"/>
          <dgm:constr type="bMarg" for="self" ptType="all" refPtType="all" refType="primFontSz" refFor="self" op="none" fact="0.300000" val="0"/>
          <dgm:constr type="lMarg" for="self" ptType="all" refPtType="all" refType="primFontSz" refFor="self" op="none" fact="0.300000" val="0"/>
          <dgm:constr type="rMarg" for="self" ptType="all" refPtType="all" refType="primFontSz" refFor="self" op="none" fact="0.300000" val="0"/>
        </dgm:constrLst>
        <dgm:ruleLst>
          <dgm:rule type="h" for="self" ptType="all" val="INF" fact="NaN" max="NaN"/>
        </dgm:ruleLst>
        <dgm:varLst>
          <dgm:chMax val="0"/>
          <dgm:bulletEnabled val="1"/>
        </dgm:varLst>
      </dgm:layoutNode>
      <dgm:choose name="Name1">
        <dgm:if name="Name2" axis="ch" ptType="node" func="cnt" arg="none" op="gte" val="1">
          <dgm:layoutNode name="childText" styleLbl="revTx">
            <dgm:alg type="tx">
              <dgm:param type="stBulletLvl" val="1"/>
              <dgm:param type="lnSpAfChP" val="20"/>
            </dgm:alg>
            <dgm:shape rot="0.000000" type="rect" r:blip="" blipPhldr="0" lkTxEntry="0" zOrderOff="0" hideGeom="0">
              <dgm:adjLst/>
            </dgm:shape>
            <dgm:presOf axis="des" ptType="node"/>
            <dgm:constrLst>
              <dgm:constr type="tMarg" for="self" ptType="all" refPtType="all" refType="primFontSz" refFor="self" op="none" fact="0.100000" val="0"/>
              <dgm:constr type="bMarg" for="self" ptType="all" refPtType="all" refType="primFontSz" refFor="self" op="none" fact="0.100000" val="0"/>
              <dgm:constr type="lMarg" for="self" ptType="all" refPtType="all" refType="w" refFor="self" op="none" fact="0.090000" val="0"/>
            </dgm:constrLst>
            <dgm:ruleLst>
              <dgm:rule type="h" for="self" ptType="all" val="INF" fact="NaN" max="NaN"/>
            </dgm:ruleLst>
            <dgm:varLst>
              <dgm:bulletEnabled val="1"/>
            </dgm:varLst>
          </dgm:layoutNode>
        </dgm:if>
        <dgm:else name="Name3">
          <dgm:choose name="Name4">
            <dgm:if name="Name5" axis="par ch" ptType="doc node" func="cnt" arg="none" op="gte" val="2">
              <dgm:forEach name="Name6" axis="followSib" ptType="sibTrans" cnt="1">
                <dgm:layoutNode name="spacer">
                  <dgm:alg type="sp"/>
                  <dgm:shape rot="0.000000" type="none" r:blip="" blipPhldr="0" lkTxEntry="0" zOrderOff="0" hideGeom="0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 type="node">
          <dgm:prSet phldr="1"/>
        </dgm:pt>
        <dgm:pt modelId="11" type="node">
          <dgm:prSet phldr="1"/>
        </dgm:pt>
        <dgm:pt modelId="2" type="node">
          <dgm:prSet phldr="1"/>
        </dgm:pt>
        <dgm:pt modelId="21" type="node">
          <dgm:prSet phldr="1"/>
        </dgm:pt>
      </dgm:ptLst>
      <dgm:cxnLst>
        <dgm:cxn modelId="4" type="parOf" srcId="0" destId="1" srcOrd="0" destOrd="0"/>
        <dgm:cxn modelId="5" type="parOf" srcId="0" destId="2" srcOrd="1" destOrd="0"/>
        <dgm:cxn modelId="12" type="parOf" srcId="1" destId="11" srcOrd="0" destOrd="0"/>
        <dgm:cxn modelId="23" type="parOf" srcId="2" destId="21" srcOrd="0" destOrd="0"/>
      </dgm:cxnLst>
      <dgm:bg/>
      <dgm:whole/>
    </dgm:dataModel>
  </dgm:sampData>
  <dgm:style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styleData>
  <dgm:clrData>
    <dgm:dataModel>
      <dgm:ptLst>
        <dgm:pt modelId="0" type="doc"/>
        <dgm:pt modelId="1" type="node"/>
        <dgm:pt modelId="2" type="node"/>
        <dgm:pt modelId="3" type="node"/>
        <dgm:pt modelId="4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</dgm:cxnLst>
      <dgm:bg/>
      <dgm:whole/>
    </dgm:dataModel>
  </dgm:clrData>
  <dgm:layoutNode name="linear">
    <dgm:alg type="lin">
      <dgm:param type="linDir" val="fromT"/>
      <dgm:param type="vertAlign" val="mid"/>
    </dgm:alg>
    <dgm:shape rot="0.000000" type="none" r:blip="" blipPhldr="0" lkTxEntry="0" zOrderOff="0" hideGeom="0">
      <dgm:adjLst/>
    </dgm:shape>
    <dgm:presOf/>
    <dgm:constrLst>
      <dgm:constr type="w" for="ch" forName="parentText" ptType="all" refPtType="all" refType="w" refFor="self" op="none" fact="1.000000" val="0"/>
      <dgm:constr type="h" for="ch" forName="parentText" ptType="all" refPtType="all" refType="primFontSz" refFor="ch" refForName="parentText" op="none" fact="0.520000" val="0"/>
      <dgm:constr type="w" for="ch" forName="childText" ptType="all" refPtType="all" refType="w" refFor="self" op="none" fact="1.000000" val="0"/>
      <dgm:constr type="h" for="ch" forName="childText" ptType="all" refPtType="all" refType="primFontSz" refFor="ch" refForName="parentText" op="none" fact="0.460000" val="0"/>
      <dgm:constr type="h" for="ch" forName="parentText" ptType="all" refPtType="all" refType="none" refFor="self" op="equ" fact="1.000000" val="0"/>
      <dgm:constr type="primFontSz" for="ch" forName="parentText" ptType="all" refPtType="all" refType="none" refFor="self" op="equ" fact="1.000000" val="65"/>
      <dgm:constr type="primFontSz" for="ch" forName="childText" ptType="all" refPtType="all" refType="primFontSz" refFor="ch" refForName="parentText" op="equ" fact="1.000000" val="0"/>
      <dgm:constr type="h" for="ch" forName="spacer" ptType="all" refPtType="all" refType="primFontSz" refFor="ch" refForName="parentText" op="none" fact="0.080000" val="0"/>
    </dgm:constrLst>
    <dgm:ruleLst>
      <dgm:rule type="primFontSz" for="ch" forName="parentText" ptType="all" val="5" fact="NaN" max="NaN"/>
    </dgm:ruleLst>
    <dgm:varLst>
      <dgm:animLvl val="lvl"/>
      <dgm:resizeHandles val="exact"/>
    </dgm:varLst>
    <dgm:forEach name="Name0" axis="ch" ptType="node">
      <dgm:layoutNode name="parentText" styleLbl="node1">
        <dgm:alg type="tx">
          <dgm:param type="parTxLTRAlign" val="l"/>
          <dgm:param type="parTxRTLAlign" val="r"/>
        </dgm:alg>
        <dgm:shape rot="0.000000" type="roundRect" r:blip="" blipPhldr="0" lkTxEntry="0" zOrderOff="0" hideGeom="0">
          <dgm:adjLst/>
        </dgm:shape>
        <dgm:presOf axis="self"/>
        <dgm:constrLst>
          <dgm:constr type="tMarg" for="self" ptType="all" refPtType="all" refType="primFontSz" refFor="self" op="none" fact="0.300000" val="0"/>
          <dgm:constr type="bMarg" for="self" ptType="all" refPtType="all" refType="primFontSz" refFor="self" op="none" fact="0.300000" val="0"/>
          <dgm:constr type="lMarg" for="self" ptType="all" refPtType="all" refType="primFontSz" refFor="self" op="none" fact="0.300000" val="0"/>
          <dgm:constr type="rMarg" for="self" ptType="all" refPtType="all" refType="primFontSz" refFor="self" op="none" fact="0.300000" val="0"/>
        </dgm:constrLst>
        <dgm:ruleLst>
          <dgm:rule type="h" for="self" ptType="all" val="INF" fact="NaN" max="NaN"/>
        </dgm:ruleLst>
        <dgm:varLst>
          <dgm:chMax val="0"/>
          <dgm:bulletEnabled val="1"/>
        </dgm:varLst>
      </dgm:layoutNode>
      <dgm:choose name="Name1">
        <dgm:if name="Name2" axis="ch" ptType="node" func="cnt" arg="none" op="gte" val="1">
          <dgm:layoutNode name="childText" styleLbl="revTx">
            <dgm:alg type="tx">
              <dgm:param type="stBulletLvl" val="1"/>
              <dgm:param type="lnSpAfChP" val="20"/>
            </dgm:alg>
            <dgm:shape rot="0.000000" type="rect" r:blip="" blipPhldr="0" lkTxEntry="0" zOrderOff="0" hideGeom="0">
              <dgm:adjLst/>
            </dgm:shape>
            <dgm:presOf axis="des" ptType="node"/>
            <dgm:constrLst>
              <dgm:constr type="tMarg" for="self" ptType="all" refPtType="all" refType="primFontSz" refFor="self" op="none" fact="0.100000" val="0"/>
              <dgm:constr type="bMarg" for="self" ptType="all" refPtType="all" refType="primFontSz" refFor="self" op="none" fact="0.100000" val="0"/>
              <dgm:constr type="lMarg" for="self" ptType="all" refPtType="all" refType="w" refFor="self" op="none" fact="0.090000" val="0"/>
            </dgm:constrLst>
            <dgm:ruleLst>
              <dgm:rule type="h" for="self" ptType="all" val="INF" fact="NaN" max="NaN"/>
            </dgm:ruleLst>
            <dgm:varLst>
              <dgm:bulletEnabled val="1"/>
            </dgm:varLst>
          </dgm:layoutNode>
        </dgm:if>
        <dgm:else name="Name3">
          <dgm:choose name="Name4">
            <dgm:if name="Name5" axis="par ch" ptType="doc node" func="cnt" arg="none" op="gte" val="2">
              <dgm:forEach name="Name6" axis="followSib" ptType="sibTrans" cnt="1">
                <dgm:layoutNode name="spacer">
                  <dgm:alg type="sp"/>
                  <dgm:shape rot="0.000000" type="none" r:blip="" blipPhldr="0" lkTxEntry="0" zOrderOff="0" hideGeom="0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98235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7683442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742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5140075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44847365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1689755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600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09709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6808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8E3BF6-DE6D-E085-5612-C03185C440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29208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29221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1137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ECD922-2EF0-0463-5496-B66F29A41F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40762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81325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07297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880C4B-9C24-2D9F-EF66-5A8C187359D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36480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22795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1736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B2E8AF-E6D4-62CC-4EBC-D07AD5396C8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48715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5781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6746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400DC4-4B47-D009-A617-AFC1C4547D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4509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12883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6368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8FAC49-F516-18DB-B16F-C656B2CC0B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05383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6533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4491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0CFD4E-B507-0FA7-558D-AE6C034A22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79649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34980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24967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CC1D17-4973-EEA0-0529-925EB285A4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66238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44440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7751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8E78B1-DBAC-F500-C48C-6BE56AEE29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71423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033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1431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3890B6-09DB-4C6B-65FB-0DE12245CE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1301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107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6202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06C225-712C-671F-894A-E51A940C02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17465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02172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373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6C8B48-8AE5-FBFF-6E32-E347BF5672F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5620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43647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30665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373485-9A99-BD1E-7D2F-E839310D45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59278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22475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0685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0825A1-7A18-CABB-F9BB-460878D70CA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66056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90890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4313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7169FF-8732-314E-BC01-F540BA6EB3D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1688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24085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637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9962BC-7E8C-EA46-A3F9-E6CC2D7E9F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65743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5513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0113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DCBC0C-4461-C70D-BBB1-122153E129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6024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3861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35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53EB30-CCFE-ACF0-E82D-C4D207D0FA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a tito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010130" name="Titolo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2060677820" name="Sottotitolo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it-IT"/>
              <a:t>Fare clic per modificare lo stile del sottotitolo dello schema</a:t>
            </a:r>
            <a:endParaRPr/>
          </a:p>
        </p:txBody>
      </p:sp>
      <p:sp>
        <p:nvSpPr>
          <p:cNvPr id="375534404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466A10C-AE68-4E1D-A3DB-DEC87F81CBCA}" type="datetimeFigureOut">
              <a:rPr lang="it-IT"/>
              <a:t>23/01/2024</a:t>
            </a:fld>
            <a:endParaRPr lang="it-IT"/>
          </a:p>
        </p:txBody>
      </p:sp>
      <p:sp>
        <p:nvSpPr>
          <p:cNvPr id="760931720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335175810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0A026B-00A9-4AF8-BD1D-E30F9A1E91C0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olo e contenu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547981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954376592" name="Segnaposto contenut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it-IT"/>
              <a:t>Fare clic per modificare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430994928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466A10C-AE68-4E1D-A3DB-DEC87F81CBCA}" type="datetimeFigureOut">
              <a:rPr lang="it-IT"/>
              <a:t>23/01/2024</a:t>
            </a:fld>
            <a:endParaRPr lang="it-IT"/>
          </a:p>
        </p:txBody>
      </p:sp>
      <p:sp>
        <p:nvSpPr>
          <p:cNvPr id="1745627272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427017194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0A026B-00A9-4AF8-BD1D-E30F9A1E91C0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Intestazione sezion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3520109" name="Titolo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1014408318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it-IT"/>
              <a:t>Fare clic per modificare gli stili del testo dello schema</a:t>
            </a:r>
            <a:endParaRPr/>
          </a:p>
        </p:txBody>
      </p:sp>
      <p:sp>
        <p:nvSpPr>
          <p:cNvPr id="1343723817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466A10C-AE68-4E1D-A3DB-DEC87F81CBCA}" type="datetimeFigureOut">
              <a:rPr lang="it-IT"/>
              <a:t>23/01/2024</a:t>
            </a:fld>
            <a:endParaRPr lang="it-IT"/>
          </a:p>
        </p:txBody>
      </p:sp>
      <p:sp>
        <p:nvSpPr>
          <p:cNvPr id="265009841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388432241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0A026B-00A9-4AF8-BD1D-E30F9A1E91C0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ue contenuti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7564563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301322448" name="Segnaposto contenuto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it-IT"/>
              <a:t>Fare clic per modificare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1180951240" name="Segnaposto contenuto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it-IT"/>
              <a:t>Fare clic per modificare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374812137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466A10C-AE68-4E1D-A3DB-DEC87F81CBCA}" type="datetimeFigureOut">
              <a:rPr lang="it-IT"/>
              <a:t>23/01/2024</a:t>
            </a:fld>
            <a:endParaRPr lang="it-IT"/>
          </a:p>
        </p:txBody>
      </p:sp>
      <p:sp>
        <p:nvSpPr>
          <p:cNvPr id="1392775471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53076386" name="Segnaposto numero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0A026B-00A9-4AF8-BD1D-E30F9A1E91C0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nfron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746842" name="Titolo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1963351719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it-IT"/>
              <a:t>Fare clic per modificare gli stili del testo dello schema</a:t>
            </a:r>
            <a:endParaRPr/>
          </a:p>
        </p:txBody>
      </p:sp>
      <p:sp>
        <p:nvSpPr>
          <p:cNvPr id="2099772091" name="Segnaposto contenuto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it-IT"/>
              <a:t>Fare clic per modificare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1121048220" name="Segnaposto testo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it-IT"/>
              <a:t>Fare clic per modificare gli stili del testo dello schema</a:t>
            </a:r>
            <a:endParaRPr/>
          </a:p>
        </p:txBody>
      </p:sp>
      <p:sp>
        <p:nvSpPr>
          <p:cNvPr id="1491151812" name="Segnaposto contenuto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it-IT"/>
              <a:t>Fare clic per modificare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1801270718" name="Segnaposto data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466A10C-AE68-4E1D-A3DB-DEC87F81CBCA}" type="datetimeFigureOut">
              <a:rPr lang="it-IT"/>
              <a:t>23/01/2024</a:t>
            </a:fld>
            <a:endParaRPr lang="it-IT"/>
          </a:p>
        </p:txBody>
      </p:sp>
      <p:sp>
        <p:nvSpPr>
          <p:cNvPr id="663175540" name="Segnaposto piè di pagina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083497133" name="Segnaposto numero diapositiva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0A026B-00A9-4AF8-BD1D-E30F9A1E91C0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Solo tito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786060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1973928789" name="Segnaposto data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466A10C-AE68-4E1D-A3DB-DEC87F81CBCA}" type="datetimeFigureOut">
              <a:rPr lang="it-IT"/>
              <a:t>23/01/2024</a:t>
            </a:fld>
            <a:endParaRPr lang="it-IT"/>
          </a:p>
        </p:txBody>
      </p:sp>
      <p:sp>
        <p:nvSpPr>
          <p:cNvPr id="704665519" name="Segnaposto piè di pagina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096845888" name="Segnaposto numero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0A026B-00A9-4AF8-BD1D-E30F9A1E91C0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uot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7356552" name="Segnaposto data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466A10C-AE68-4E1D-A3DB-DEC87F81CBCA}" type="datetimeFigureOut">
              <a:rPr lang="it-IT"/>
              <a:t>23/01/2024</a:t>
            </a:fld>
            <a:endParaRPr lang="it-IT"/>
          </a:p>
        </p:txBody>
      </p:sp>
      <p:sp>
        <p:nvSpPr>
          <p:cNvPr id="1812177417" name="Segnaposto piè di pagina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508378260" name="Segnaposto numero diapositiva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0A026B-00A9-4AF8-BD1D-E30F9A1E91C0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to con didascali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3201022" name="Tito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976863866" name="Segnaposto contenuto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it-IT"/>
              <a:t>Fare clic per modificare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590085201" name="Segnaposto tes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it-IT"/>
              <a:t>Fare clic per modificare gli stili del testo dello schema</a:t>
            </a:r>
            <a:endParaRPr/>
          </a:p>
        </p:txBody>
      </p:sp>
      <p:sp>
        <p:nvSpPr>
          <p:cNvPr id="796844701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466A10C-AE68-4E1D-A3DB-DEC87F81CBCA}" type="datetimeFigureOut">
              <a:rPr lang="it-IT"/>
              <a:t>23/01/2024</a:t>
            </a:fld>
            <a:endParaRPr lang="it-IT"/>
          </a:p>
        </p:txBody>
      </p:sp>
      <p:sp>
        <p:nvSpPr>
          <p:cNvPr id="60515181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01225381" name="Segnaposto numero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0A026B-00A9-4AF8-BD1D-E30F9A1E91C0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magine con didascali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982961" name="Tito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1578047159" name="Segnaposto immagine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it-IT"/>
          </a:p>
        </p:txBody>
      </p:sp>
      <p:sp>
        <p:nvSpPr>
          <p:cNvPr id="1452906900" name="Segnaposto tes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it-IT"/>
              <a:t>Fare clic per modificare gli stili del testo dello schema</a:t>
            </a:r>
            <a:endParaRPr/>
          </a:p>
        </p:txBody>
      </p:sp>
      <p:sp>
        <p:nvSpPr>
          <p:cNvPr id="1647874774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466A10C-AE68-4E1D-A3DB-DEC87F81CBCA}" type="datetimeFigureOut">
              <a:rPr lang="it-IT"/>
              <a:t>23/01/2024</a:t>
            </a:fld>
            <a:endParaRPr lang="it-IT"/>
          </a:p>
        </p:txBody>
      </p:sp>
      <p:sp>
        <p:nvSpPr>
          <p:cNvPr id="1083888348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659985264" name="Segnaposto numero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0A026B-00A9-4AF8-BD1D-E30F9A1E91C0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olo e testo vertica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8517519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1142761432" name="Segnaposto testo verticale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it-IT"/>
              <a:t>Fare clic per modificare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1411697124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466A10C-AE68-4E1D-A3DB-DEC87F81CBCA}" type="datetimeFigureOut">
              <a:rPr lang="it-IT"/>
              <a:t>23/01/2024</a:t>
            </a:fld>
            <a:endParaRPr lang="it-IT"/>
          </a:p>
        </p:txBody>
      </p:sp>
      <p:sp>
        <p:nvSpPr>
          <p:cNvPr id="1098345442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082315072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0A026B-00A9-4AF8-BD1D-E30F9A1E91C0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1_Titolo e testo vertica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9148370" name="Titolo vertica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918969610" name="Segnaposto testo verticale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it-IT"/>
              <a:t>Fare clic per modificare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887661398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466A10C-AE68-4E1D-A3DB-DEC87F81CBCA}" type="datetimeFigureOut">
              <a:rPr lang="it-IT"/>
              <a:t>23/01/2024</a:t>
            </a:fld>
            <a:endParaRPr lang="it-IT"/>
          </a:p>
        </p:txBody>
      </p:sp>
      <p:sp>
        <p:nvSpPr>
          <p:cNvPr id="258647769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3611414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00A026B-00A9-4AF8-BD1D-E30F9A1E91C0}" type="slidenum">
              <a:rPr lang="it-IT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8065405" name="Segnaposto tito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515530440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it-IT"/>
              <a:t>Fare clic per modificare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774325295" name="Segnaposto data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466A10C-AE68-4E1D-A3DB-DEC87F81CBCA}" type="datetimeFigureOut">
              <a:rPr lang="it-IT"/>
              <a:t>23/01/2024</a:t>
            </a:fld>
            <a:endParaRPr lang="it-IT"/>
          </a:p>
        </p:txBody>
      </p:sp>
      <p:sp>
        <p:nvSpPr>
          <p:cNvPr id="835268226" name="Segnaposto piè di pagina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088769628" name="Segnaposto numero diapositiva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00A026B-00A9-4AF8-BD1D-E30F9A1E91C0}" type="slidenum">
              <a:rPr lang="it-IT"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media1.sv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media2.sv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microsoft.com/office/2007/relationships/diagramDrawing" Target="../diagrams/drawing1.xml" /><Relationship Id="rId5" Type="http://schemas.openxmlformats.org/officeDocument/2006/relationships/diagramData" Target="../diagrams/data1.xml" /><Relationship Id="rId6" Type="http://schemas.openxmlformats.org/officeDocument/2006/relationships/diagramColors" Target="../diagrams/colors1.xml" /><Relationship Id="rId7" Type="http://schemas.openxmlformats.org/officeDocument/2006/relationships/diagramLayout" Target="../diagrams/layout1.xml" /><Relationship Id="rId8" Type="http://schemas.openxmlformats.org/officeDocument/2006/relationships/diagramQuickStyle" Target="../diagrams/quickStyle1.xml" /><Relationship Id="rId9" Type="http://schemas.openxmlformats.org/officeDocument/2006/relationships/image" Target="../media/image4.png"/><Relationship Id="rId10" Type="http://schemas.openxmlformats.org/officeDocument/2006/relationships/image" Target="../media/media3.svg"/><Relationship Id="rId11" Type="http://schemas.openxmlformats.org/officeDocument/2006/relationships/image" Target="../media/image5.png"/><Relationship Id="rId12" Type="http://schemas.microsoft.com/office/2007/relationships/diagramDrawing" Target="../diagrams/drawing2.xml" /><Relationship Id="rId13" Type="http://schemas.openxmlformats.org/officeDocument/2006/relationships/diagramData" Target="../diagrams/data2.xml" /><Relationship Id="rId14" Type="http://schemas.openxmlformats.org/officeDocument/2006/relationships/diagramColors" Target="../diagrams/colors2.xml" /><Relationship Id="rId15" Type="http://schemas.openxmlformats.org/officeDocument/2006/relationships/diagramLayout" Target="../diagrams/layout2.xml" /><Relationship Id="rId16" Type="http://schemas.openxmlformats.org/officeDocument/2006/relationships/diagramQuickStyle" Target="../diagrams/quickStyle2.xml" /><Relationship Id="rId17" Type="http://schemas.openxmlformats.org/officeDocument/2006/relationships/image" Target="../media/image6.png"/><Relationship Id="rId18" Type="http://schemas.openxmlformats.org/officeDocument/2006/relationships/image" Target="../media/image7.png"/><Relationship Id="rId19" Type="http://schemas.openxmlformats.org/officeDocument/2006/relationships/image" Target="../media/media4.sv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microsoft.com/office/2007/relationships/diagramDrawing" Target="../diagrams/drawing3.xml" /><Relationship Id="rId5" Type="http://schemas.openxmlformats.org/officeDocument/2006/relationships/diagramData" Target="../diagrams/data3.xml" /><Relationship Id="rId6" Type="http://schemas.openxmlformats.org/officeDocument/2006/relationships/diagramColors" Target="../diagrams/colors3.xml" /><Relationship Id="rId7" Type="http://schemas.openxmlformats.org/officeDocument/2006/relationships/diagramLayout" Target="../diagrams/layout3.xml" /><Relationship Id="rId8" Type="http://schemas.openxmlformats.org/officeDocument/2006/relationships/diagramQuickStyle" Target="../diagrams/quickStyle3.xml" /><Relationship Id="rId9" Type="http://schemas.openxmlformats.org/officeDocument/2006/relationships/image" Target="../media/image5.png"/><Relationship Id="rId10" Type="http://schemas.microsoft.com/office/2007/relationships/diagramDrawing" Target="../diagrams/drawing4.xml" /><Relationship Id="rId11" Type="http://schemas.openxmlformats.org/officeDocument/2006/relationships/diagramData" Target="../diagrams/data4.xml" /><Relationship Id="rId12" Type="http://schemas.openxmlformats.org/officeDocument/2006/relationships/diagramColors" Target="../diagrams/colors4.xml" /><Relationship Id="rId13" Type="http://schemas.openxmlformats.org/officeDocument/2006/relationships/diagramLayout" Target="../diagrams/layout4.xml" /><Relationship Id="rId14" Type="http://schemas.openxmlformats.org/officeDocument/2006/relationships/diagramQuickStyle" Target="../diagrams/quickStyle4.xml" /><Relationship Id="rId15" Type="http://schemas.openxmlformats.org/officeDocument/2006/relationships/image" Target="../media/image6.png"/><Relationship Id="rId16" Type="http://schemas.openxmlformats.org/officeDocument/2006/relationships/image" Target="../media/image8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microsoft.com/office/2007/relationships/diagramDrawing" Target="../diagrams/drawing5.xml" /><Relationship Id="rId5" Type="http://schemas.openxmlformats.org/officeDocument/2006/relationships/diagramData" Target="../diagrams/data5.xml" /><Relationship Id="rId6" Type="http://schemas.openxmlformats.org/officeDocument/2006/relationships/diagramColors" Target="../diagrams/colors5.xml" /><Relationship Id="rId7" Type="http://schemas.openxmlformats.org/officeDocument/2006/relationships/diagramLayout" Target="../diagrams/layout5.xml" /><Relationship Id="rId8" Type="http://schemas.openxmlformats.org/officeDocument/2006/relationships/diagramQuickStyle" Target="../diagrams/quickStyle5.xml" /><Relationship Id="rId9" Type="http://schemas.microsoft.com/office/2007/relationships/diagramDrawing" Target="../diagrams/drawing6.xml" /><Relationship Id="rId10" Type="http://schemas.openxmlformats.org/officeDocument/2006/relationships/diagramData" Target="../diagrams/data6.xml" /><Relationship Id="rId11" Type="http://schemas.openxmlformats.org/officeDocument/2006/relationships/diagramColors" Target="../diagrams/colors6.xml" /><Relationship Id="rId12" Type="http://schemas.openxmlformats.org/officeDocument/2006/relationships/diagramLayout" Target="../diagrams/layout6.xml" /><Relationship Id="rId13" Type="http://schemas.openxmlformats.org/officeDocument/2006/relationships/diagramQuickStyle" Target="../diagrams/quickStyle6.xml" /><Relationship Id="rId14" Type="http://schemas.openxmlformats.org/officeDocument/2006/relationships/image" Target="../media/image6.png"/><Relationship Id="rId15" Type="http://schemas.openxmlformats.org/officeDocument/2006/relationships/image" Target="../media/image8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microsoft.com/office/2007/relationships/diagramDrawing" Target="../diagrams/drawing7.xml" /><Relationship Id="rId5" Type="http://schemas.openxmlformats.org/officeDocument/2006/relationships/diagramData" Target="../diagrams/data7.xml" /><Relationship Id="rId6" Type="http://schemas.openxmlformats.org/officeDocument/2006/relationships/diagramColors" Target="../diagrams/colors7.xml" /><Relationship Id="rId7" Type="http://schemas.openxmlformats.org/officeDocument/2006/relationships/diagramLayout" Target="../diagrams/layout7.xml" /><Relationship Id="rId8" Type="http://schemas.openxmlformats.org/officeDocument/2006/relationships/diagramQuickStyle" Target="../diagrams/quickStyle7.xml" /><Relationship Id="rId9" Type="http://schemas.microsoft.com/office/2007/relationships/diagramDrawing" Target="../diagrams/drawing8.xml" /><Relationship Id="rId10" Type="http://schemas.openxmlformats.org/officeDocument/2006/relationships/diagramData" Target="../diagrams/data8.xml" /><Relationship Id="rId11" Type="http://schemas.openxmlformats.org/officeDocument/2006/relationships/diagramColors" Target="../diagrams/colors8.xml" /><Relationship Id="rId12" Type="http://schemas.openxmlformats.org/officeDocument/2006/relationships/diagramLayout" Target="../diagrams/layout8.xml" /><Relationship Id="rId13" Type="http://schemas.openxmlformats.org/officeDocument/2006/relationships/diagramQuickStyle" Target="../diagrams/quickStyle8.xml" /><Relationship Id="rId14" Type="http://schemas.openxmlformats.org/officeDocument/2006/relationships/image" Target="../media/image6.png"/><Relationship Id="rId15" Type="http://schemas.openxmlformats.org/officeDocument/2006/relationships/image" Target="../media/image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microsoft.com/office/2007/relationships/diagramDrawing" Target="../diagrams/drawing9.xml" /><Relationship Id="rId5" Type="http://schemas.openxmlformats.org/officeDocument/2006/relationships/diagramData" Target="../diagrams/data9.xml" /><Relationship Id="rId6" Type="http://schemas.openxmlformats.org/officeDocument/2006/relationships/diagramColors" Target="../diagrams/colors9.xml" /><Relationship Id="rId7" Type="http://schemas.openxmlformats.org/officeDocument/2006/relationships/diagramLayout" Target="../diagrams/layout9.xml" /><Relationship Id="rId8" Type="http://schemas.openxmlformats.org/officeDocument/2006/relationships/diagramQuickStyle" Target="../diagrams/quickStyle9.xml" /><Relationship Id="rId9" Type="http://schemas.microsoft.com/office/2007/relationships/diagramDrawing" Target="../diagrams/drawing10.xml" /><Relationship Id="rId10" Type="http://schemas.openxmlformats.org/officeDocument/2006/relationships/diagramData" Target="../diagrams/data10.xml" /><Relationship Id="rId11" Type="http://schemas.openxmlformats.org/officeDocument/2006/relationships/diagramColors" Target="../diagrams/colors10.xml" /><Relationship Id="rId12" Type="http://schemas.openxmlformats.org/officeDocument/2006/relationships/diagramLayout" Target="../diagrams/layout10.xml" /><Relationship Id="rId13" Type="http://schemas.openxmlformats.org/officeDocument/2006/relationships/diagramQuickStyle" Target="../diagrams/quickStyle10.xml" /><Relationship Id="rId14" Type="http://schemas.openxmlformats.org/officeDocument/2006/relationships/image" Target="../media/image6.png"/><Relationship Id="rId15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microsoft.com/office/2007/relationships/diagramDrawing" Target="../diagrams/drawing11.xml" /><Relationship Id="rId5" Type="http://schemas.openxmlformats.org/officeDocument/2006/relationships/diagramData" Target="../diagrams/data11.xml" /><Relationship Id="rId6" Type="http://schemas.openxmlformats.org/officeDocument/2006/relationships/diagramColors" Target="../diagrams/colors11.xml" /><Relationship Id="rId7" Type="http://schemas.openxmlformats.org/officeDocument/2006/relationships/diagramLayout" Target="../diagrams/layout11.xml" /><Relationship Id="rId8" Type="http://schemas.openxmlformats.org/officeDocument/2006/relationships/diagramQuickStyle" Target="../diagrams/quickStyle11.xml" /><Relationship Id="rId9" Type="http://schemas.microsoft.com/office/2007/relationships/diagramDrawing" Target="../diagrams/drawing12.xml" /><Relationship Id="rId10" Type="http://schemas.openxmlformats.org/officeDocument/2006/relationships/diagramData" Target="../diagrams/data12.xml" /><Relationship Id="rId11" Type="http://schemas.openxmlformats.org/officeDocument/2006/relationships/diagramColors" Target="../diagrams/colors12.xml" /><Relationship Id="rId12" Type="http://schemas.openxmlformats.org/officeDocument/2006/relationships/diagramLayout" Target="../diagrams/layout12.xml" /><Relationship Id="rId13" Type="http://schemas.openxmlformats.org/officeDocument/2006/relationships/diagramQuickStyle" Target="../diagrams/quickStyle12.xml" /><Relationship Id="rId14" Type="http://schemas.openxmlformats.org/officeDocument/2006/relationships/image" Target="../media/image6.png"/><Relationship Id="rId15" Type="http://schemas.openxmlformats.org/officeDocument/2006/relationships/image" Target="../media/image8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microsoft.com/office/2007/relationships/diagramDrawing" Target="../diagrams/drawing13.xml" /><Relationship Id="rId5" Type="http://schemas.openxmlformats.org/officeDocument/2006/relationships/diagramData" Target="../diagrams/data13.xml" /><Relationship Id="rId6" Type="http://schemas.openxmlformats.org/officeDocument/2006/relationships/diagramColors" Target="../diagrams/colors13.xml" /><Relationship Id="rId7" Type="http://schemas.openxmlformats.org/officeDocument/2006/relationships/diagramLayout" Target="../diagrams/layout13.xml" /><Relationship Id="rId8" Type="http://schemas.openxmlformats.org/officeDocument/2006/relationships/diagramQuickStyle" Target="../diagrams/quickStyle13.xml" /><Relationship Id="rId9" Type="http://schemas.openxmlformats.org/officeDocument/2006/relationships/image" Target="../media/image5.png"/><Relationship Id="rId10" Type="http://schemas.microsoft.com/office/2007/relationships/diagramDrawing" Target="../diagrams/drawing14.xml" /><Relationship Id="rId11" Type="http://schemas.openxmlformats.org/officeDocument/2006/relationships/diagramData" Target="../diagrams/data14.xml" /><Relationship Id="rId12" Type="http://schemas.openxmlformats.org/officeDocument/2006/relationships/diagramColors" Target="../diagrams/colors14.xml" /><Relationship Id="rId13" Type="http://schemas.openxmlformats.org/officeDocument/2006/relationships/diagramLayout" Target="../diagrams/layout14.xml" /><Relationship Id="rId14" Type="http://schemas.openxmlformats.org/officeDocument/2006/relationships/diagramQuickStyle" Target="../diagrams/quickStyle14.xml" /><Relationship Id="rId15" Type="http://schemas.openxmlformats.org/officeDocument/2006/relationships/image" Target="../media/image6.png"/><Relationship Id="rId16" Type="http://schemas.openxmlformats.org/officeDocument/2006/relationships/image" Target="../media/image8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microsoft.com/office/2007/relationships/diagramDrawing" Target="../diagrams/drawing15.xml" /><Relationship Id="rId5" Type="http://schemas.openxmlformats.org/officeDocument/2006/relationships/diagramData" Target="../diagrams/data15.xml" /><Relationship Id="rId6" Type="http://schemas.openxmlformats.org/officeDocument/2006/relationships/diagramColors" Target="../diagrams/colors15.xml" /><Relationship Id="rId7" Type="http://schemas.openxmlformats.org/officeDocument/2006/relationships/diagramLayout" Target="../diagrams/layout15.xml" /><Relationship Id="rId8" Type="http://schemas.openxmlformats.org/officeDocument/2006/relationships/diagramQuickStyle" Target="../diagrams/quickStyle15.xml" /><Relationship Id="rId9" Type="http://schemas.openxmlformats.org/officeDocument/2006/relationships/image" Target="../media/image5.png"/><Relationship Id="rId10" Type="http://schemas.microsoft.com/office/2007/relationships/diagramDrawing" Target="../diagrams/drawing16.xml" /><Relationship Id="rId11" Type="http://schemas.openxmlformats.org/officeDocument/2006/relationships/diagramData" Target="../diagrams/data16.xml" /><Relationship Id="rId12" Type="http://schemas.openxmlformats.org/officeDocument/2006/relationships/diagramColors" Target="../diagrams/colors16.xml" /><Relationship Id="rId13" Type="http://schemas.openxmlformats.org/officeDocument/2006/relationships/diagramLayout" Target="../diagrams/layout16.xml" /><Relationship Id="rId14" Type="http://schemas.openxmlformats.org/officeDocument/2006/relationships/diagramQuickStyle" Target="../diagrams/quickStyle16.xml" /><Relationship Id="rId15" Type="http://schemas.openxmlformats.org/officeDocument/2006/relationships/image" Target="../media/image6.png"/><Relationship Id="rId16" Type="http://schemas.openxmlformats.org/officeDocument/2006/relationships/image" Target="../media/image8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9042198" name="CasellaDiTesto 13"/>
          <p:cNvSpPr txBox="1"/>
          <p:nvPr/>
        </p:nvSpPr>
        <p:spPr bwMode="auto">
          <a:xfrm>
            <a:off x="4097107" y="1151074"/>
            <a:ext cx="3364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it-IT" sz="3200" spc="600">
                <a:solidFill>
                  <a:schemeClr val="accent2"/>
                </a:solidFill>
                <a:latin typeface="Aharoni"/>
                <a:cs typeface="Aharoni"/>
              </a:rPr>
              <a:t>PickyEaters</a:t>
            </a:r>
            <a:endParaRPr lang="it-IT" spc="600">
              <a:solidFill>
                <a:schemeClr val="accent2"/>
              </a:solidFill>
              <a:latin typeface="Aharoni"/>
              <a:cs typeface="Aharoni"/>
            </a:endParaRPr>
          </a:p>
        </p:txBody>
      </p:sp>
      <p:pic>
        <p:nvPicPr>
          <p:cNvPr id="469393980" name="Elemento grafico 20" descr="Cursore con riempimento a tinta unita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flipH="1">
            <a:off x="3562493" y="1150554"/>
            <a:ext cx="584775" cy="584775"/>
          </a:xfrm>
          <a:prstGeom prst="rect">
            <a:avLst/>
          </a:prstGeom>
        </p:spPr>
      </p:pic>
      <p:sp>
        <p:nvSpPr>
          <p:cNvPr id="37574625" name="CasellaDiTesto 24"/>
          <p:cNvSpPr txBox="1"/>
          <p:nvPr/>
        </p:nvSpPr>
        <p:spPr bwMode="auto">
          <a:xfrm>
            <a:off x="4293095" y="2383261"/>
            <a:ext cx="2392484" cy="4575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400" b="1">
                <a:solidFill>
                  <a:schemeClr val="accent2"/>
                </a:solidFill>
              </a:rPr>
              <a:t>Le tue credenziali</a:t>
            </a:r>
            <a:endParaRPr/>
          </a:p>
        </p:txBody>
      </p:sp>
      <p:sp>
        <p:nvSpPr>
          <p:cNvPr id="669749350" name="CasellaDiTesto 25"/>
          <p:cNvSpPr txBox="1"/>
          <p:nvPr/>
        </p:nvSpPr>
        <p:spPr bwMode="auto">
          <a:xfrm>
            <a:off x="5003393" y="1906197"/>
            <a:ext cx="971888" cy="5185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800" b="1">
                <a:solidFill>
                  <a:schemeClr val="accent2">
                    <a:lumMod val="50000"/>
                  </a:schemeClr>
                </a:solidFill>
              </a:rPr>
              <a:t>Login</a:t>
            </a:r>
            <a:endParaRPr/>
          </a:p>
        </p:txBody>
      </p:sp>
      <p:grpSp>
        <p:nvGrpSpPr>
          <p:cNvPr id="1150741807" name="Gruppo 21"/>
          <p:cNvGrpSpPr/>
          <p:nvPr/>
        </p:nvGrpSpPr>
        <p:grpSpPr bwMode="auto">
          <a:xfrm>
            <a:off x="3328185" y="3216089"/>
            <a:ext cx="4032488" cy="713016"/>
            <a:chOff x="0" y="0"/>
            <a:chExt cx="4032488" cy="713016"/>
          </a:xfrm>
        </p:grpSpPr>
        <p:sp>
          <p:nvSpPr>
            <p:cNvPr id="1013043039" name="CasellaDiTesto 22"/>
            <p:cNvSpPr txBox="1"/>
            <p:nvPr/>
          </p:nvSpPr>
          <p:spPr bwMode="auto">
            <a:xfrm>
              <a:off x="0" y="330332"/>
              <a:ext cx="4032488" cy="3356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it-IT" sz="1600" b="1">
                  <a:solidFill>
                    <a:schemeClr val="bg1"/>
                  </a:solidFill>
                </a:rPr>
                <a:t>A che categoria appartiene il piatto?</a:t>
              </a:r>
              <a:endParaRPr/>
            </a:p>
          </p:txBody>
        </p:sp>
        <p:sp>
          <p:nvSpPr>
            <p:cNvPr id="1048305595" name="CasellaDiTesto 41"/>
            <p:cNvSpPr txBox="1"/>
            <p:nvPr/>
          </p:nvSpPr>
          <p:spPr bwMode="auto">
            <a:xfrm>
              <a:off x="231486" y="0"/>
              <a:ext cx="3678952" cy="713016"/>
            </a:xfrm>
            <a:custGeom>
              <a:avLst/>
              <a:gdLst>
                <a:gd name="connsiteX0" fmla="*/ 0 w 3678954"/>
                <a:gd name="connsiteY0" fmla="*/ 0 h 713016"/>
                <a:gd name="connsiteX1" fmla="*/ 525565 w 3678954"/>
                <a:gd name="connsiteY1" fmla="*/ 0 h 713016"/>
                <a:gd name="connsiteX2" fmla="*/ 1087919 w 3678954"/>
                <a:gd name="connsiteY2" fmla="*/ 0 h 713016"/>
                <a:gd name="connsiteX3" fmla="*/ 1576695 w 3678954"/>
                <a:gd name="connsiteY3" fmla="*/ 0 h 713016"/>
                <a:gd name="connsiteX4" fmla="*/ 2102259 w 3678954"/>
                <a:gd name="connsiteY4" fmla="*/ 0 h 713016"/>
                <a:gd name="connsiteX5" fmla="*/ 2627824 w 3678954"/>
                <a:gd name="connsiteY5" fmla="*/ 0 h 713016"/>
                <a:gd name="connsiteX6" fmla="*/ 3116600 w 3678954"/>
                <a:gd name="connsiteY6" fmla="*/ 0 h 713016"/>
                <a:gd name="connsiteX7" fmla="*/ 3678954 w 3678954"/>
                <a:gd name="connsiteY7" fmla="*/ 0 h 713016"/>
                <a:gd name="connsiteX8" fmla="*/ 3678954 w 3678954"/>
                <a:gd name="connsiteY8" fmla="*/ 363638 h 713016"/>
                <a:gd name="connsiteX9" fmla="*/ 3678954 w 3678954"/>
                <a:gd name="connsiteY9" fmla="*/ 713016 h 713016"/>
                <a:gd name="connsiteX10" fmla="*/ 3226968 w 3678954"/>
                <a:gd name="connsiteY10" fmla="*/ 713016 h 713016"/>
                <a:gd name="connsiteX11" fmla="*/ 2664614 w 3678954"/>
                <a:gd name="connsiteY11" fmla="*/ 713016 h 713016"/>
                <a:gd name="connsiteX12" fmla="*/ 2212628 w 3678954"/>
                <a:gd name="connsiteY12" fmla="*/ 713016 h 713016"/>
                <a:gd name="connsiteX13" fmla="*/ 1760642 w 3678954"/>
                <a:gd name="connsiteY13" fmla="*/ 713016 h 713016"/>
                <a:gd name="connsiteX14" fmla="*/ 1198288 w 3678954"/>
                <a:gd name="connsiteY14" fmla="*/ 713016 h 713016"/>
                <a:gd name="connsiteX15" fmla="*/ 709513 w 3678954"/>
                <a:gd name="connsiteY15" fmla="*/ 713016 h 713016"/>
                <a:gd name="connsiteX16" fmla="*/ 0 w 3678954"/>
                <a:gd name="connsiteY16" fmla="*/ 713016 h 713016"/>
                <a:gd name="connsiteX17" fmla="*/ 0 w 3678954"/>
                <a:gd name="connsiteY17" fmla="*/ 370768 h 713016"/>
                <a:gd name="connsiteX18" fmla="*/ 0 w 3678954"/>
                <a:gd name="connsiteY18" fmla="*/ 0 h 713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678954" h="713016" fill="none" stroke="1" extrusionOk="0">
                  <a:moveTo>
                    <a:pt x="0" y="0"/>
                  </a:moveTo>
                  <a:cubicBezTo>
                    <a:pt x="106438" y="-4997"/>
                    <a:pt x="290281" y="12720"/>
                    <a:pt x="525565" y="0"/>
                  </a:cubicBezTo>
                  <a:cubicBezTo>
                    <a:pt x="760849" y="-12720"/>
                    <a:pt x="944033" y="41878"/>
                    <a:pt x="1087919" y="0"/>
                  </a:cubicBezTo>
                  <a:cubicBezTo>
                    <a:pt x="1231805" y="-41878"/>
                    <a:pt x="1434944" y="36466"/>
                    <a:pt x="1576695" y="0"/>
                  </a:cubicBezTo>
                  <a:cubicBezTo>
                    <a:pt x="1718446" y="-36466"/>
                    <a:pt x="1870168" y="52935"/>
                    <a:pt x="2102259" y="0"/>
                  </a:cubicBezTo>
                  <a:cubicBezTo>
                    <a:pt x="2334350" y="-52935"/>
                    <a:pt x="2498891" y="34467"/>
                    <a:pt x="2627824" y="0"/>
                  </a:cubicBezTo>
                  <a:cubicBezTo>
                    <a:pt x="2756758" y="-34467"/>
                    <a:pt x="2986951" y="19835"/>
                    <a:pt x="3116600" y="0"/>
                  </a:cubicBezTo>
                  <a:cubicBezTo>
                    <a:pt x="3246249" y="-19835"/>
                    <a:pt x="3495103" y="18411"/>
                    <a:pt x="3678954" y="0"/>
                  </a:cubicBezTo>
                  <a:cubicBezTo>
                    <a:pt x="3696401" y="97946"/>
                    <a:pt x="3659628" y="230606"/>
                    <a:pt x="3678954" y="363638"/>
                  </a:cubicBezTo>
                  <a:cubicBezTo>
                    <a:pt x="3698280" y="496670"/>
                    <a:pt x="3675102" y="600816"/>
                    <a:pt x="3678954" y="713016"/>
                  </a:cubicBezTo>
                  <a:cubicBezTo>
                    <a:pt x="3515749" y="735965"/>
                    <a:pt x="3388328" y="679855"/>
                    <a:pt x="3226968" y="713016"/>
                  </a:cubicBezTo>
                  <a:cubicBezTo>
                    <a:pt x="3065608" y="746177"/>
                    <a:pt x="2789577" y="686206"/>
                    <a:pt x="2664614" y="713016"/>
                  </a:cubicBezTo>
                  <a:cubicBezTo>
                    <a:pt x="2539651" y="739826"/>
                    <a:pt x="2358840" y="668039"/>
                    <a:pt x="2212628" y="713016"/>
                  </a:cubicBezTo>
                  <a:cubicBezTo>
                    <a:pt x="2066416" y="757993"/>
                    <a:pt x="1974174" y="698246"/>
                    <a:pt x="1760642" y="713016"/>
                  </a:cubicBezTo>
                  <a:cubicBezTo>
                    <a:pt x="1547110" y="727786"/>
                    <a:pt x="1332764" y="706061"/>
                    <a:pt x="1198288" y="713016"/>
                  </a:cubicBezTo>
                  <a:cubicBezTo>
                    <a:pt x="1063812" y="719971"/>
                    <a:pt x="876579" y="655965"/>
                    <a:pt x="709513" y="713016"/>
                  </a:cubicBezTo>
                  <a:cubicBezTo>
                    <a:pt x="542447" y="770067"/>
                    <a:pt x="240243" y="629967"/>
                    <a:pt x="0" y="713016"/>
                  </a:cubicBezTo>
                  <a:cubicBezTo>
                    <a:pt x="-1346" y="573898"/>
                    <a:pt x="37630" y="457402"/>
                    <a:pt x="0" y="370768"/>
                  </a:cubicBezTo>
                  <a:cubicBezTo>
                    <a:pt x="-37630" y="284134"/>
                    <a:pt x="30866" y="172819"/>
                    <a:pt x="0" y="0"/>
                  </a:cubicBezTo>
                  <a:close/>
                </a:path>
                <a:path w="3678954" h="713016" fill="norm" stroke="0" extrusionOk="0">
                  <a:moveTo>
                    <a:pt x="0" y="0"/>
                  </a:moveTo>
                  <a:cubicBezTo>
                    <a:pt x="103131" y="-9360"/>
                    <a:pt x="292001" y="40606"/>
                    <a:pt x="488775" y="0"/>
                  </a:cubicBezTo>
                  <a:cubicBezTo>
                    <a:pt x="685549" y="-40606"/>
                    <a:pt x="768138" y="39139"/>
                    <a:pt x="1014340" y="0"/>
                  </a:cubicBezTo>
                  <a:cubicBezTo>
                    <a:pt x="1260543" y="-39139"/>
                    <a:pt x="1339992" y="60992"/>
                    <a:pt x="1539905" y="0"/>
                  </a:cubicBezTo>
                  <a:cubicBezTo>
                    <a:pt x="1739819" y="-60992"/>
                    <a:pt x="1835688" y="24468"/>
                    <a:pt x="1955101" y="0"/>
                  </a:cubicBezTo>
                  <a:cubicBezTo>
                    <a:pt x="2074514" y="-24468"/>
                    <a:pt x="2338163" y="31478"/>
                    <a:pt x="2480666" y="0"/>
                  </a:cubicBezTo>
                  <a:cubicBezTo>
                    <a:pt x="2623170" y="-31478"/>
                    <a:pt x="2799086" y="44158"/>
                    <a:pt x="3079810" y="0"/>
                  </a:cubicBezTo>
                  <a:cubicBezTo>
                    <a:pt x="3360534" y="-44158"/>
                    <a:pt x="3398958" y="63391"/>
                    <a:pt x="3678954" y="0"/>
                  </a:cubicBezTo>
                  <a:cubicBezTo>
                    <a:pt x="3701422" y="153123"/>
                    <a:pt x="3649368" y="180147"/>
                    <a:pt x="3678954" y="356508"/>
                  </a:cubicBezTo>
                  <a:cubicBezTo>
                    <a:pt x="3708540" y="532869"/>
                    <a:pt x="3642430" y="618845"/>
                    <a:pt x="3678954" y="713016"/>
                  </a:cubicBezTo>
                  <a:cubicBezTo>
                    <a:pt x="3428851" y="726921"/>
                    <a:pt x="3396913" y="671597"/>
                    <a:pt x="3153389" y="713016"/>
                  </a:cubicBezTo>
                  <a:cubicBezTo>
                    <a:pt x="2909866" y="754435"/>
                    <a:pt x="2831314" y="660195"/>
                    <a:pt x="2701403" y="713016"/>
                  </a:cubicBezTo>
                  <a:cubicBezTo>
                    <a:pt x="2571492" y="765837"/>
                    <a:pt x="2345691" y="673526"/>
                    <a:pt x="2102259" y="713016"/>
                  </a:cubicBezTo>
                  <a:cubicBezTo>
                    <a:pt x="1858827" y="752506"/>
                    <a:pt x="1864375" y="692526"/>
                    <a:pt x="1650274" y="713016"/>
                  </a:cubicBezTo>
                  <a:cubicBezTo>
                    <a:pt x="1436174" y="733506"/>
                    <a:pt x="1327173" y="694293"/>
                    <a:pt x="1198288" y="713016"/>
                  </a:cubicBezTo>
                  <a:cubicBezTo>
                    <a:pt x="1069403" y="731739"/>
                    <a:pt x="878107" y="663824"/>
                    <a:pt x="746302" y="713016"/>
                  </a:cubicBezTo>
                  <a:cubicBezTo>
                    <a:pt x="614497" y="762208"/>
                    <a:pt x="232841" y="643641"/>
                    <a:pt x="0" y="713016"/>
                  </a:cubicBezTo>
                  <a:cubicBezTo>
                    <a:pt x="-27456" y="584045"/>
                    <a:pt x="861" y="498799"/>
                    <a:pt x="0" y="356508"/>
                  </a:cubicBezTo>
                  <a:cubicBezTo>
                    <a:pt x="-861" y="214217"/>
                    <a:pt x="37318" y="17639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pPr>
                <a:defRPr/>
              </a:pPr>
              <a:r>
                <a:rPr lang="it-IT" sz="1400" b="1">
                  <a:solidFill>
                    <a:schemeClr val="bg1"/>
                  </a:solidFill>
                </a:rPr>
                <a:t>Indirizzo email</a:t>
              </a:r>
              <a:endParaRPr/>
            </a:p>
          </p:txBody>
        </p:sp>
        <p:sp>
          <p:nvSpPr>
            <p:cNvPr id="1640600811" name="Rettangolo con angoli arrotondati 10"/>
            <p:cNvSpPr/>
            <p:nvPr/>
          </p:nvSpPr>
          <p:spPr bwMode="auto">
            <a:xfrm>
              <a:off x="371394" y="286205"/>
              <a:ext cx="3269683" cy="262344"/>
            </a:xfrm>
            <a:prstGeom prst="roundRect">
              <a:avLst>
                <a:gd name="adj" fmla="val 16667"/>
              </a:avLst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defRPr/>
              </a:pPr>
              <a:r>
                <a:rPr lang="it-IT" sz="1200"/>
                <a:t>luca.gasperini@pickyeaters.it</a:t>
              </a:r>
              <a:endParaRPr/>
            </a:p>
          </p:txBody>
        </p:sp>
      </p:grpSp>
      <p:grpSp>
        <p:nvGrpSpPr>
          <p:cNvPr id="1050988727" name="Gruppo 21"/>
          <p:cNvGrpSpPr/>
          <p:nvPr/>
        </p:nvGrpSpPr>
        <p:grpSpPr bwMode="auto">
          <a:xfrm>
            <a:off x="3306683" y="4071751"/>
            <a:ext cx="4032848" cy="713016"/>
            <a:chOff x="0" y="0"/>
            <a:chExt cx="4032848" cy="713016"/>
          </a:xfrm>
        </p:grpSpPr>
        <p:sp>
          <p:nvSpPr>
            <p:cNvPr id="408323943" name="CasellaDiTesto 22"/>
            <p:cNvSpPr txBox="1"/>
            <p:nvPr/>
          </p:nvSpPr>
          <p:spPr bwMode="auto">
            <a:xfrm>
              <a:off x="0" y="330332"/>
              <a:ext cx="4032848" cy="3356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it-IT" sz="1600" b="1">
                  <a:solidFill>
                    <a:schemeClr val="bg1"/>
                  </a:solidFill>
                </a:rPr>
                <a:t>A che categoria appartiene il piatto?</a:t>
              </a:r>
              <a:endParaRPr/>
            </a:p>
          </p:txBody>
        </p:sp>
        <p:sp>
          <p:nvSpPr>
            <p:cNvPr id="705182529" name="CasellaDiTesto 41"/>
            <p:cNvSpPr txBox="1"/>
            <p:nvPr/>
          </p:nvSpPr>
          <p:spPr bwMode="auto">
            <a:xfrm>
              <a:off x="231486" y="0"/>
              <a:ext cx="3678952" cy="713016"/>
            </a:xfrm>
            <a:custGeom>
              <a:avLst/>
              <a:gdLst>
                <a:gd name="connsiteX0" fmla="*/ 0 w 3678954"/>
                <a:gd name="connsiteY0" fmla="*/ 0 h 713016"/>
                <a:gd name="connsiteX1" fmla="*/ 525565 w 3678954"/>
                <a:gd name="connsiteY1" fmla="*/ 0 h 713016"/>
                <a:gd name="connsiteX2" fmla="*/ 1087919 w 3678954"/>
                <a:gd name="connsiteY2" fmla="*/ 0 h 713016"/>
                <a:gd name="connsiteX3" fmla="*/ 1576695 w 3678954"/>
                <a:gd name="connsiteY3" fmla="*/ 0 h 713016"/>
                <a:gd name="connsiteX4" fmla="*/ 2102259 w 3678954"/>
                <a:gd name="connsiteY4" fmla="*/ 0 h 713016"/>
                <a:gd name="connsiteX5" fmla="*/ 2627824 w 3678954"/>
                <a:gd name="connsiteY5" fmla="*/ 0 h 713016"/>
                <a:gd name="connsiteX6" fmla="*/ 3116600 w 3678954"/>
                <a:gd name="connsiteY6" fmla="*/ 0 h 713016"/>
                <a:gd name="connsiteX7" fmla="*/ 3678954 w 3678954"/>
                <a:gd name="connsiteY7" fmla="*/ 0 h 713016"/>
                <a:gd name="connsiteX8" fmla="*/ 3678954 w 3678954"/>
                <a:gd name="connsiteY8" fmla="*/ 363638 h 713016"/>
                <a:gd name="connsiteX9" fmla="*/ 3678954 w 3678954"/>
                <a:gd name="connsiteY9" fmla="*/ 713016 h 713016"/>
                <a:gd name="connsiteX10" fmla="*/ 3226968 w 3678954"/>
                <a:gd name="connsiteY10" fmla="*/ 713016 h 713016"/>
                <a:gd name="connsiteX11" fmla="*/ 2664614 w 3678954"/>
                <a:gd name="connsiteY11" fmla="*/ 713016 h 713016"/>
                <a:gd name="connsiteX12" fmla="*/ 2212628 w 3678954"/>
                <a:gd name="connsiteY12" fmla="*/ 713016 h 713016"/>
                <a:gd name="connsiteX13" fmla="*/ 1760642 w 3678954"/>
                <a:gd name="connsiteY13" fmla="*/ 713016 h 713016"/>
                <a:gd name="connsiteX14" fmla="*/ 1198288 w 3678954"/>
                <a:gd name="connsiteY14" fmla="*/ 713016 h 713016"/>
                <a:gd name="connsiteX15" fmla="*/ 709513 w 3678954"/>
                <a:gd name="connsiteY15" fmla="*/ 713016 h 713016"/>
                <a:gd name="connsiteX16" fmla="*/ 0 w 3678954"/>
                <a:gd name="connsiteY16" fmla="*/ 713016 h 713016"/>
                <a:gd name="connsiteX17" fmla="*/ 0 w 3678954"/>
                <a:gd name="connsiteY17" fmla="*/ 370768 h 713016"/>
                <a:gd name="connsiteX18" fmla="*/ 0 w 3678954"/>
                <a:gd name="connsiteY18" fmla="*/ 0 h 713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678954" h="713016" fill="none" stroke="1" extrusionOk="0">
                  <a:moveTo>
                    <a:pt x="0" y="0"/>
                  </a:moveTo>
                  <a:cubicBezTo>
                    <a:pt x="106438" y="-4997"/>
                    <a:pt x="290281" y="12720"/>
                    <a:pt x="525565" y="0"/>
                  </a:cubicBezTo>
                  <a:cubicBezTo>
                    <a:pt x="760849" y="-12720"/>
                    <a:pt x="944033" y="41878"/>
                    <a:pt x="1087919" y="0"/>
                  </a:cubicBezTo>
                  <a:cubicBezTo>
                    <a:pt x="1231805" y="-41878"/>
                    <a:pt x="1434944" y="36466"/>
                    <a:pt x="1576695" y="0"/>
                  </a:cubicBezTo>
                  <a:cubicBezTo>
                    <a:pt x="1718446" y="-36466"/>
                    <a:pt x="1870168" y="52935"/>
                    <a:pt x="2102259" y="0"/>
                  </a:cubicBezTo>
                  <a:cubicBezTo>
                    <a:pt x="2334350" y="-52935"/>
                    <a:pt x="2498891" y="34467"/>
                    <a:pt x="2627824" y="0"/>
                  </a:cubicBezTo>
                  <a:cubicBezTo>
                    <a:pt x="2756758" y="-34467"/>
                    <a:pt x="2986951" y="19835"/>
                    <a:pt x="3116600" y="0"/>
                  </a:cubicBezTo>
                  <a:cubicBezTo>
                    <a:pt x="3246249" y="-19835"/>
                    <a:pt x="3495103" y="18411"/>
                    <a:pt x="3678954" y="0"/>
                  </a:cubicBezTo>
                  <a:cubicBezTo>
                    <a:pt x="3696401" y="97946"/>
                    <a:pt x="3659628" y="230606"/>
                    <a:pt x="3678954" y="363638"/>
                  </a:cubicBezTo>
                  <a:cubicBezTo>
                    <a:pt x="3698280" y="496670"/>
                    <a:pt x="3675102" y="600816"/>
                    <a:pt x="3678954" y="713016"/>
                  </a:cubicBezTo>
                  <a:cubicBezTo>
                    <a:pt x="3515749" y="735965"/>
                    <a:pt x="3388328" y="679855"/>
                    <a:pt x="3226968" y="713016"/>
                  </a:cubicBezTo>
                  <a:cubicBezTo>
                    <a:pt x="3065608" y="746177"/>
                    <a:pt x="2789577" y="686206"/>
                    <a:pt x="2664614" y="713016"/>
                  </a:cubicBezTo>
                  <a:cubicBezTo>
                    <a:pt x="2539651" y="739826"/>
                    <a:pt x="2358840" y="668039"/>
                    <a:pt x="2212628" y="713016"/>
                  </a:cubicBezTo>
                  <a:cubicBezTo>
                    <a:pt x="2066416" y="757993"/>
                    <a:pt x="1974174" y="698246"/>
                    <a:pt x="1760642" y="713016"/>
                  </a:cubicBezTo>
                  <a:cubicBezTo>
                    <a:pt x="1547110" y="727786"/>
                    <a:pt x="1332764" y="706061"/>
                    <a:pt x="1198288" y="713016"/>
                  </a:cubicBezTo>
                  <a:cubicBezTo>
                    <a:pt x="1063812" y="719971"/>
                    <a:pt x="876579" y="655965"/>
                    <a:pt x="709513" y="713016"/>
                  </a:cubicBezTo>
                  <a:cubicBezTo>
                    <a:pt x="542447" y="770067"/>
                    <a:pt x="240243" y="629967"/>
                    <a:pt x="0" y="713016"/>
                  </a:cubicBezTo>
                  <a:cubicBezTo>
                    <a:pt x="-1346" y="573898"/>
                    <a:pt x="37630" y="457402"/>
                    <a:pt x="0" y="370768"/>
                  </a:cubicBezTo>
                  <a:cubicBezTo>
                    <a:pt x="-37630" y="284134"/>
                    <a:pt x="30866" y="172819"/>
                    <a:pt x="0" y="0"/>
                  </a:cubicBezTo>
                  <a:close/>
                </a:path>
                <a:path w="3678954" h="713016" fill="norm" stroke="0" extrusionOk="0">
                  <a:moveTo>
                    <a:pt x="0" y="0"/>
                  </a:moveTo>
                  <a:cubicBezTo>
                    <a:pt x="103131" y="-9360"/>
                    <a:pt x="292001" y="40606"/>
                    <a:pt x="488775" y="0"/>
                  </a:cubicBezTo>
                  <a:cubicBezTo>
                    <a:pt x="685549" y="-40606"/>
                    <a:pt x="768138" y="39139"/>
                    <a:pt x="1014340" y="0"/>
                  </a:cubicBezTo>
                  <a:cubicBezTo>
                    <a:pt x="1260543" y="-39139"/>
                    <a:pt x="1339992" y="60992"/>
                    <a:pt x="1539905" y="0"/>
                  </a:cubicBezTo>
                  <a:cubicBezTo>
                    <a:pt x="1739819" y="-60992"/>
                    <a:pt x="1835688" y="24468"/>
                    <a:pt x="1955101" y="0"/>
                  </a:cubicBezTo>
                  <a:cubicBezTo>
                    <a:pt x="2074514" y="-24468"/>
                    <a:pt x="2338163" y="31478"/>
                    <a:pt x="2480666" y="0"/>
                  </a:cubicBezTo>
                  <a:cubicBezTo>
                    <a:pt x="2623170" y="-31478"/>
                    <a:pt x="2799086" y="44158"/>
                    <a:pt x="3079810" y="0"/>
                  </a:cubicBezTo>
                  <a:cubicBezTo>
                    <a:pt x="3360534" y="-44158"/>
                    <a:pt x="3398958" y="63391"/>
                    <a:pt x="3678954" y="0"/>
                  </a:cubicBezTo>
                  <a:cubicBezTo>
                    <a:pt x="3701422" y="153123"/>
                    <a:pt x="3649368" y="180147"/>
                    <a:pt x="3678954" y="356508"/>
                  </a:cubicBezTo>
                  <a:cubicBezTo>
                    <a:pt x="3708540" y="532869"/>
                    <a:pt x="3642430" y="618845"/>
                    <a:pt x="3678954" y="713016"/>
                  </a:cubicBezTo>
                  <a:cubicBezTo>
                    <a:pt x="3428851" y="726921"/>
                    <a:pt x="3396913" y="671597"/>
                    <a:pt x="3153389" y="713016"/>
                  </a:cubicBezTo>
                  <a:cubicBezTo>
                    <a:pt x="2909866" y="754435"/>
                    <a:pt x="2831314" y="660195"/>
                    <a:pt x="2701403" y="713016"/>
                  </a:cubicBezTo>
                  <a:cubicBezTo>
                    <a:pt x="2571492" y="765837"/>
                    <a:pt x="2345691" y="673526"/>
                    <a:pt x="2102259" y="713016"/>
                  </a:cubicBezTo>
                  <a:cubicBezTo>
                    <a:pt x="1858827" y="752506"/>
                    <a:pt x="1864375" y="692526"/>
                    <a:pt x="1650274" y="713016"/>
                  </a:cubicBezTo>
                  <a:cubicBezTo>
                    <a:pt x="1436174" y="733506"/>
                    <a:pt x="1327173" y="694293"/>
                    <a:pt x="1198288" y="713016"/>
                  </a:cubicBezTo>
                  <a:cubicBezTo>
                    <a:pt x="1069403" y="731739"/>
                    <a:pt x="878107" y="663824"/>
                    <a:pt x="746302" y="713016"/>
                  </a:cubicBezTo>
                  <a:cubicBezTo>
                    <a:pt x="614497" y="762208"/>
                    <a:pt x="232841" y="643641"/>
                    <a:pt x="0" y="713016"/>
                  </a:cubicBezTo>
                  <a:cubicBezTo>
                    <a:pt x="-27456" y="584045"/>
                    <a:pt x="861" y="498799"/>
                    <a:pt x="0" y="356508"/>
                  </a:cubicBezTo>
                  <a:cubicBezTo>
                    <a:pt x="-861" y="214217"/>
                    <a:pt x="37318" y="17639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pPr>
                <a:defRPr/>
              </a:pPr>
              <a:r>
                <a:rPr lang="it-IT" sz="1400" b="1">
                  <a:solidFill>
                    <a:schemeClr val="bg1"/>
                  </a:solidFill>
                </a:rPr>
                <a:t>Password</a:t>
              </a:r>
              <a:endParaRPr/>
            </a:p>
          </p:txBody>
        </p:sp>
        <p:sp>
          <p:nvSpPr>
            <p:cNvPr id="1540030684" name="Rettangolo con angoli arrotondati 10"/>
            <p:cNvSpPr/>
            <p:nvPr/>
          </p:nvSpPr>
          <p:spPr bwMode="auto">
            <a:xfrm>
              <a:off x="371394" y="286204"/>
              <a:ext cx="3269683" cy="262344"/>
            </a:xfrm>
            <a:prstGeom prst="roundRect">
              <a:avLst>
                <a:gd name="adj" fmla="val 16667"/>
              </a:avLst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defRPr/>
              </a:pPr>
              <a:r>
                <a:rPr lang="it-IT" sz="1200"/>
                <a:t>*********</a:t>
              </a:r>
              <a:endParaRPr/>
            </a:p>
          </p:txBody>
        </p:sp>
      </p:grpSp>
      <p:grpSp>
        <p:nvGrpSpPr>
          <p:cNvPr id="1120960151" name="Gruppo 74"/>
          <p:cNvGrpSpPr/>
          <p:nvPr/>
        </p:nvGrpSpPr>
        <p:grpSpPr bwMode="auto">
          <a:xfrm>
            <a:off x="4765627" y="5452768"/>
            <a:ext cx="1117379" cy="366119"/>
            <a:chOff x="0" y="0"/>
            <a:chExt cx="1117379" cy="366119"/>
          </a:xfrm>
        </p:grpSpPr>
        <p:sp>
          <p:nvSpPr>
            <p:cNvPr id="569821560" name="Rettangolo 75"/>
            <p:cNvSpPr/>
            <p:nvPr/>
          </p:nvSpPr>
          <p:spPr bwMode="auto">
            <a:xfrm>
              <a:off x="0" y="0"/>
              <a:ext cx="1117379" cy="3661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>
                <a:defRPr/>
              </a:pPr>
              <a:r>
                <a:rPr lang="it-IT" b="1"/>
                <a:t>Accedi</a:t>
              </a:r>
              <a:endParaRPr/>
            </a:p>
          </p:txBody>
        </p:sp>
        <p:sp>
          <p:nvSpPr>
            <p:cNvPr id="467244953" name="Figura a mano libera: forma 76"/>
            <p:cNvSpPr/>
            <p:nvPr/>
          </p:nvSpPr>
          <p:spPr bwMode="auto">
            <a:xfrm>
              <a:off x="813872" y="82339"/>
              <a:ext cx="238295" cy="181642"/>
            </a:xfrm>
            <a:custGeom>
              <a:avLst/>
              <a:gdLst>
                <a:gd name="connsiteX0" fmla="*/ 336099 w 336099"/>
                <a:gd name="connsiteY0" fmla="*/ 40815 h 256193"/>
                <a:gd name="connsiteX1" fmla="*/ 296094 w 336099"/>
                <a:gd name="connsiteY1" fmla="*/ 0 h 256193"/>
                <a:gd name="connsiteX2" fmla="*/ 116710 w 336099"/>
                <a:gd name="connsiteY2" fmla="*/ 175784 h 256193"/>
                <a:gd name="connsiteX3" fmla="*/ 40415 w 336099"/>
                <a:gd name="connsiteY3" fmla="*/ 99489 h 256193"/>
                <a:gd name="connsiteX4" fmla="*/ 0 w 336099"/>
                <a:gd name="connsiteY4" fmla="*/ 139894 h 256193"/>
                <a:gd name="connsiteX5" fmla="*/ 116300 w 336099"/>
                <a:gd name="connsiteY5" fmla="*/ 256194 h 256193"/>
                <a:gd name="connsiteX6" fmla="*/ 336099 w 336099"/>
                <a:gd name="connsiteY6" fmla="*/ 40815 h 256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6099" h="256193" fill="norm" stroke="1" extrusionOk="0">
                  <a:moveTo>
                    <a:pt x="336099" y="40815"/>
                  </a:moveTo>
                  <a:lnTo>
                    <a:pt x="296094" y="0"/>
                  </a:lnTo>
                  <a:lnTo>
                    <a:pt x="116710" y="175784"/>
                  </a:lnTo>
                  <a:lnTo>
                    <a:pt x="40415" y="99489"/>
                  </a:lnTo>
                  <a:lnTo>
                    <a:pt x="0" y="139894"/>
                  </a:lnTo>
                  <a:lnTo>
                    <a:pt x="116300" y="256194"/>
                  </a:lnTo>
                  <a:lnTo>
                    <a:pt x="336099" y="4081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it-IT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201516064" name="Connettore diritto 4"/>
          <p:cNvCxnSpPr/>
          <p:nvPr/>
        </p:nvCxnSpPr>
        <p:spPr bwMode="auto">
          <a:xfrm>
            <a:off x="0" y="939799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52495538" name="CasellaDiTesto 13"/>
          <p:cNvSpPr txBox="1"/>
          <p:nvPr/>
        </p:nvSpPr>
        <p:spPr bwMode="auto">
          <a:xfrm>
            <a:off x="534613" y="137259"/>
            <a:ext cx="3364285" cy="584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it-IT" sz="3200" spc="599">
                <a:solidFill>
                  <a:schemeClr val="accent2"/>
                </a:solidFill>
                <a:latin typeface="Aharoni"/>
                <a:cs typeface="Aharoni"/>
              </a:rPr>
              <a:t>PickyEaters</a:t>
            </a:r>
            <a:endParaRPr lang="it-IT" spc="599">
              <a:solidFill>
                <a:schemeClr val="accent2"/>
              </a:solidFill>
              <a:latin typeface="Aharoni"/>
              <a:cs typeface="Aharoni"/>
            </a:endParaRPr>
          </a:p>
        </p:txBody>
      </p:sp>
      <p:pic>
        <p:nvPicPr>
          <p:cNvPr id="1511555750" name="Elemento grafico 20" descr="Cursore con riempimento a tinta unita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1">
            <a:off x="0" y="136738"/>
            <a:ext cx="584775" cy="584775"/>
          </a:xfrm>
          <a:prstGeom prst="rect">
            <a:avLst/>
          </a:prstGeom>
        </p:spPr>
      </p:pic>
      <p:sp>
        <p:nvSpPr>
          <p:cNvPr id="886326455" name="CasellaDiTesto 74"/>
          <p:cNvSpPr txBox="1"/>
          <p:nvPr/>
        </p:nvSpPr>
        <p:spPr bwMode="auto">
          <a:xfrm>
            <a:off x="8984154" y="184209"/>
            <a:ext cx="2083026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/>
              <a:t>Ciao, </a:t>
            </a:r>
            <a:r>
              <a:rPr lang="it-IT" b="1" i="1"/>
              <a:t>Luca Gasperini</a:t>
            </a:r>
            <a:endParaRPr/>
          </a:p>
        </p:txBody>
      </p:sp>
      <p:grpSp>
        <p:nvGrpSpPr>
          <p:cNvPr id="612230459" name="Gruppo 97"/>
          <p:cNvGrpSpPr/>
          <p:nvPr/>
        </p:nvGrpSpPr>
        <p:grpSpPr bwMode="auto">
          <a:xfrm>
            <a:off x="11357834" y="221713"/>
            <a:ext cx="547191" cy="304938"/>
            <a:chOff x="11307901" y="248603"/>
            <a:chExt cx="547191" cy="304938"/>
          </a:xfrm>
        </p:grpSpPr>
        <p:sp>
          <p:nvSpPr>
            <p:cNvPr id="2065917198" name="Rettangolo con angoli arrotondati 91"/>
            <p:cNvSpPr/>
            <p:nvPr/>
          </p:nvSpPr>
          <p:spPr bwMode="auto">
            <a:xfrm>
              <a:off x="11307901" y="248603"/>
              <a:ext cx="547191" cy="304938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>
                <a:defRPr/>
              </a:pPr>
              <a:endParaRPr lang="it-IT"/>
            </a:p>
          </p:txBody>
        </p:sp>
        <p:grpSp>
          <p:nvGrpSpPr>
            <p:cNvPr id="681211616" name="Gruppo 92"/>
            <p:cNvGrpSpPr/>
            <p:nvPr/>
          </p:nvGrpSpPr>
          <p:grpSpPr bwMode="auto">
            <a:xfrm>
              <a:off x="11366458" y="287692"/>
              <a:ext cx="436966" cy="226758"/>
              <a:chOff x="11370200" y="216945"/>
              <a:chExt cx="579868" cy="303861"/>
            </a:xfrm>
            <a:solidFill>
              <a:schemeClr val="bg1"/>
            </a:solidFill>
          </p:grpSpPr>
          <p:sp>
            <p:nvSpPr>
              <p:cNvPr id="1947132313" name="Elemento grafico 76" descr="Accento circonflesso verso il basso con riempimento a tinta unita"/>
              <p:cNvSpPr/>
              <p:nvPr/>
            </p:nvSpPr>
            <p:spPr bwMode="auto">
              <a:xfrm>
                <a:off x="11737449" y="333085"/>
                <a:ext cx="212619" cy="122263"/>
              </a:xfrm>
              <a:custGeom>
                <a:avLst/>
                <a:gdLst>
                  <a:gd name="connsiteX0" fmla="*/ 106321 w 212620"/>
                  <a:gd name="connsiteY0" fmla="*/ 122264 h 122264"/>
                  <a:gd name="connsiteX1" fmla="*/ 0 w 212620"/>
                  <a:gd name="connsiteY1" fmla="*/ 15966 h 122264"/>
                  <a:gd name="connsiteX2" fmla="*/ 15962 w 212620"/>
                  <a:gd name="connsiteY2" fmla="*/ 0 h 122264"/>
                  <a:gd name="connsiteX3" fmla="*/ 106321 w 212620"/>
                  <a:gd name="connsiteY3" fmla="*/ 90341 h 122264"/>
                  <a:gd name="connsiteX4" fmla="*/ 196659 w 212620"/>
                  <a:gd name="connsiteY4" fmla="*/ 4 h 122264"/>
                  <a:gd name="connsiteX5" fmla="*/ 212620 w 212620"/>
                  <a:gd name="connsiteY5" fmla="*/ 15966 h 122264"/>
                  <a:gd name="connsiteX6" fmla="*/ 106321 w 212620"/>
                  <a:gd name="connsiteY6" fmla="*/ 122264 h 1222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2620" h="122264" fill="norm" stroke="1" extrusionOk="0">
                    <a:moveTo>
                      <a:pt x="106321" y="122264"/>
                    </a:moveTo>
                    <a:lnTo>
                      <a:pt x="0" y="15966"/>
                    </a:lnTo>
                    <a:lnTo>
                      <a:pt x="15962" y="0"/>
                    </a:lnTo>
                    <a:lnTo>
                      <a:pt x="106321" y="90341"/>
                    </a:lnTo>
                    <a:lnTo>
                      <a:pt x="196659" y="4"/>
                    </a:lnTo>
                    <a:lnTo>
                      <a:pt x="212620" y="15966"/>
                    </a:lnTo>
                    <a:lnTo>
                      <a:pt x="106321" y="122264"/>
                    </a:lnTo>
                    <a:close/>
                  </a:path>
                </a:pathLst>
              </a:custGeom>
              <a:grpFill/>
              <a:ln w="36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it-IT"/>
              </a:p>
            </p:txBody>
          </p:sp>
          <p:grpSp>
            <p:nvGrpSpPr>
              <p:cNvPr id="549905669" name="Elemento grafico 78" descr="Utente con riempimento a tinta unita"/>
              <p:cNvGrpSpPr/>
              <p:nvPr/>
            </p:nvGrpSpPr>
            <p:grpSpPr bwMode="auto">
              <a:xfrm>
                <a:off x="11370200" y="216945"/>
                <a:ext cx="285987" cy="303861"/>
                <a:chOff x="11370200" y="216945"/>
                <a:chExt cx="285987" cy="303861"/>
              </a:xfrm>
              <a:grpFill/>
            </p:grpSpPr>
            <p:sp>
              <p:nvSpPr>
                <p:cNvPr id="1710008491" name="Figura a mano libera: forma 95"/>
                <p:cNvSpPr/>
                <p:nvPr/>
              </p:nvSpPr>
              <p:spPr bwMode="auto">
                <a:xfrm>
                  <a:off x="11441696" y="216945"/>
                  <a:ext cx="142993" cy="142993"/>
                </a:xfrm>
                <a:custGeom>
                  <a:avLst/>
                  <a:gdLst>
                    <a:gd name="connsiteX0" fmla="*/ 142994 w 142994"/>
                    <a:gd name="connsiteY0" fmla="*/ 71497 h 142994"/>
                    <a:gd name="connsiteX1" fmla="*/ 71497 w 142994"/>
                    <a:gd name="connsiteY1" fmla="*/ 142994 h 142994"/>
                    <a:gd name="connsiteX2" fmla="*/ 0 w 142994"/>
                    <a:gd name="connsiteY2" fmla="*/ 71497 h 142994"/>
                    <a:gd name="connsiteX3" fmla="*/ 71497 w 142994"/>
                    <a:gd name="connsiteY3" fmla="*/ 0 h 142994"/>
                    <a:gd name="connsiteX4" fmla="*/ 142994 w 142994"/>
                    <a:gd name="connsiteY4" fmla="*/ 71497 h 142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2994" h="142994" fill="norm" stroke="1" extrusionOk="0">
                      <a:moveTo>
                        <a:pt x="142994" y="71497"/>
                      </a:moveTo>
                      <a:cubicBezTo>
                        <a:pt x="142994" y="110984"/>
                        <a:pt x="110984" y="142994"/>
                        <a:pt x="71497" y="142994"/>
                      </a:cubicBezTo>
                      <a:cubicBezTo>
                        <a:pt x="32010" y="142994"/>
                        <a:pt x="0" y="110984"/>
                        <a:pt x="0" y="71497"/>
                      </a:cubicBezTo>
                      <a:cubicBezTo>
                        <a:pt x="0" y="32010"/>
                        <a:pt x="32010" y="0"/>
                        <a:pt x="71497" y="0"/>
                      </a:cubicBezTo>
                      <a:cubicBezTo>
                        <a:pt x="110984" y="0"/>
                        <a:pt x="142994" y="32010"/>
                        <a:pt x="142994" y="71497"/>
                      </a:cubicBezTo>
                      <a:close/>
                    </a:path>
                  </a:pathLst>
                </a:custGeom>
                <a:grpFill/>
                <a:ln w="44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it-IT"/>
                </a:p>
              </p:txBody>
            </p:sp>
            <p:sp>
              <p:nvSpPr>
                <p:cNvPr id="127926201" name="Figura a mano libera: forma 96"/>
                <p:cNvSpPr/>
                <p:nvPr/>
              </p:nvSpPr>
              <p:spPr bwMode="auto">
                <a:xfrm>
                  <a:off x="11370200" y="377812"/>
                  <a:ext cx="285987" cy="142993"/>
                </a:xfrm>
                <a:custGeom>
                  <a:avLst/>
                  <a:gdLst>
                    <a:gd name="connsiteX0" fmla="*/ 285989 w 285988"/>
                    <a:gd name="connsiteY0" fmla="*/ 142994 h 142994"/>
                    <a:gd name="connsiteX1" fmla="*/ 285989 w 285988"/>
                    <a:gd name="connsiteY1" fmla="*/ 71497 h 142994"/>
                    <a:gd name="connsiteX2" fmla="*/ 271689 w 285988"/>
                    <a:gd name="connsiteY2" fmla="*/ 42898 h 142994"/>
                    <a:gd name="connsiteX3" fmla="*/ 201980 w 285988"/>
                    <a:gd name="connsiteY3" fmla="*/ 8937 h 142994"/>
                    <a:gd name="connsiteX4" fmla="*/ 142994 w 285988"/>
                    <a:gd name="connsiteY4" fmla="*/ 0 h 142994"/>
                    <a:gd name="connsiteX5" fmla="*/ 84009 w 285988"/>
                    <a:gd name="connsiteY5" fmla="*/ 8937 h 142994"/>
                    <a:gd name="connsiteX6" fmla="*/ 14299 w 285988"/>
                    <a:gd name="connsiteY6" fmla="*/ 42898 h 142994"/>
                    <a:gd name="connsiteX7" fmla="*/ 0 w 285988"/>
                    <a:gd name="connsiteY7" fmla="*/ 71497 h 142994"/>
                    <a:gd name="connsiteX8" fmla="*/ 0 w 285988"/>
                    <a:gd name="connsiteY8" fmla="*/ 142994 h 142994"/>
                    <a:gd name="connsiteX9" fmla="*/ 285989 w 285988"/>
                    <a:gd name="connsiteY9" fmla="*/ 142994 h 142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85988" h="142994" fill="norm" stroke="1" extrusionOk="0">
                      <a:moveTo>
                        <a:pt x="285989" y="142994"/>
                      </a:moveTo>
                      <a:lnTo>
                        <a:pt x="285989" y="71497"/>
                      </a:lnTo>
                      <a:cubicBezTo>
                        <a:pt x="285989" y="60773"/>
                        <a:pt x="280626" y="50048"/>
                        <a:pt x="271689" y="42898"/>
                      </a:cubicBezTo>
                      <a:cubicBezTo>
                        <a:pt x="252028" y="26811"/>
                        <a:pt x="227004" y="16087"/>
                        <a:pt x="201980" y="8937"/>
                      </a:cubicBezTo>
                      <a:cubicBezTo>
                        <a:pt x="184105" y="3575"/>
                        <a:pt x="164443" y="0"/>
                        <a:pt x="142994" y="0"/>
                      </a:cubicBezTo>
                      <a:cubicBezTo>
                        <a:pt x="123333" y="0"/>
                        <a:pt x="103671" y="3575"/>
                        <a:pt x="84009" y="8937"/>
                      </a:cubicBezTo>
                      <a:cubicBezTo>
                        <a:pt x="58985" y="16087"/>
                        <a:pt x="33961" y="28599"/>
                        <a:pt x="14299" y="42898"/>
                      </a:cubicBezTo>
                      <a:cubicBezTo>
                        <a:pt x="5362" y="50048"/>
                        <a:pt x="0" y="60773"/>
                        <a:pt x="0" y="71497"/>
                      </a:cubicBezTo>
                      <a:lnTo>
                        <a:pt x="0" y="142994"/>
                      </a:lnTo>
                      <a:lnTo>
                        <a:pt x="285989" y="142994"/>
                      </a:lnTo>
                      <a:close/>
                    </a:path>
                  </a:pathLst>
                </a:custGeom>
                <a:grpFill/>
                <a:ln w="44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it-IT"/>
                </a:p>
              </p:txBody>
            </p:sp>
          </p:grpSp>
        </p:grpSp>
      </p:grpSp>
      <p:sp>
        <p:nvSpPr>
          <p:cNvPr id="676634118" name="Ovale 2"/>
          <p:cNvSpPr/>
          <p:nvPr/>
        </p:nvSpPr>
        <p:spPr bwMode="auto">
          <a:xfrm>
            <a:off x="2598546" y="2952963"/>
            <a:ext cx="2173856" cy="21538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it-IT"/>
              <a:t>Aggiorna menù</a:t>
            </a:r>
            <a:endParaRPr/>
          </a:p>
        </p:txBody>
      </p:sp>
      <p:sp>
        <p:nvSpPr>
          <p:cNvPr id="860508021" name="Ovale 6"/>
          <p:cNvSpPr/>
          <p:nvPr/>
        </p:nvSpPr>
        <p:spPr bwMode="auto">
          <a:xfrm>
            <a:off x="6570452" y="2952963"/>
            <a:ext cx="2173856" cy="21538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it-IT"/>
              <a:t>Aggiorna informazioni del ristorante</a:t>
            </a:r>
            <a:endParaRPr/>
          </a:p>
        </p:txBody>
      </p:sp>
      <p:sp>
        <p:nvSpPr>
          <p:cNvPr id="276154794" name="CasellaDiTesto 24"/>
          <p:cNvSpPr txBox="1"/>
          <p:nvPr/>
        </p:nvSpPr>
        <p:spPr bwMode="auto">
          <a:xfrm>
            <a:off x="4255550" y="1459737"/>
            <a:ext cx="2730811" cy="461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400" b="1">
                <a:solidFill>
                  <a:schemeClr val="accent2"/>
                </a:solidFill>
              </a:rPr>
              <a:t>Cosa vuoi fare oggi?</a:t>
            </a:r>
            <a:endParaRPr/>
          </a:p>
        </p:txBody>
      </p:sp>
      <p:sp>
        <p:nvSpPr>
          <p:cNvPr id="1440093441" name="CasellaDiTesto 25"/>
          <p:cNvSpPr txBox="1"/>
          <p:nvPr/>
        </p:nvSpPr>
        <p:spPr bwMode="auto">
          <a:xfrm>
            <a:off x="5087832" y="1113460"/>
            <a:ext cx="1075935" cy="523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800" b="1">
                <a:solidFill>
                  <a:schemeClr val="accent2">
                    <a:lumMod val="50000"/>
                  </a:schemeClr>
                </a:solidFill>
              </a:rPr>
              <a:t>Home</a:t>
            </a:r>
            <a:endParaRPr/>
          </a:p>
        </p:txBody>
      </p:sp>
      <p:cxnSp>
        <p:nvCxnSpPr>
          <p:cNvPr id="754619326" name="Connettore diritto 4"/>
          <p:cNvCxnSpPr/>
          <p:nvPr/>
        </p:nvCxnSpPr>
        <p:spPr bwMode="auto">
          <a:xfrm>
            <a:off x="0" y="2201908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967410149" name="Connettore diritto 4"/>
          <p:cNvCxnSpPr/>
          <p:nvPr/>
        </p:nvCxnSpPr>
        <p:spPr bwMode="auto">
          <a:xfrm>
            <a:off x="0" y="939799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39151459" name="CasellaDiTesto 13"/>
          <p:cNvSpPr txBox="1"/>
          <p:nvPr/>
        </p:nvSpPr>
        <p:spPr bwMode="auto">
          <a:xfrm>
            <a:off x="534613" y="137259"/>
            <a:ext cx="3364285" cy="584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it-IT" sz="3200" spc="599">
                <a:solidFill>
                  <a:schemeClr val="accent2"/>
                </a:solidFill>
                <a:latin typeface="Aharoni"/>
                <a:cs typeface="Aharoni"/>
              </a:rPr>
              <a:t>PickyEaters</a:t>
            </a:r>
            <a:endParaRPr lang="it-IT" spc="599">
              <a:solidFill>
                <a:schemeClr val="accent2"/>
              </a:solidFill>
              <a:latin typeface="Aharoni"/>
              <a:cs typeface="Aharoni"/>
            </a:endParaRPr>
          </a:p>
        </p:txBody>
      </p:sp>
      <p:pic>
        <p:nvPicPr>
          <p:cNvPr id="1628846660" name="Elemento grafico 20" descr="Cursore con riempimento a tinta unita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1">
            <a:off x="0" y="136738"/>
            <a:ext cx="584775" cy="584775"/>
          </a:xfrm>
          <a:prstGeom prst="rect">
            <a:avLst/>
          </a:prstGeom>
        </p:spPr>
      </p:pic>
      <p:graphicFrame>
        <p:nvGraphicFramePr>
          <p:cNvPr id="974779331" name="Tabella 21"/>
          <p:cNvGraphicFramePr>
            <a:graphicFrameLocks xmlns:a="http://schemas.openxmlformats.org/drawingml/2006/main"/>
          </p:cNvGraphicFramePr>
          <p:nvPr/>
        </p:nvGraphicFramePr>
        <p:xfrm rot="0">
          <a:off x="435222" y="2890310"/>
          <a:ext cx="11578320" cy="333756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{21E4AEA4-8DFA-4A89-87EB-49C32662AFE0}</a:tableStyleId>
              </a:tblPr>
              <a:tblGrid>
                <a:gridCol w="2494620"/>
                <a:gridCol w="3985379"/>
                <a:gridCol w="3330000"/>
                <a:gridCol w="1768320"/>
              </a:tblGrid>
              <a:tr h="317727"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400" b="0" i="0" u="none" strike="noStrike" cap="none" spc="0">
                          <a:ln>
                            <a:noFill/>
                          </a:ln>
                          <a:solidFill>
                            <a:prstClr val="white"/>
                          </a:solidFill>
                          <a:latin typeface="Calibri"/>
                          <a:ea typeface="Arial"/>
                          <a:cs typeface="Arial"/>
                        </a:rPr>
                        <a:t>Nome piatto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400" b="0" i="0" u="none" strike="noStrike" cap="none" spc="0">
                          <a:ln>
                            <a:noFill/>
                          </a:ln>
                          <a:solidFill>
                            <a:prstClr val="white"/>
                          </a:solidFill>
                          <a:latin typeface="Calibri"/>
                          <a:ea typeface="Arial"/>
                          <a:cs typeface="Arial"/>
                        </a:rPr>
                        <a:t>Descrizione piatto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400" b="0" i="0" u="none" strike="noStrike" cap="none" spc="0">
                          <a:ln>
                            <a:noFill/>
                          </a:ln>
                          <a:solidFill>
                            <a:prstClr val="white"/>
                          </a:solidFill>
                          <a:latin typeface="Calibri"/>
                          <a:ea typeface="Arial"/>
                          <a:cs typeface="Arial"/>
                        </a:rPr>
                        <a:t>Ingredienti</a:t>
                      </a:r>
                      <a:endParaRPr/>
                    </a:p>
                  </a:txBody>
                  <a:tcPr>
                    <a:lnR w="12699" algn="ctr">
                      <a:noFill/>
                    </a:lnR>
                  </a:tcPr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it-IT" sz="1400" b="0" i="0" u="none" strike="noStrike" cap="none" spc="0">
                        <a:ln>
                          <a:noFill/>
                        </a:ln>
                        <a:solidFill>
                          <a:prstClr val="white"/>
                        </a:solidFill>
                        <a:latin typeface="Calibri"/>
                        <a:ea typeface="Arial"/>
                        <a:cs typeface="Arial"/>
                      </a:endParaRPr>
                    </a:p>
                  </a:txBody>
                  <a:tcPr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38099" algn="ctr">
                      <a:noFill/>
                    </a:lnB>
                    <a:noFill/>
                  </a:tcPr>
                </a:tc>
              </a:tr>
              <a:tr h="781606"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 sz="1200" b="0" i="0" u="none" strike="noStrik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Calibri"/>
                          <a:ea typeface="Arial"/>
                          <a:cs typeface="Arial"/>
                        </a:rPr>
                        <a:t>Spaghetti alla carbonara</a:t>
                      </a:r>
                      <a:endParaRPr lang="it-IT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 sz="1200" b="0" i="0" u="none" strike="noStrike" cap="none" spc="0">
                          <a:solidFill>
                            <a:schemeClr val="dk1"/>
                          </a:solidFill>
                          <a:latin typeface="Carlito"/>
                          <a:ea typeface="Carlito"/>
                          <a:cs typeface="Carlito"/>
                        </a:rPr>
                        <a:t>Spaghetti di grano 100% italiano trafilati al bronzo, croccante     guanciale </a:t>
                      </a:r>
                      <a:r>
                        <a:rPr lang="it-IT" sz="1200" b="0" i="0" u="none" strike="noStrike" cap="none" spc="0">
                          <a:solidFill>
                            <a:schemeClr val="dk1"/>
                          </a:solidFill>
                          <a:latin typeface="Carlito"/>
                          <a:ea typeface="Carlito"/>
                          <a:cs typeface="Carlito"/>
                        </a:rPr>
                        <a:t>amatriciano </a:t>
                      </a:r>
                      <a:r>
                        <a:rPr lang="it-IT" sz="1200" b="0" i="0" u="none" strike="noStrike" cap="none" spc="0">
                          <a:solidFill>
                            <a:schemeClr val="dk1"/>
                          </a:solidFill>
                          <a:latin typeface="Carlito"/>
                          <a:ea typeface="Carlito"/>
                          <a:cs typeface="Carlito"/>
                        </a:rPr>
                        <a:t>d’allevamento biologico, avvolgente crema di uova laziali a KM 0, pecorino romano DOP ed aromatico pepe nero appena macinato.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Spaghetti di grano duro,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Guanciale,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Uova,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Pecorino Romano DOP,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Pepe nero,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Sale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it-IT"/>
                    </a:p>
                  </a:txBody>
                  <a:tcPr>
                    <a:lnT w="38099" algn="ctr">
                      <a:noFill/>
                    </a:lnT>
                  </a:tcPr>
                </a:tc>
              </a:tr>
              <a:tr h="781606"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 sz="1200" b="0" i="0" u="none" strike="noStrik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Calibri"/>
                          <a:ea typeface="Arial"/>
                          <a:cs typeface="Arial"/>
                        </a:rPr>
                        <a:t>Risotto alla crema di scampi</a:t>
                      </a:r>
                      <a:endParaRPr lang="it-IT"/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Riso Carnaroli selezionato, mantecato con una vellutata crema di scampi preparata con crostacei freschi, sfumatura di vino bianco, delicato fumetto di pesce, burro e Parmigiano Reggiano, impreziosito da polpa di scampi.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Riso Carnaroli,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Scampi,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Fumetto di pesce,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Vino bianco,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Burro,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Parmigiano Reggiano,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Olio extravergine di oliva,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Prezzemolo,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Sale,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Pepe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it-IT"/>
                    </a:p>
                  </a:txBody>
                  <a:tcPr/>
                </a:tc>
              </a:tr>
              <a:tr h="781606"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 sz="1200" b="0" i="0" u="none" strike="noStrik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Calibri"/>
                          <a:ea typeface="Arial"/>
                          <a:cs typeface="Arial"/>
                        </a:rPr>
                        <a:t>Sautè di cozze</a:t>
                      </a:r>
                      <a:endParaRPr lang="it-IT"/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Cozze fresche selezionate, saltate in padella con olio extravergine di oliva, aglio dorato, vino bianco, pomodorini freschi e prezzemolo appena tritato, servite con fragranti crostini di pane tostato.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Cozze,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Olio extravergine di oliva,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Aglio,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Vino bianco,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Pomodorini,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Prezzemolo,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Pane per crostini,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Sale,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Pepe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it-IT"/>
                    </a:p>
                  </a:txBody>
                  <a:tcPr/>
                </a:tc>
              </a:tr>
              <a:tr h="925317"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 sz="1200" b="0" i="0" u="none" strike="noStrik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Calibri"/>
                          <a:ea typeface="Arial"/>
                          <a:cs typeface="Arial"/>
                        </a:rPr>
                        <a:t>Tiramisù</a:t>
                      </a:r>
                      <a:endParaRPr lang="it-IT"/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Soffici savoiardi imbevuti di caffè espresso, alternati a una vellutata crema al mascarpone con uova fresche e rifiniti con una generosa spolverata di cacao amaro.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Savoiardi,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Mascarpone,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Uova,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Caffè espresso,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Zucchero,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Cacao amaro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it-IT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97900931" name="Rettangolo 23"/>
          <p:cNvSpPr/>
          <p:nvPr/>
        </p:nvSpPr>
        <p:spPr bwMode="auto">
          <a:xfrm flipH="0" flipV="0">
            <a:off x="10330485" y="3663228"/>
            <a:ext cx="1627918" cy="30515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defRPr/>
            </a:pPr>
            <a:r>
              <a:rPr lang="it-IT" sz="1400">
                <a:solidFill>
                  <a:schemeClr val="accent1"/>
                </a:solidFill>
              </a:rPr>
              <a:t>Rimuovi piatto</a:t>
            </a:r>
            <a:endParaRPr/>
          </a:p>
        </p:txBody>
      </p:sp>
      <p:sp>
        <p:nvSpPr>
          <p:cNvPr id="1367623874" name="Rettangolo 26"/>
          <p:cNvSpPr/>
          <p:nvPr/>
        </p:nvSpPr>
        <p:spPr bwMode="auto">
          <a:xfrm flipH="0" flipV="0">
            <a:off x="10330485" y="4119651"/>
            <a:ext cx="1630438" cy="30515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defRPr/>
            </a:pPr>
            <a:r>
              <a:rPr lang="it-IT" sz="1400">
                <a:solidFill>
                  <a:schemeClr val="accent1"/>
                </a:solidFill>
              </a:rPr>
              <a:t>Modifica piatto</a:t>
            </a:r>
            <a:endParaRPr/>
          </a:p>
        </p:txBody>
      </p:sp>
      <p:sp>
        <p:nvSpPr>
          <p:cNvPr id="1547146054" name="Rettangolo 27"/>
          <p:cNvSpPr/>
          <p:nvPr/>
        </p:nvSpPr>
        <p:spPr bwMode="auto">
          <a:xfrm flipH="0" flipV="0">
            <a:off x="10330485" y="4490232"/>
            <a:ext cx="1623598" cy="30515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defRPr/>
            </a:pPr>
            <a:r>
              <a:rPr lang="it-IT" sz="1400" b="0" i="0" u="none" strike="noStrike" cap="none" spc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Rimuovi piatto</a:t>
            </a:r>
            <a:endParaRPr/>
          </a:p>
        </p:txBody>
      </p:sp>
      <p:sp>
        <p:nvSpPr>
          <p:cNvPr id="621066252" name="Rettangolo 28"/>
          <p:cNvSpPr/>
          <p:nvPr/>
        </p:nvSpPr>
        <p:spPr bwMode="auto">
          <a:xfrm flipH="0" flipV="0">
            <a:off x="10330485" y="4915865"/>
            <a:ext cx="1623598" cy="30515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defRPr/>
            </a:pPr>
            <a:r>
              <a:rPr lang="it-IT" sz="1400" b="0" i="0" u="none" strike="noStrike" cap="none" spc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Modifica piatto</a:t>
            </a:r>
            <a:endParaRPr/>
          </a:p>
        </p:txBody>
      </p:sp>
      <p:sp>
        <p:nvSpPr>
          <p:cNvPr id="711239038" name="Rettangolo 29"/>
          <p:cNvSpPr/>
          <p:nvPr/>
        </p:nvSpPr>
        <p:spPr bwMode="auto">
          <a:xfrm flipH="0" flipV="0">
            <a:off x="10330485" y="5291151"/>
            <a:ext cx="1623598" cy="30515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defRPr/>
            </a:pPr>
            <a:r>
              <a:rPr lang="it-IT" sz="1400" b="0" i="0" u="none" strike="noStrike" cap="none" spc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Rimuovi piatto</a:t>
            </a:r>
            <a:endParaRPr/>
          </a:p>
        </p:txBody>
      </p:sp>
      <p:sp>
        <p:nvSpPr>
          <p:cNvPr id="526331471" name="Rettangolo 31"/>
          <p:cNvSpPr/>
          <p:nvPr/>
        </p:nvSpPr>
        <p:spPr bwMode="auto">
          <a:xfrm flipH="0" flipV="0">
            <a:off x="10330485" y="3309186"/>
            <a:ext cx="1633678" cy="30515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defRPr/>
            </a:pPr>
            <a:r>
              <a:rPr lang="it-IT" sz="1400">
                <a:solidFill>
                  <a:schemeClr val="accent1"/>
                </a:solidFill>
              </a:rPr>
              <a:t>Modifica piatto</a:t>
            </a:r>
            <a:endParaRPr/>
          </a:p>
        </p:txBody>
      </p:sp>
      <p:sp>
        <p:nvSpPr>
          <p:cNvPr id="506880245" name="CasellaDiTesto 32"/>
          <p:cNvSpPr txBox="1"/>
          <p:nvPr/>
        </p:nvSpPr>
        <p:spPr bwMode="auto">
          <a:xfrm>
            <a:off x="8534795" y="205108"/>
            <a:ext cx="2764688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/>
              <a:t>Buongiorno, </a:t>
            </a:r>
            <a:r>
              <a:rPr lang="it-IT" b="1" i="1"/>
              <a:t>Luca Gasperini</a:t>
            </a:r>
            <a:endParaRPr/>
          </a:p>
        </p:txBody>
      </p:sp>
      <p:sp>
        <p:nvSpPr>
          <p:cNvPr id="1255194745" name="CasellaDiTesto 24"/>
          <p:cNvSpPr txBox="1"/>
          <p:nvPr/>
        </p:nvSpPr>
        <p:spPr bwMode="auto">
          <a:xfrm>
            <a:off x="5001702" y="1459737"/>
            <a:ext cx="1692701" cy="4575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400" b="1">
                <a:solidFill>
                  <a:schemeClr val="accent2"/>
                </a:solidFill>
                <a:latin typeface="Carlito"/>
                <a:ea typeface="Carlito"/>
                <a:cs typeface="Carlito"/>
              </a:rPr>
              <a:t>Il mio menù</a:t>
            </a:r>
            <a:endParaRPr>
              <a:latin typeface="Carlito"/>
              <a:cs typeface="Carlito"/>
            </a:endParaRPr>
          </a:p>
        </p:txBody>
      </p:sp>
      <p:sp>
        <p:nvSpPr>
          <p:cNvPr id="1903075748" name="CasellaDiTesto 25"/>
          <p:cNvSpPr txBox="1"/>
          <p:nvPr/>
        </p:nvSpPr>
        <p:spPr bwMode="auto">
          <a:xfrm>
            <a:off x="4724275" y="1113459"/>
            <a:ext cx="2437862" cy="5185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800" b="1">
                <a:solidFill>
                  <a:schemeClr val="accent2">
                    <a:lumMod val="50000"/>
                  </a:schemeClr>
                </a:solidFill>
                <a:latin typeface="Carlito"/>
                <a:ea typeface="Carlito"/>
                <a:cs typeface="Carlito"/>
              </a:rPr>
              <a:t>Aggiorna menù</a:t>
            </a:r>
            <a:endParaRPr>
              <a:latin typeface="Carlito"/>
              <a:cs typeface="Carlito"/>
            </a:endParaRPr>
          </a:p>
        </p:txBody>
      </p:sp>
      <p:cxnSp>
        <p:nvCxnSpPr>
          <p:cNvPr id="1814243301" name="Connettore diritto 4"/>
          <p:cNvCxnSpPr/>
          <p:nvPr/>
        </p:nvCxnSpPr>
        <p:spPr bwMode="auto">
          <a:xfrm>
            <a:off x="0" y="2201907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257877191" name="Gruppo 61"/>
          <p:cNvGrpSpPr/>
          <p:nvPr/>
        </p:nvGrpSpPr>
        <p:grpSpPr bwMode="auto">
          <a:xfrm rot="0" flipH="0" flipV="0">
            <a:off x="482953" y="2411255"/>
            <a:ext cx="1472090" cy="257113"/>
            <a:chOff x="0" y="0"/>
            <a:chExt cx="1472090" cy="257113"/>
          </a:xfrm>
        </p:grpSpPr>
        <p:sp>
          <p:nvSpPr>
            <p:cNvPr id="93581863" name="Rettangolo con angoli arrotondati 62"/>
            <p:cNvSpPr/>
            <p:nvPr/>
          </p:nvSpPr>
          <p:spPr bwMode="auto">
            <a:xfrm>
              <a:off x="0" y="0"/>
              <a:ext cx="1445249" cy="257113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rgbClr val="00000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115412401" name="CasellaDiTesto 63"/>
            <p:cNvSpPr txBox="1"/>
            <p:nvPr/>
          </p:nvSpPr>
          <p:spPr bwMode="auto">
            <a:xfrm flipH="0" flipV="0">
              <a:off x="51660" y="12550"/>
              <a:ext cx="1420429" cy="232011"/>
            </a:xfrm>
            <a:prstGeom prst="rect">
              <a:avLst/>
            </a:prstGeom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68" anchor="ctr" anchorCtr="0">
              <a:noAutofit/>
            </a:bodyPr>
            <a:lstStyle/>
            <a:p>
              <a:pPr marL="0" lvl="0" indent="0" algn="l" defTabSz="533399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it-IT" sz="1200" b="1">
                  <a:solidFill>
                    <a:schemeClr val="accent2">
                      <a:lumMod val="50000"/>
                    </a:schemeClr>
                  </a:solidFill>
                </a:rPr>
                <a:t>+ Aggiungi piatto</a:t>
              </a:r>
              <a:endParaRPr/>
            </a:p>
          </p:txBody>
        </p:sp>
      </p:grpSp>
      <p:sp>
        <p:nvSpPr>
          <p:cNvPr id="718206650" name="Rettangolo 28"/>
          <p:cNvSpPr/>
          <p:nvPr/>
        </p:nvSpPr>
        <p:spPr bwMode="auto">
          <a:xfrm flipH="0" flipV="0">
            <a:off x="10330485" y="5798090"/>
            <a:ext cx="1623956" cy="30515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defRPr/>
            </a:pPr>
            <a:r>
              <a:rPr lang="it-IT" sz="1400" b="0" i="0" u="none" strike="noStrike" cap="none" spc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Modifica piatto</a:t>
            </a:r>
            <a:endParaRPr/>
          </a:p>
        </p:txBody>
      </p:sp>
      <p:sp>
        <p:nvSpPr>
          <p:cNvPr id="373954302" name="Rettangolo 29"/>
          <p:cNvSpPr/>
          <p:nvPr/>
        </p:nvSpPr>
        <p:spPr bwMode="auto">
          <a:xfrm flipH="0" flipV="0">
            <a:off x="10330485" y="6173374"/>
            <a:ext cx="1623956" cy="30515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defRPr/>
            </a:pPr>
            <a:r>
              <a:rPr lang="it-IT" sz="1400" b="0" i="0" u="none" strike="noStrike" cap="none" spc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Rimuovi piatto</a:t>
            </a:r>
            <a:endParaRPr/>
          </a:p>
        </p:txBody>
      </p:sp>
      <p:grpSp>
        <p:nvGrpSpPr>
          <p:cNvPr id="1071640007" name="Gruppo 97"/>
          <p:cNvGrpSpPr/>
          <p:nvPr/>
        </p:nvGrpSpPr>
        <p:grpSpPr bwMode="auto">
          <a:xfrm>
            <a:off x="11357834" y="171518"/>
            <a:ext cx="547551" cy="405689"/>
            <a:chOff x="0" y="0"/>
            <a:chExt cx="547551" cy="405689"/>
          </a:xfrm>
        </p:grpSpPr>
        <p:sp>
          <p:nvSpPr>
            <p:cNvPr id="852954421" name="Rettangolo con angoli arrotondati 91"/>
            <p:cNvSpPr/>
            <p:nvPr/>
          </p:nvSpPr>
          <p:spPr bwMode="auto">
            <a:xfrm>
              <a:off x="0" y="0"/>
              <a:ext cx="547551" cy="405689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>
                <a:defRPr/>
              </a:pPr>
              <a:endParaRPr lang="it-IT"/>
            </a:p>
          </p:txBody>
        </p:sp>
        <p:grpSp>
          <p:nvGrpSpPr>
            <p:cNvPr id="1275962464" name="Gruppo 92"/>
            <p:cNvGrpSpPr/>
            <p:nvPr/>
          </p:nvGrpSpPr>
          <p:grpSpPr bwMode="auto">
            <a:xfrm>
              <a:off x="58556" y="89284"/>
              <a:ext cx="436966" cy="226758"/>
              <a:chOff x="0" y="0"/>
              <a:chExt cx="436966" cy="226758"/>
            </a:xfrm>
            <a:solidFill>
              <a:schemeClr val="bg1"/>
            </a:solidFill>
          </p:grpSpPr>
          <p:sp>
            <p:nvSpPr>
              <p:cNvPr id="11591867" name="Elemento grafico 76" descr="Accento circonflesso verso il basso con riempimento a tinta unita"/>
              <p:cNvSpPr/>
              <p:nvPr/>
            </p:nvSpPr>
            <p:spPr bwMode="auto">
              <a:xfrm>
                <a:off x="276744" y="86670"/>
                <a:ext cx="160221" cy="91240"/>
              </a:xfrm>
              <a:custGeom>
                <a:avLst/>
                <a:gdLst>
                  <a:gd name="connsiteX0" fmla="*/ 106321 w 212620"/>
                  <a:gd name="connsiteY0" fmla="*/ 122264 h 122264"/>
                  <a:gd name="connsiteX1" fmla="*/ 0 w 212620"/>
                  <a:gd name="connsiteY1" fmla="*/ 15966 h 122264"/>
                  <a:gd name="connsiteX2" fmla="*/ 15962 w 212620"/>
                  <a:gd name="connsiteY2" fmla="*/ 0 h 122264"/>
                  <a:gd name="connsiteX3" fmla="*/ 106321 w 212620"/>
                  <a:gd name="connsiteY3" fmla="*/ 90341 h 122264"/>
                  <a:gd name="connsiteX4" fmla="*/ 196659 w 212620"/>
                  <a:gd name="connsiteY4" fmla="*/ 4 h 122264"/>
                  <a:gd name="connsiteX5" fmla="*/ 212620 w 212620"/>
                  <a:gd name="connsiteY5" fmla="*/ 15966 h 122264"/>
                  <a:gd name="connsiteX6" fmla="*/ 106321 w 212620"/>
                  <a:gd name="connsiteY6" fmla="*/ 122264 h 1222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2620" h="122264" fill="norm" stroke="1" extrusionOk="0">
                    <a:moveTo>
                      <a:pt x="106321" y="122264"/>
                    </a:moveTo>
                    <a:lnTo>
                      <a:pt x="0" y="15966"/>
                    </a:lnTo>
                    <a:lnTo>
                      <a:pt x="15962" y="0"/>
                    </a:lnTo>
                    <a:lnTo>
                      <a:pt x="106321" y="90341"/>
                    </a:lnTo>
                    <a:lnTo>
                      <a:pt x="196659" y="4"/>
                    </a:lnTo>
                    <a:lnTo>
                      <a:pt x="212620" y="15966"/>
                    </a:lnTo>
                    <a:lnTo>
                      <a:pt x="106321" y="122264"/>
                    </a:lnTo>
                    <a:close/>
                  </a:path>
                </a:pathLst>
              </a:custGeom>
              <a:grpFill/>
              <a:ln w="36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it-IT"/>
              </a:p>
            </p:txBody>
          </p:sp>
          <p:grpSp>
            <p:nvGrpSpPr>
              <p:cNvPr id="1044901136" name="Elemento grafico 78" descr="Utente con riempimento a tinta unita"/>
              <p:cNvGrpSpPr/>
              <p:nvPr/>
            </p:nvGrpSpPr>
            <p:grpSpPr bwMode="auto">
              <a:xfrm>
                <a:off x="0" y="0"/>
                <a:ext cx="215509" cy="226758"/>
                <a:chOff x="0" y="0"/>
                <a:chExt cx="215509" cy="226758"/>
              </a:xfrm>
              <a:grpFill/>
            </p:grpSpPr>
            <p:sp>
              <p:nvSpPr>
                <p:cNvPr id="1351116921" name="Figura a mano libera: forma 95"/>
                <p:cNvSpPr/>
                <p:nvPr/>
              </p:nvSpPr>
              <p:spPr bwMode="auto">
                <a:xfrm>
                  <a:off x="53877" y="0"/>
                  <a:ext cx="107754" cy="106710"/>
                </a:xfrm>
                <a:custGeom>
                  <a:avLst/>
                  <a:gdLst>
                    <a:gd name="connsiteX0" fmla="*/ 142994 w 142994"/>
                    <a:gd name="connsiteY0" fmla="*/ 71497 h 142994"/>
                    <a:gd name="connsiteX1" fmla="*/ 71497 w 142994"/>
                    <a:gd name="connsiteY1" fmla="*/ 142994 h 142994"/>
                    <a:gd name="connsiteX2" fmla="*/ 0 w 142994"/>
                    <a:gd name="connsiteY2" fmla="*/ 71497 h 142994"/>
                    <a:gd name="connsiteX3" fmla="*/ 71497 w 142994"/>
                    <a:gd name="connsiteY3" fmla="*/ 0 h 142994"/>
                    <a:gd name="connsiteX4" fmla="*/ 142994 w 142994"/>
                    <a:gd name="connsiteY4" fmla="*/ 71497 h 142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2994" h="142994" fill="norm" stroke="1" extrusionOk="0">
                      <a:moveTo>
                        <a:pt x="142994" y="71497"/>
                      </a:moveTo>
                      <a:cubicBezTo>
                        <a:pt x="142994" y="110984"/>
                        <a:pt x="110984" y="142994"/>
                        <a:pt x="71497" y="142994"/>
                      </a:cubicBezTo>
                      <a:cubicBezTo>
                        <a:pt x="32010" y="142994"/>
                        <a:pt x="0" y="110984"/>
                        <a:pt x="0" y="71497"/>
                      </a:cubicBezTo>
                      <a:cubicBezTo>
                        <a:pt x="0" y="32010"/>
                        <a:pt x="32010" y="0"/>
                        <a:pt x="71497" y="0"/>
                      </a:cubicBezTo>
                      <a:cubicBezTo>
                        <a:pt x="110984" y="0"/>
                        <a:pt x="142994" y="32010"/>
                        <a:pt x="142994" y="71497"/>
                      </a:cubicBezTo>
                      <a:close/>
                    </a:path>
                  </a:pathLst>
                </a:custGeom>
                <a:grpFill/>
                <a:ln w="44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it-IT"/>
                </a:p>
              </p:txBody>
            </p:sp>
            <p:sp>
              <p:nvSpPr>
                <p:cNvPr id="1997661457" name="Figura a mano libera: forma 96"/>
                <p:cNvSpPr/>
                <p:nvPr/>
              </p:nvSpPr>
              <p:spPr bwMode="auto">
                <a:xfrm>
                  <a:off x="0" y="120048"/>
                  <a:ext cx="215509" cy="106710"/>
                </a:xfrm>
                <a:custGeom>
                  <a:avLst/>
                  <a:gdLst>
                    <a:gd name="connsiteX0" fmla="*/ 285989 w 285988"/>
                    <a:gd name="connsiteY0" fmla="*/ 142994 h 142994"/>
                    <a:gd name="connsiteX1" fmla="*/ 285989 w 285988"/>
                    <a:gd name="connsiteY1" fmla="*/ 71497 h 142994"/>
                    <a:gd name="connsiteX2" fmla="*/ 271689 w 285988"/>
                    <a:gd name="connsiteY2" fmla="*/ 42898 h 142994"/>
                    <a:gd name="connsiteX3" fmla="*/ 201980 w 285988"/>
                    <a:gd name="connsiteY3" fmla="*/ 8937 h 142994"/>
                    <a:gd name="connsiteX4" fmla="*/ 142994 w 285988"/>
                    <a:gd name="connsiteY4" fmla="*/ 0 h 142994"/>
                    <a:gd name="connsiteX5" fmla="*/ 84009 w 285988"/>
                    <a:gd name="connsiteY5" fmla="*/ 8937 h 142994"/>
                    <a:gd name="connsiteX6" fmla="*/ 14299 w 285988"/>
                    <a:gd name="connsiteY6" fmla="*/ 42898 h 142994"/>
                    <a:gd name="connsiteX7" fmla="*/ 0 w 285988"/>
                    <a:gd name="connsiteY7" fmla="*/ 71497 h 142994"/>
                    <a:gd name="connsiteX8" fmla="*/ 0 w 285988"/>
                    <a:gd name="connsiteY8" fmla="*/ 142994 h 142994"/>
                    <a:gd name="connsiteX9" fmla="*/ 285989 w 285988"/>
                    <a:gd name="connsiteY9" fmla="*/ 142994 h 142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85988" h="142994" fill="norm" stroke="1" extrusionOk="0">
                      <a:moveTo>
                        <a:pt x="285989" y="142994"/>
                      </a:moveTo>
                      <a:lnTo>
                        <a:pt x="285989" y="71497"/>
                      </a:lnTo>
                      <a:cubicBezTo>
                        <a:pt x="285989" y="60773"/>
                        <a:pt x="280626" y="50048"/>
                        <a:pt x="271689" y="42898"/>
                      </a:cubicBezTo>
                      <a:cubicBezTo>
                        <a:pt x="252028" y="26811"/>
                        <a:pt x="227004" y="16087"/>
                        <a:pt x="201980" y="8937"/>
                      </a:cubicBezTo>
                      <a:cubicBezTo>
                        <a:pt x="184105" y="3575"/>
                        <a:pt x="164443" y="0"/>
                        <a:pt x="142994" y="0"/>
                      </a:cubicBezTo>
                      <a:cubicBezTo>
                        <a:pt x="123333" y="0"/>
                        <a:pt x="103671" y="3575"/>
                        <a:pt x="84009" y="8937"/>
                      </a:cubicBezTo>
                      <a:cubicBezTo>
                        <a:pt x="58985" y="16087"/>
                        <a:pt x="33961" y="28599"/>
                        <a:pt x="14299" y="42898"/>
                      </a:cubicBezTo>
                      <a:cubicBezTo>
                        <a:pt x="5362" y="50048"/>
                        <a:pt x="0" y="60773"/>
                        <a:pt x="0" y="71497"/>
                      </a:cubicBezTo>
                      <a:lnTo>
                        <a:pt x="0" y="142994"/>
                      </a:lnTo>
                      <a:lnTo>
                        <a:pt x="285989" y="142994"/>
                      </a:lnTo>
                      <a:close/>
                    </a:path>
                  </a:pathLst>
                </a:custGeom>
                <a:grpFill/>
                <a:ln w="44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it-IT"/>
                </a:p>
              </p:txBody>
            </p:sp>
          </p:grpSp>
        </p:grpSp>
      </p:grpSp>
      <p:grpSp>
        <p:nvGrpSpPr>
          <p:cNvPr id="760805211" name="Gruppo 143"/>
          <p:cNvGrpSpPr/>
          <p:nvPr/>
        </p:nvGrpSpPr>
        <p:grpSpPr bwMode="auto">
          <a:xfrm>
            <a:off x="482953" y="1326819"/>
            <a:ext cx="960195" cy="305159"/>
            <a:chOff x="0" y="0"/>
            <a:chExt cx="960195" cy="305159"/>
          </a:xfrm>
        </p:grpSpPr>
        <p:sp>
          <p:nvSpPr>
            <p:cNvPr id="1897861925" name="Rettangolo 123"/>
            <p:cNvSpPr/>
            <p:nvPr/>
          </p:nvSpPr>
          <p:spPr bwMode="auto">
            <a:xfrm>
              <a:off x="0" y="0"/>
              <a:ext cx="960195" cy="30515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r">
                <a:defRPr/>
              </a:pPr>
              <a:r>
                <a:rPr lang="it-IT" sz="1400">
                  <a:solidFill>
                    <a:schemeClr val="accent1"/>
                  </a:solidFill>
                </a:rPr>
                <a:t>Indietro</a:t>
              </a:r>
              <a:endParaRPr/>
            </a:p>
          </p:txBody>
        </p:sp>
        <p:pic>
          <p:nvPicPr>
            <p:cNvPr id="1753160849" name="Elemento grafico 141" descr="Accento circonflesso verso sinistra con riempimento a tinta unita"/>
            <p:cNvPicPr>
              <a:picLocks noChangeAspect="1"/>
            </p:cNvPicPr>
            <p:nvPr/>
          </p:nvPicPr>
          <p:blipFill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/>
          </p:blipFill>
          <p:spPr bwMode="auto">
            <a:xfrm>
              <a:off x="55584" y="45899"/>
              <a:ext cx="228315" cy="228315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898405020" name="Connettore diritto 4"/>
          <p:cNvCxnSpPr/>
          <p:nvPr/>
        </p:nvCxnSpPr>
        <p:spPr bwMode="auto">
          <a:xfrm>
            <a:off x="0" y="939800"/>
            <a:ext cx="12192000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24339372" name="CasellaDiTesto 13"/>
          <p:cNvSpPr txBox="1"/>
          <p:nvPr/>
        </p:nvSpPr>
        <p:spPr bwMode="auto">
          <a:xfrm>
            <a:off x="534614" y="137259"/>
            <a:ext cx="3364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it-IT" sz="3200" spc="600">
                <a:solidFill>
                  <a:schemeClr val="accent2"/>
                </a:solidFill>
                <a:latin typeface="Aharoni"/>
                <a:cs typeface="Aharoni"/>
              </a:rPr>
              <a:t>PickyEaters</a:t>
            </a:r>
            <a:endParaRPr lang="it-IT" spc="600">
              <a:solidFill>
                <a:schemeClr val="accent2"/>
              </a:solidFill>
              <a:latin typeface="Aharoni"/>
              <a:cs typeface="Aharoni"/>
            </a:endParaRPr>
          </a:p>
        </p:txBody>
      </p:sp>
      <p:pic>
        <p:nvPicPr>
          <p:cNvPr id="1116914725" name="Elemento grafico 20" descr="Cursore con riempimento a tinta unita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1">
            <a:off x="0" y="136739"/>
            <a:ext cx="584775" cy="584775"/>
          </a:xfrm>
          <a:prstGeom prst="rect">
            <a:avLst/>
          </a:prstGeom>
        </p:spPr>
      </p:pic>
      <p:grpSp>
        <p:nvGrpSpPr>
          <p:cNvPr id="462598605" name="Gruppo 21"/>
          <p:cNvGrpSpPr/>
          <p:nvPr/>
        </p:nvGrpSpPr>
        <p:grpSpPr bwMode="auto">
          <a:xfrm>
            <a:off x="311159" y="2554088"/>
            <a:ext cx="4032129" cy="713016"/>
            <a:chOff x="311160" y="2091710"/>
            <a:chExt cx="4032129" cy="713016"/>
          </a:xfrm>
        </p:grpSpPr>
        <p:sp>
          <p:nvSpPr>
            <p:cNvPr id="23" name="CasellaDiTesto 22"/>
            <p:cNvSpPr txBox="1"/>
            <p:nvPr/>
          </p:nvSpPr>
          <p:spPr bwMode="auto">
            <a:xfrm>
              <a:off x="311160" y="2422044"/>
              <a:ext cx="40321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it-IT" sz="1600" b="1">
                  <a:solidFill>
                    <a:schemeClr val="bg1"/>
                  </a:solidFill>
                </a:rPr>
                <a:t>A che categoria appartiene il piatto?</a:t>
              </a:r>
              <a:endParaRPr/>
            </a:p>
          </p:txBody>
        </p:sp>
        <p:sp>
          <p:nvSpPr>
            <p:cNvPr id="42" name="CasellaDiTesto 41"/>
            <p:cNvSpPr txBox="1"/>
            <p:nvPr/>
          </p:nvSpPr>
          <p:spPr bwMode="auto">
            <a:xfrm>
              <a:off x="542647" y="2091710"/>
              <a:ext cx="3678954" cy="713016"/>
            </a:xfrm>
            <a:custGeom>
              <a:avLst/>
              <a:gdLst>
                <a:gd name="connsiteX0" fmla="*/ 0 w 3678954"/>
                <a:gd name="connsiteY0" fmla="*/ 0 h 713016"/>
                <a:gd name="connsiteX1" fmla="*/ 525565 w 3678954"/>
                <a:gd name="connsiteY1" fmla="*/ 0 h 713016"/>
                <a:gd name="connsiteX2" fmla="*/ 1087919 w 3678954"/>
                <a:gd name="connsiteY2" fmla="*/ 0 h 713016"/>
                <a:gd name="connsiteX3" fmla="*/ 1576695 w 3678954"/>
                <a:gd name="connsiteY3" fmla="*/ 0 h 713016"/>
                <a:gd name="connsiteX4" fmla="*/ 2102259 w 3678954"/>
                <a:gd name="connsiteY4" fmla="*/ 0 h 713016"/>
                <a:gd name="connsiteX5" fmla="*/ 2627824 w 3678954"/>
                <a:gd name="connsiteY5" fmla="*/ 0 h 713016"/>
                <a:gd name="connsiteX6" fmla="*/ 3116600 w 3678954"/>
                <a:gd name="connsiteY6" fmla="*/ 0 h 713016"/>
                <a:gd name="connsiteX7" fmla="*/ 3678954 w 3678954"/>
                <a:gd name="connsiteY7" fmla="*/ 0 h 713016"/>
                <a:gd name="connsiteX8" fmla="*/ 3678954 w 3678954"/>
                <a:gd name="connsiteY8" fmla="*/ 363638 h 713016"/>
                <a:gd name="connsiteX9" fmla="*/ 3678954 w 3678954"/>
                <a:gd name="connsiteY9" fmla="*/ 713016 h 713016"/>
                <a:gd name="connsiteX10" fmla="*/ 3226968 w 3678954"/>
                <a:gd name="connsiteY10" fmla="*/ 713016 h 713016"/>
                <a:gd name="connsiteX11" fmla="*/ 2664614 w 3678954"/>
                <a:gd name="connsiteY11" fmla="*/ 713016 h 713016"/>
                <a:gd name="connsiteX12" fmla="*/ 2212628 w 3678954"/>
                <a:gd name="connsiteY12" fmla="*/ 713016 h 713016"/>
                <a:gd name="connsiteX13" fmla="*/ 1760642 w 3678954"/>
                <a:gd name="connsiteY13" fmla="*/ 713016 h 713016"/>
                <a:gd name="connsiteX14" fmla="*/ 1198288 w 3678954"/>
                <a:gd name="connsiteY14" fmla="*/ 713016 h 713016"/>
                <a:gd name="connsiteX15" fmla="*/ 709513 w 3678954"/>
                <a:gd name="connsiteY15" fmla="*/ 713016 h 713016"/>
                <a:gd name="connsiteX16" fmla="*/ 0 w 3678954"/>
                <a:gd name="connsiteY16" fmla="*/ 713016 h 713016"/>
                <a:gd name="connsiteX17" fmla="*/ 0 w 3678954"/>
                <a:gd name="connsiteY17" fmla="*/ 370768 h 713016"/>
                <a:gd name="connsiteX18" fmla="*/ 0 w 3678954"/>
                <a:gd name="connsiteY18" fmla="*/ 0 h 713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678954" h="713016" fill="none" stroke="1" extrusionOk="0">
                  <a:moveTo>
                    <a:pt x="0" y="0"/>
                  </a:moveTo>
                  <a:cubicBezTo>
                    <a:pt x="106438" y="-4997"/>
                    <a:pt x="290281" y="12720"/>
                    <a:pt x="525565" y="0"/>
                  </a:cubicBezTo>
                  <a:cubicBezTo>
                    <a:pt x="760849" y="-12720"/>
                    <a:pt x="944033" y="41878"/>
                    <a:pt x="1087919" y="0"/>
                  </a:cubicBezTo>
                  <a:cubicBezTo>
                    <a:pt x="1231805" y="-41878"/>
                    <a:pt x="1434944" y="36466"/>
                    <a:pt x="1576695" y="0"/>
                  </a:cubicBezTo>
                  <a:cubicBezTo>
                    <a:pt x="1718446" y="-36466"/>
                    <a:pt x="1870168" y="52935"/>
                    <a:pt x="2102259" y="0"/>
                  </a:cubicBezTo>
                  <a:cubicBezTo>
                    <a:pt x="2334350" y="-52935"/>
                    <a:pt x="2498891" y="34467"/>
                    <a:pt x="2627824" y="0"/>
                  </a:cubicBezTo>
                  <a:cubicBezTo>
                    <a:pt x="2756758" y="-34467"/>
                    <a:pt x="2986951" y="19835"/>
                    <a:pt x="3116600" y="0"/>
                  </a:cubicBezTo>
                  <a:cubicBezTo>
                    <a:pt x="3246249" y="-19835"/>
                    <a:pt x="3495103" y="18411"/>
                    <a:pt x="3678954" y="0"/>
                  </a:cubicBezTo>
                  <a:cubicBezTo>
                    <a:pt x="3696401" y="97946"/>
                    <a:pt x="3659628" y="230606"/>
                    <a:pt x="3678954" y="363638"/>
                  </a:cubicBezTo>
                  <a:cubicBezTo>
                    <a:pt x="3698280" y="496670"/>
                    <a:pt x="3675102" y="600816"/>
                    <a:pt x="3678954" y="713016"/>
                  </a:cubicBezTo>
                  <a:cubicBezTo>
                    <a:pt x="3515749" y="735965"/>
                    <a:pt x="3388328" y="679855"/>
                    <a:pt x="3226968" y="713016"/>
                  </a:cubicBezTo>
                  <a:cubicBezTo>
                    <a:pt x="3065608" y="746177"/>
                    <a:pt x="2789577" y="686206"/>
                    <a:pt x="2664614" y="713016"/>
                  </a:cubicBezTo>
                  <a:cubicBezTo>
                    <a:pt x="2539651" y="739826"/>
                    <a:pt x="2358840" y="668039"/>
                    <a:pt x="2212628" y="713016"/>
                  </a:cubicBezTo>
                  <a:cubicBezTo>
                    <a:pt x="2066416" y="757993"/>
                    <a:pt x="1974174" y="698246"/>
                    <a:pt x="1760642" y="713016"/>
                  </a:cubicBezTo>
                  <a:cubicBezTo>
                    <a:pt x="1547110" y="727786"/>
                    <a:pt x="1332764" y="706061"/>
                    <a:pt x="1198288" y="713016"/>
                  </a:cubicBezTo>
                  <a:cubicBezTo>
                    <a:pt x="1063812" y="719971"/>
                    <a:pt x="876579" y="655965"/>
                    <a:pt x="709513" y="713016"/>
                  </a:cubicBezTo>
                  <a:cubicBezTo>
                    <a:pt x="542447" y="770067"/>
                    <a:pt x="240243" y="629967"/>
                    <a:pt x="0" y="713016"/>
                  </a:cubicBezTo>
                  <a:cubicBezTo>
                    <a:pt x="-1346" y="573898"/>
                    <a:pt x="37630" y="457402"/>
                    <a:pt x="0" y="370768"/>
                  </a:cubicBezTo>
                  <a:cubicBezTo>
                    <a:pt x="-37630" y="284134"/>
                    <a:pt x="30866" y="172819"/>
                    <a:pt x="0" y="0"/>
                  </a:cubicBezTo>
                  <a:close/>
                </a:path>
                <a:path w="3678954" h="713016" fill="norm" stroke="0" extrusionOk="0">
                  <a:moveTo>
                    <a:pt x="0" y="0"/>
                  </a:moveTo>
                  <a:cubicBezTo>
                    <a:pt x="103131" y="-9360"/>
                    <a:pt x="292001" y="40606"/>
                    <a:pt x="488775" y="0"/>
                  </a:cubicBezTo>
                  <a:cubicBezTo>
                    <a:pt x="685549" y="-40606"/>
                    <a:pt x="768138" y="39139"/>
                    <a:pt x="1014340" y="0"/>
                  </a:cubicBezTo>
                  <a:cubicBezTo>
                    <a:pt x="1260543" y="-39139"/>
                    <a:pt x="1339992" y="60992"/>
                    <a:pt x="1539905" y="0"/>
                  </a:cubicBezTo>
                  <a:cubicBezTo>
                    <a:pt x="1739819" y="-60992"/>
                    <a:pt x="1835688" y="24468"/>
                    <a:pt x="1955101" y="0"/>
                  </a:cubicBezTo>
                  <a:cubicBezTo>
                    <a:pt x="2074514" y="-24468"/>
                    <a:pt x="2338163" y="31478"/>
                    <a:pt x="2480666" y="0"/>
                  </a:cubicBezTo>
                  <a:cubicBezTo>
                    <a:pt x="2623170" y="-31478"/>
                    <a:pt x="2799086" y="44158"/>
                    <a:pt x="3079810" y="0"/>
                  </a:cubicBezTo>
                  <a:cubicBezTo>
                    <a:pt x="3360534" y="-44158"/>
                    <a:pt x="3398958" y="63391"/>
                    <a:pt x="3678954" y="0"/>
                  </a:cubicBezTo>
                  <a:cubicBezTo>
                    <a:pt x="3701422" y="153123"/>
                    <a:pt x="3649368" y="180147"/>
                    <a:pt x="3678954" y="356508"/>
                  </a:cubicBezTo>
                  <a:cubicBezTo>
                    <a:pt x="3708540" y="532869"/>
                    <a:pt x="3642430" y="618845"/>
                    <a:pt x="3678954" y="713016"/>
                  </a:cubicBezTo>
                  <a:cubicBezTo>
                    <a:pt x="3428851" y="726921"/>
                    <a:pt x="3396913" y="671597"/>
                    <a:pt x="3153389" y="713016"/>
                  </a:cubicBezTo>
                  <a:cubicBezTo>
                    <a:pt x="2909866" y="754435"/>
                    <a:pt x="2831314" y="660195"/>
                    <a:pt x="2701403" y="713016"/>
                  </a:cubicBezTo>
                  <a:cubicBezTo>
                    <a:pt x="2571492" y="765837"/>
                    <a:pt x="2345691" y="673526"/>
                    <a:pt x="2102259" y="713016"/>
                  </a:cubicBezTo>
                  <a:cubicBezTo>
                    <a:pt x="1858827" y="752506"/>
                    <a:pt x="1864375" y="692526"/>
                    <a:pt x="1650274" y="713016"/>
                  </a:cubicBezTo>
                  <a:cubicBezTo>
                    <a:pt x="1436174" y="733506"/>
                    <a:pt x="1327173" y="694293"/>
                    <a:pt x="1198288" y="713016"/>
                  </a:cubicBezTo>
                  <a:cubicBezTo>
                    <a:pt x="1069403" y="731739"/>
                    <a:pt x="878107" y="663824"/>
                    <a:pt x="746302" y="713016"/>
                  </a:cubicBezTo>
                  <a:cubicBezTo>
                    <a:pt x="614497" y="762208"/>
                    <a:pt x="232841" y="643641"/>
                    <a:pt x="0" y="713016"/>
                  </a:cubicBezTo>
                  <a:cubicBezTo>
                    <a:pt x="-27456" y="584045"/>
                    <a:pt x="861" y="498799"/>
                    <a:pt x="0" y="356508"/>
                  </a:cubicBezTo>
                  <a:cubicBezTo>
                    <a:pt x="-861" y="214217"/>
                    <a:pt x="37318" y="17639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pPr>
                <a:defRPr/>
              </a:pPr>
              <a:r>
                <a:rPr lang="it-IT" sz="1400" b="1">
                  <a:solidFill>
                    <a:schemeClr val="bg1"/>
                  </a:solidFill>
                </a:rPr>
                <a:t>Nome</a:t>
              </a:r>
              <a:endParaRPr/>
            </a:p>
          </p:txBody>
        </p:sp>
        <p:sp>
          <p:nvSpPr>
            <p:cNvPr id="11" name="Rettangolo con angoli arrotondati 10"/>
            <p:cNvSpPr/>
            <p:nvPr/>
          </p:nvSpPr>
          <p:spPr bwMode="auto">
            <a:xfrm>
              <a:off x="682555" y="2377916"/>
              <a:ext cx="3269684" cy="262345"/>
            </a:xfrm>
            <a:prstGeom prst="roundRect">
              <a:avLst>
                <a:gd name="adj" fmla="val 16667"/>
              </a:avLst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defRPr/>
              </a:pPr>
              <a:r>
                <a:rPr lang="it-IT" sz="1200"/>
                <a:t>Spaghetti alla carbonara </a:t>
              </a:r>
              <a:endParaRPr/>
            </a:p>
          </p:txBody>
        </p:sp>
      </p:grpSp>
      <p:sp>
        <p:nvSpPr>
          <p:cNvPr id="837505245" name="CasellaDiTesto 74"/>
          <p:cNvSpPr txBox="1"/>
          <p:nvPr/>
        </p:nvSpPr>
        <p:spPr bwMode="auto">
          <a:xfrm>
            <a:off x="9085878" y="184209"/>
            <a:ext cx="2083026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/>
              <a:t>Ciao, </a:t>
            </a:r>
            <a:r>
              <a:rPr lang="it-IT" b="1" i="1"/>
              <a:t>Luca Gasperini</a:t>
            </a:r>
            <a:endParaRPr/>
          </a:p>
        </p:txBody>
      </p:sp>
      <p:grpSp>
        <p:nvGrpSpPr>
          <p:cNvPr id="188861494" name="Gruppo 97"/>
          <p:cNvGrpSpPr/>
          <p:nvPr/>
        </p:nvGrpSpPr>
        <p:grpSpPr bwMode="auto">
          <a:xfrm>
            <a:off x="11357835" y="221714"/>
            <a:ext cx="547191" cy="304938"/>
            <a:chOff x="11307902" y="248604"/>
            <a:chExt cx="547191" cy="304938"/>
          </a:xfrm>
        </p:grpSpPr>
        <p:sp>
          <p:nvSpPr>
            <p:cNvPr id="92" name="Rettangolo con angoli arrotondati 91"/>
            <p:cNvSpPr/>
            <p:nvPr/>
          </p:nvSpPr>
          <p:spPr bwMode="auto">
            <a:xfrm>
              <a:off x="11307902" y="248604"/>
              <a:ext cx="547191" cy="304938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>
                <a:defRPr/>
              </a:pPr>
              <a:endParaRPr lang="it-IT"/>
            </a:p>
          </p:txBody>
        </p:sp>
        <p:grpSp>
          <p:nvGrpSpPr>
            <p:cNvPr id="93" name="Gruppo 92"/>
            <p:cNvGrpSpPr/>
            <p:nvPr/>
          </p:nvGrpSpPr>
          <p:grpSpPr bwMode="auto">
            <a:xfrm>
              <a:off x="11366459" y="287693"/>
              <a:ext cx="436967" cy="226759"/>
              <a:chOff x="11370201" y="216945"/>
              <a:chExt cx="579869" cy="303862"/>
            </a:xfrm>
            <a:solidFill>
              <a:schemeClr val="bg1"/>
            </a:solidFill>
          </p:grpSpPr>
          <p:sp>
            <p:nvSpPr>
              <p:cNvPr id="94" name="Elemento grafico 76" descr="Accento circonflesso verso il basso con riempimento a tinta unita"/>
              <p:cNvSpPr/>
              <p:nvPr/>
            </p:nvSpPr>
            <p:spPr bwMode="auto">
              <a:xfrm>
                <a:off x="11737450" y="333086"/>
                <a:ext cx="212620" cy="122264"/>
              </a:xfrm>
              <a:custGeom>
                <a:avLst/>
                <a:gdLst>
                  <a:gd name="connsiteX0" fmla="*/ 106321 w 212620"/>
                  <a:gd name="connsiteY0" fmla="*/ 122264 h 122264"/>
                  <a:gd name="connsiteX1" fmla="*/ 0 w 212620"/>
                  <a:gd name="connsiteY1" fmla="*/ 15966 h 122264"/>
                  <a:gd name="connsiteX2" fmla="*/ 15962 w 212620"/>
                  <a:gd name="connsiteY2" fmla="*/ 0 h 122264"/>
                  <a:gd name="connsiteX3" fmla="*/ 106321 w 212620"/>
                  <a:gd name="connsiteY3" fmla="*/ 90341 h 122264"/>
                  <a:gd name="connsiteX4" fmla="*/ 196659 w 212620"/>
                  <a:gd name="connsiteY4" fmla="*/ 4 h 122264"/>
                  <a:gd name="connsiteX5" fmla="*/ 212620 w 212620"/>
                  <a:gd name="connsiteY5" fmla="*/ 15966 h 122264"/>
                  <a:gd name="connsiteX6" fmla="*/ 106321 w 212620"/>
                  <a:gd name="connsiteY6" fmla="*/ 122264 h 1222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2620" h="122264" fill="norm" stroke="1" extrusionOk="0">
                    <a:moveTo>
                      <a:pt x="106321" y="122264"/>
                    </a:moveTo>
                    <a:lnTo>
                      <a:pt x="0" y="15966"/>
                    </a:lnTo>
                    <a:lnTo>
                      <a:pt x="15962" y="0"/>
                    </a:lnTo>
                    <a:lnTo>
                      <a:pt x="106321" y="90341"/>
                    </a:lnTo>
                    <a:lnTo>
                      <a:pt x="196659" y="4"/>
                    </a:lnTo>
                    <a:lnTo>
                      <a:pt x="212620" y="15966"/>
                    </a:lnTo>
                    <a:lnTo>
                      <a:pt x="106321" y="122264"/>
                    </a:lnTo>
                    <a:close/>
                  </a:path>
                </a:pathLst>
              </a:custGeom>
              <a:grpFill/>
              <a:ln w="36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it-IT"/>
              </a:p>
            </p:txBody>
          </p:sp>
          <p:grpSp>
            <p:nvGrpSpPr>
              <p:cNvPr id="95" name="Elemento grafico 78" descr="Utente con riempimento a tinta unita"/>
              <p:cNvGrpSpPr/>
              <p:nvPr/>
            </p:nvGrpSpPr>
            <p:grpSpPr bwMode="auto">
              <a:xfrm>
                <a:off x="11370201" y="216945"/>
                <a:ext cx="285988" cy="303862"/>
                <a:chOff x="11370201" y="216945"/>
                <a:chExt cx="285988" cy="303862"/>
              </a:xfrm>
              <a:grpFill/>
            </p:grpSpPr>
            <p:sp>
              <p:nvSpPr>
                <p:cNvPr id="96" name="Figura a mano libera: forma 95"/>
                <p:cNvSpPr/>
                <p:nvPr/>
              </p:nvSpPr>
              <p:spPr bwMode="auto">
                <a:xfrm>
                  <a:off x="11441698" y="216945"/>
                  <a:ext cx="142994" cy="142994"/>
                </a:xfrm>
                <a:custGeom>
                  <a:avLst/>
                  <a:gdLst>
                    <a:gd name="connsiteX0" fmla="*/ 142994 w 142994"/>
                    <a:gd name="connsiteY0" fmla="*/ 71497 h 142994"/>
                    <a:gd name="connsiteX1" fmla="*/ 71497 w 142994"/>
                    <a:gd name="connsiteY1" fmla="*/ 142994 h 142994"/>
                    <a:gd name="connsiteX2" fmla="*/ 0 w 142994"/>
                    <a:gd name="connsiteY2" fmla="*/ 71497 h 142994"/>
                    <a:gd name="connsiteX3" fmla="*/ 71497 w 142994"/>
                    <a:gd name="connsiteY3" fmla="*/ 0 h 142994"/>
                    <a:gd name="connsiteX4" fmla="*/ 142994 w 142994"/>
                    <a:gd name="connsiteY4" fmla="*/ 71497 h 142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2994" h="142994" fill="norm" stroke="1" extrusionOk="0">
                      <a:moveTo>
                        <a:pt x="142994" y="71497"/>
                      </a:moveTo>
                      <a:cubicBezTo>
                        <a:pt x="142994" y="110984"/>
                        <a:pt x="110984" y="142994"/>
                        <a:pt x="71497" y="142994"/>
                      </a:cubicBezTo>
                      <a:cubicBezTo>
                        <a:pt x="32010" y="142994"/>
                        <a:pt x="0" y="110984"/>
                        <a:pt x="0" y="71497"/>
                      </a:cubicBezTo>
                      <a:cubicBezTo>
                        <a:pt x="0" y="32010"/>
                        <a:pt x="32010" y="0"/>
                        <a:pt x="71497" y="0"/>
                      </a:cubicBezTo>
                      <a:cubicBezTo>
                        <a:pt x="110984" y="0"/>
                        <a:pt x="142994" y="32010"/>
                        <a:pt x="142994" y="71497"/>
                      </a:cubicBezTo>
                      <a:close/>
                    </a:path>
                  </a:pathLst>
                </a:custGeom>
                <a:grpFill/>
                <a:ln w="44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it-IT"/>
                </a:p>
              </p:txBody>
            </p:sp>
            <p:sp>
              <p:nvSpPr>
                <p:cNvPr id="97" name="Figura a mano libera: forma 96"/>
                <p:cNvSpPr/>
                <p:nvPr/>
              </p:nvSpPr>
              <p:spPr bwMode="auto">
                <a:xfrm>
                  <a:off x="11370201" y="377813"/>
                  <a:ext cx="285988" cy="142994"/>
                </a:xfrm>
                <a:custGeom>
                  <a:avLst/>
                  <a:gdLst>
                    <a:gd name="connsiteX0" fmla="*/ 285989 w 285988"/>
                    <a:gd name="connsiteY0" fmla="*/ 142994 h 142994"/>
                    <a:gd name="connsiteX1" fmla="*/ 285989 w 285988"/>
                    <a:gd name="connsiteY1" fmla="*/ 71497 h 142994"/>
                    <a:gd name="connsiteX2" fmla="*/ 271689 w 285988"/>
                    <a:gd name="connsiteY2" fmla="*/ 42898 h 142994"/>
                    <a:gd name="connsiteX3" fmla="*/ 201980 w 285988"/>
                    <a:gd name="connsiteY3" fmla="*/ 8937 h 142994"/>
                    <a:gd name="connsiteX4" fmla="*/ 142994 w 285988"/>
                    <a:gd name="connsiteY4" fmla="*/ 0 h 142994"/>
                    <a:gd name="connsiteX5" fmla="*/ 84009 w 285988"/>
                    <a:gd name="connsiteY5" fmla="*/ 8937 h 142994"/>
                    <a:gd name="connsiteX6" fmla="*/ 14299 w 285988"/>
                    <a:gd name="connsiteY6" fmla="*/ 42898 h 142994"/>
                    <a:gd name="connsiteX7" fmla="*/ 0 w 285988"/>
                    <a:gd name="connsiteY7" fmla="*/ 71497 h 142994"/>
                    <a:gd name="connsiteX8" fmla="*/ 0 w 285988"/>
                    <a:gd name="connsiteY8" fmla="*/ 142994 h 142994"/>
                    <a:gd name="connsiteX9" fmla="*/ 285989 w 285988"/>
                    <a:gd name="connsiteY9" fmla="*/ 142994 h 142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85988" h="142994" fill="norm" stroke="1" extrusionOk="0">
                      <a:moveTo>
                        <a:pt x="285989" y="142994"/>
                      </a:moveTo>
                      <a:lnTo>
                        <a:pt x="285989" y="71497"/>
                      </a:lnTo>
                      <a:cubicBezTo>
                        <a:pt x="285989" y="60773"/>
                        <a:pt x="280626" y="50048"/>
                        <a:pt x="271689" y="42898"/>
                      </a:cubicBezTo>
                      <a:cubicBezTo>
                        <a:pt x="252028" y="26811"/>
                        <a:pt x="227004" y="16087"/>
                        <a:pt x="201980" y="8937"/>
                      </a:cubicBezTo>
                      <a:cubicBezTo>
                        <a:pt x="184105" y="3575"/>
                        <a:pt x="164443" y="0"/>
                        <a:pt x="142994" y="0"/>
                      </a:cubicBezTo>
                      <a:cubicBezTo>
                        <a:pt x="123333" y="0"/>
                        <a:pt x="103671" y="3575"/>
                        <a:pt x="84009" y="8937"/>
                      </a:cubicBezTo>
                      <a:cubicBezTo>
                        <a:pt x="58985" y="16087"/>
                        <a:pt x="33961" y="28599"/>
                        <a:pt x="14299" y="42898"/>
                      </a:cubicBezTo>
                      <a:cubicBezTo>
                        <a:pt x="5362" y="50048"/>
                        <a:pt x="0" y="60773"/>
                        <a:pt x="0" y="71497"/>
                      </a:cubicBezTo>
                      <a:lnTo>
                        <a:pt x="0" y="142994"/>
                      </a:lnTo>
                      <a:lnTo>
                        <a:pt x="285989" y="142994"/>
                      </a:lnTo>
                      <a:close/>
                    </a:path>
                  </a:pathLst>
                </a:custGeom>
                <a:grpFill/>
                <a:ln w="44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it-IT"/>
                </a:p>
              </p:txBody>
            </p:sp>
          </p:grpSp>
        </p:grpSp>
      </p:grpSp>
      <p:grpSp>
        <p:nvGrpSpPr>
          <p:cNvPr id="485584964" name="Gruppo 144"/>
          <p:cNvGrpSpPr/>
          <p:nvPr/>
        </p:nvGrpSpPr>
        <p:grpSpPr bwMode="auto">
          <a:xfrm>
            <a:off x="5306306" y="6229679"/>
            <a:ext cx="1579387" cy="369332"/>
            <a:chOff x="5278058" y="6199535"/>
            <a:chExt cx="1635883" cy="382543"/>
          </a:xfrm>
        </p:grpSpPr>
        <p:sp>
          <p:nvSpPr>
            <p:cNvPr id="80" name="Rettangolo 79"/>
            <p:cNvSpPr/>
            <p:nvPr/>
          </p:nvSpPr>
          <p:spPr bwMode="auto">
            <a:xfrm>
              <a:off x="5278058" y="6199535"/>
              <a:ext cx="1635883" cy="38254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>
                <a:defRPr/>
              </a:pPr>
              <a:r>
                <a:rPr lang="it-IT" b="1"/>
                <a:t>Salva piatto</a:t>
              </a:r>
              <a:endParaRPr/>
            </a:p>
          </p:txBody>
        </p:sp>
        <p:sp>
          <p:nvSpPr>
            <p:cNvPr id="118" name="Figura a mano libera: forma 117"/>
            <p:cNvSpPr/>
            <p:nvPr/>
          </p:nvSpPr>
          <p:spPr bwMode="auto">
            <a:xfrm>
              <a:off x="6602187" y="6287788"/>
              <a:ext cx="246820" cy="188140"/>
            </a:xfrm>
            <a:custGeom>
              <a:avLst/>
              <a:gdLst>
                <a:gd name="connsiteX0" fmla="*/ 336099 w 336099"/>
                <a:gd name="connsiteY0" fmla="*/ 40815 h 256193"/>
                <a:gd name="connsiteX1" fmla="*/ 296094 w 336099"/>
                <a:gd name="connsiteY1" fmla="*/ 0 h 256193"/>
                <a:gd name="connsiteX2" fmla="*/ 116710 w 336099"/>
                <a:gd name="connsiteY2" fmla="*/ 175784 h 256193"/>
                <a:gd name="connsiteX3" fmla="*/ 40415 w 336099"/>
                <a:gd name="connsiteY3" fmla="*/ 99489 h 256193"/>
                <a:gd name="connsiteX4" fmla="*/ 0 w 336099"/>
                <a:gd name="connsiteY4" fmla="*/ 139894 h 256193"/>
                <a:gd name="connsiteX5" fmla="*/ 116300 w 336099"/>
                <a:gd name="connsiteY5" fmla="*/ 256194 h 256193"/>
                <a:gd name="connsiteX6" fmla="*/ 336099 w 336099"/>
                <a:gd name="connsiteY6" fmla="*/ 40815 h 256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6099" h="256193" fill="norm" stroke="1" extrusionOk="0">
                  <a:moveTo>
                    <a:pt x="336099" y="40815"/>
                  </a:moveTo>
                  <a:lnTo>
                    <a:pt x="296094" y="0"/>
                  </a:lnTo>
                  <a:lnTo>
                    <a:pt x="116710" y="175784"/>
                  </a:lnTo>
                  <a:lnTo>
                    <a:pt x="40415" y="99489"/>
                  </a:lnTo>
                  <a:lnTo>
                    <a:pt x="0" y="139894"/>
                  </a:lnTo>
                  <a:lnTo>
                    <a:pt x="116300" y="256194"/>
                  </a:lnTo>
                  <a:lnTo>
                    <a:pt x="336099" y="4081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it-IT"/>
            </a:p>
          </p:txBody>
        </p:sp>
      </p:grpSp>
      <p:grpSp>
        <p:nvGrpSpPr>
          <p:cNvPr id="439658115" name="Gruppo 23"/>
          <p:cNvGrpSpPr/>
          <p:nvPr/>
        </p:nvGrpSpPr>
        <p:grpSpPr bwMode="auto">
          <a:xfrm>
            <a:off x="534611" y="3371594"/>
            <a:ext cx="3686987" cy="1754148"/>
            <a:chOff x="6686556" y="1228718"/>
            <a:chExt cx="3686987" cy="1754148"/>
          </a:xfrm>
        </p:grpSpPr>
        <p:sp>
          <p:nvSpPr>
            <p:cNvPr id="4" name="CasellaDiTesto 3"/>
            <p:cNvSpPr txBox="1"/>
            <p:nvPr/>
          </p:nvSpPr>
          <p:spPr bwMode="auto">
            <a:xfrm>
              <a:off x="6686556" y="1228718"/>
              <a:ext cx="3686987" cy="1754148"/>
            </a:xfrm>
            <a:custGeom>
              <a:avLst/>
              <a:gdLst>
                <a:gd name="connsiteX0" fmla="*/ 0 w 3686987"/>
                <a:gd name="connsiteY0" fmla="*/ 0 h 1754148"/>
                <a:gd name="connsiteX1" fmla="*/ 452973 w 3686987"/>
                <a:gd name="connsiteY1" fmla="*/ 0 h 1754148"/>
                <a:gd name="connsiteX2" fmla="*/ 979685 w 3686987"/>
                <a:gd name="connsiteY2" fmla="*/ 0 h 1754148"/>
                <a:gd name="connsiteX3" fmla="*/ 1506398 w 3686987"/>
                <a:gd name="connsiteY3" fmla="*/ 0 h 1754148"/>
                <a:gd name="connsiteX4" fmla="*/ 1996240 w 3686987"/>
                <a:gd name="connsiteY4" fmla="*/ 0 h 1754148"/>
                <a:gd name="connsiteX5" fmla="*/ 2522953 w 3686987"/>
                <a:gd name="connsiteY5" fmla="*/ 0 h 1754148"/>
                <a:gd name="connsiteX6" fmla="*/ 3086535 w 3686987"/>
                <a:gd name="connsiteY6" fmla="*/ 0 h 1754148"/>
                <a:gd name="connsiteX7" fmla="*/ 3686987 w 3686987"/>
                <a:gd name="connsiteY7" fmla="*/ 0 h 1754148"/>
                <a:gd name="connsiteX8" fmla="*/ 3686987 w 3686987"/>
                <a:gd name="connsiteY8" fmla="*/ 532092 h 1754148"/>
                <a:gd name="connsiteX9" fmla="*/ 3686987 w 3686987"/>
                <a:gd name="connsiteY9" fmla="*/ 1064183 h 1754148"/>
                <a:gd name="connsiteX10" fmla="*/ 3686987 w 3686987"/>
                <a:gd name="connsiteY10" fmla="*/ 1754148 h 1754148"/>
                <a:gd name="connsiteX11" fmla="*/ 3234014 w 3686987"/>
                <a:gd name="connsiteY11" fmla="*/ 1754148 h 1754148"/>
                <a:gd name="connsiteX12" fmla="*/ 2670432 w 3686987"/>
                <a:gd name="connsiteY12" fmla="*/ 1754148 h 1754148"/>
                <a:gd name="connsiteX13" fmla="*/ 2180589 w 3686987"/>
                <a:gd name="connsiteY13" fmla="*/ 1754148 h 1754148"/>
                <a:gd name="connsiteX14" fmla="*/ 1727617 w 3686987"/>
                <a:gd name="connsiteY14" fmla="*/ 1754148 h 1754148"/>
                <a:gd name="connsiteX15" fmla="*/ 1274644 w 3686987"/>
                <a:gd name="connsiteY15" fmla="*/ 1754148 h 1754148"/>
                <a:gd name="connsiteX16" fmla="*/ 711062 w 3686987"/>
                <a:gd name="connsiteY16" fmla="*/ 1754148 h 1754148"/>
                <a:gd name="connsiteX17" fmla="*/ 0 w 3686987"/>
                <a:gd name="connsiteY17" fmla="*/ 1754148 h 1754148"/>
                <a:gd name="connsiteX18" fmla="*/ 0 w 3686987"/>
                <a:gd name="connsiteY18" fmla="*/ 1204515 h 1754148"/>
                <a:gd name="connsiteX19" fmla="*/ 0 w 3686987"/>
                <a:gd name="connsiteY19" fmla="*/ 637340 h 1754148"/>
                <a:gd name="connsiteX20" fmla="*/ 0 w 3686987"/>
                <a:gd name="connsiteY20" fmla="*/ 0 h 1754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86987" h="1754148" fill="none" stroke="1" extrusionOk="0">
                  <a:moveTo>
                    <a:pt x="0" y="0"/>
                  </a:moveTo>
                  <a:cubicBezTo>
                    <a:pt x="129934" y="-43702"/>
                    <a:pt x="286924" y="9096"/>
                    <a:pt x="452973" y="0"/>
                  </a:cubicBezTo>
                  <a:cubicBezTo>
                    <a:pt x="619022" y="-9096"/>
                    <a:pt x="740879" y="21527"/>
                    <a:pt x="979685" y="0"/>
                  </a:cubicBezTo>
                  <a:cubicBezTo>
                    <a:pt x="1218491" y="-21527"/>
                    <a:pt x="1246574" y="41589"/>
                    <a:pt x="1506398" y="0"/>
                  </a:cubicBezTo>
                  <a:cubicBezTo>
                    <a:pt x="1766222" y="-41589"/>
                    <a:pt x="1807060" y="19017"/>
                    <a:pt x="1996240" y="0"/>
                  </a:cubicBezTo>
                  <a:cubicBezTo>
                    <a:pt x="2185420" y="-19017"/>
                    <a:pt x="2321121" y="28337"/>
                    <a:pt x="2522953" y="0"/>
                  </a:cubicBezTo>
                  <a:cubicBezTo>
                    <a:pt x="2724785" y="-28337"/>
                    <a:pt x="2857727" y="1235"/>
                    <a:pt x="3086535" y="0"/>
                  </a:cubicBezTo>
                  <a:cubicBezTo>
                    <a:pt x="3315343" y="-1235"/>
                    <a:pt x="3469423" y="61880"/>
                    <a:pt x="3686987" y="0"/>
                  </a:cubicBezTo>
                  <a:cubicBezTo>
                    <a:pt x="3746168" y="248166"/>
                    <a:pt x="3650318" y="351662"/>
                    <a:pt x="3686987" y="532092"/>
                  </a:cubicBezTo>
                  <a:cubicBezTo>
                    <a:pt x="3723656" y="712522"/>
                    <a:pt x="3666451" y="840838"/>
                    <a:pt x="3686987" y="1064183"/>
                  </a:cubicBezTo>
                  <a:cubicBezTo>
                    <a:pt x="3707523" y="1287528"/>
                    <a:pt x="3607977" y="1457305"/>
                    <a:pt x="3686987" y="1754148"/>
                  </a:cubicBezTo>
                  <a:cubicBezTo>
                    <a:pt x="3471077" y="1800156"/>
                    <a:pt x="3448594" y="1736836"/>
                    <a:pt x="3234014" y="1754148"/>
                  </a:cubicBezTo>
                  <a:cubicBezTo>
                    <a:pt x="3019434" y="1771460"/>
                    <a:pt x="2787630" y="1733171"/>
                    <a:pt x="2670432" y="1754148"/>
                  </a:cubicBezTo>
                  <a:cubicBezTo>
                    <a:pt x="2553234" y="1775125"/>
                    <a:pt x="2422499" y="1709984"/>
                    <a:pt x="2180589" y="1754148"/>
                  </a:cubicBezTo>
                  <a:cubicBezTo>
                    <a:pt x="1938679" y="1798312"/>
                    <a:pt x="1944906" y="1747137"/>
                    <a:pt x="1727617" y="1754148"/>
                  </a:cubicBezTo>
                  <a:cubicBezTo>
                    <a:pt x="1510328" y="1761159"/>
                    <a:pt x="1394936" y="1748683"/>
                    <a:pt x="1274644" y="1754148"/>
                  </a:cubicBezTo>
                  <a:cubicBezTo>
                    <a:pt x="1154352" y="1759613"/>
                    <a:pt x="846465" y="1687997"/>
                    <a:pt x="711062" y="1754148"/>
                  </a:cubicBezTo>
                  <a:cubicBezTo>
                    <a:pt x="575659" y="1820299"/>
                    <a:pt x="325161" y="1745013"/>
                    <a:pt x="0" y="1754148"/>
                  </a:cubicBezTo>
                  <a:cubicBezTo>
                    <a:pt x="-32283" y="1489626"/>
                    <a:pt x="52974" y="1415188"/>
                    <a:pt x="0" y="1204515"/>
                  </a:cubicBezTo>
                  <a:cubicBezTo>
                    <a:pt x="-52974" y="993842"/>
                    <a:pt x="27051" y="819127"/>
                    <a:pt x="0" y="637340"/>
                  </a:cubicBezTo>
                  <a:cubicBezTo>
                    <a:pt x="-27051" y="455553"/>
                    <a:pt x="21282" y="254298"/>
                    <a:pt x="0" y="0"/>
                  </a:cubicBezTo>
                  <a:close/>
                </a:path>
                <a:path w="3686987" h="1754148" fill="norm" stroke="0" extrusionOk="0">
                  <a:moveTo>
                    <a:pt x="0" y="0"/>
                  </a:moveTo>
                  <a:cubicBezTo>
                    <a:pt x="152296" y="-692"/>
                    <a:pt x="332954" y="5869"/>
                    <a:pt x="489843" y="0"/>
                  </a:cubicBezTo>
                  <a:cubicBezTo>
                    <a:pt x="646732" y="-5869"/>
                    <a:pt x="767879" y="20724"/>
                    <a:pt x="1016555" y="0"/>
                  </a:cubicBezTo>
                  <a:cubicBezTo>
                    <a:pt x="1265231" y="-20724"/>
                    <a:pt x="1287666" y="28693"/>
                    <a:pt x="1543267" y="0"/>
                  </a:cubicBezTo>
                  <a:cubicBezTo>
                    <a:pt x="1798868" y="-28693"/>
                    <a:pt x="1793946" y="1083"/>
                    <a:pt x="1959370" y="0"/>
                  </a:cubicBezTo>
                  <a:cubicBezTo>
                    <a:pt x="2124794" y="-1083"/>
                    <a:pt x="2228765" y="57811"/>
                    <a:pt x="2486083" y="0"/>
                  </a:cubicBezTo>
                  <a:cubicBezTo>
                    <a:pt x="2743401" y="-57811"/>
                    <a:pt x="2959520" y="69337"/>
                    <a:pt x="3086535" y="0"/>
                  </a:cubicBezTo>
                  <a:cubicBezTo>
                    <a:pt x="3213550" y="-69337"/>
                    <a:pt x="3551423" y="71545"/>
                    <a:pt x="3686987" y="0"/>
                  </a:cubicBezTo>
                  <a:cubicBezTo>
                    <a:pt x="3742723" y="286966"/>
                    <a:pt x="3686180" y="368708"/>
                    <a:pt x="3686987" y="584716"/>
                  </a:cubicBezTo>
                  <a:cubicBezTo>
                    <a:pt x="3687794" y="800724"/>
                    <a:pt x="3656751" y="923442"/>
                    <a:pt x="3686987" y="1169432"/>
                  </a:cubicBezTo>
                  <a:cubicBezTo>
                    <a:pt x="3717223" y="1415422"/>
                    <a:pt x="3669684" y="1601925"/>
                    <a:pt x="3686987" y="1754148"/>
                  </a:cubicBezTo>
                  <a:cubicBezTo>
                    <a:pt x="3549815" y="1762940"/>
                    <a:pt x="3472153" y="1738774"/>
                    <a:pt x="3270884" y="1754148"/>
                  </a:cubicBezTo>
                  <a:cubicBezTo>
                    <a:pt x="3069615" y="1769522"/>
                    <a:pt x="2828117" y="1724844"/>
                    <a:pt x="2670432" y="1754148"/>
                  </a:cubicBezTo>
                  <a:cubicBezTo>
                    <a:pt x="2512747" y="1783452"/>
                    <a:pt x="2311793" y="1702707"/>
                    <a:pt x="2217459" y="1754148"/>
                  </a:cubicBezTo>
                  <a:cubicBezTo>
                    <a:pt x="2123125" y="1805589"/>
                    <a:pt x="1956863" y="1724861"/>
                    <a:pt x="1764487" y="1754148"/>
                  </a:cubicBezTo>
                  <a:cubicBezTo>
                    <a:pt x="1572111" y="1783435"/>
                    <a:pt x="1433755" y="1714338"/>
                    <a:pt x="1311514" y="1754148"/>
                  </a:cubicBezTo>
                  <a:cubicBezTo>
                    <a:pt x="1189273" y="1793958"/>
                    <a:pt x="1008380" y="1712792"/>
                    <a:pt x="784802" y="1754148"/>
                  </a:cubicBezTo>
                  <a:cubicBezTo>
                    <a:pt x="561224" y="1795504"/>
                    <a:pt x="176838" y="1744808"/>
                    <a:pt x="0" y="1754148"/>
                  </a:cubicBezTo>
                  <a:cubicBezTo>
                    <a:pt x="-36299" y="1559233"/>
                    <a:pt x="5385" y="1370594"/>
                    <a:pt x="0" y="1169432"/>
                  </a:cubicBezTo>
                  <a:cubicBezTo>
                    <a:pt x="-5385" y="968270"/>
                    <a:pt x="26800" y="850003"/>
                    <a:pt x="0" y="584716"/>
                  </a:cubicBezTo>
                  <a:cubicBezTo>
                    <a:pt x="-26800" y="319429"/>
                    <a:pt x="29227" y="225033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pPr>
                <a:defRPr/>
              </a:pPr>
              <a:r>
                <a:rPr lang="it-IT" sz="1400" b="1">
                  <a:solidFill>
                    <a:schemeClr val="bg1"/>
                  </a:solidFill>
                </a:rPr>
                <a:t>Descrizione</a:t>
              </a:r>
              <a:endParaRPr/>
            </a:p>
          </p:txBody>
        </p:sp>
        <p:sp>
          <p:nvSpPr>
            <p:cNvPr id="6" name="Rettangolo con angoli arrotondati 5"/>
            <p:cNvSpPr/>
            <p:nvPr/>
          </p:nvSpPr>
          <p:spPr bwMode="auto">
            <a:xfrm>
              <a:off x="6834498" y="1526490"/>
              <a:ext cx="3477308" cy="1152917"/>
            </a:xfrm>
            <a:prstGeom prst="roundRect">
              <a:avLst>
                <a:gd name="adj" fmla="val 16667"/>
              </a:avLst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>
                <a:defRPr/>
              </a:pPr>
              <a:r>
                <a:rPr lang="it-IT" sz="1200"/>
                <a:t>Spaghetti di grano 100% italiano trafilati al bronzo, croccante guanciale amatriciano d’allevamento biologico, avvolgente crema di uova laziali a KM 0, pecorino romano DOP ed aromatico pepe nero appena macinato.</a:t>
              </a:r>
              <a:endParaRPr/>
            </a:p>
          </p:txBody>
        </p:sp>
      </p:grpSp>
      <p:sp>
        <p:nvSpPr>
          <p:cNvPr id="1354138058" name="CasellaDiTesto 40"/>
          <p:cNvSpPr txBox="1"/>
          <p:nvPr/>
        </p:nvSpPr>
        <p:spPr bwMode="auto">
          <a:xfrm flipH="0" flipV="0">
            <a:off x="534613" y="5199725"/>
            <a:ext cx="3686986" cy="587249"/>
          </a:xfrm>
          <a:custGeom>
            <a:avLst/>
            <a:gdLst>
              <a:gd name="connsiteX0" fmla="*/ 0 w 3686987"/>
              <a:gd name="connsiteY0" fmla="*/ 0 h 1861664"/>
              <a:gd name="connsiteX1" fmla="*/ 452973 w 3686987"/>
              <a:gd name="connsiteY1" fmla="*/ 0 h 1861664"/>
              <a:gd name="connsiteX2" fmla="*/ 942815 w 3686987"/>
              <a:gd name="connsiteY2" fmla="*/ 0 h 1861664"/>
              <a:gd name="connsiteX3" fmla="*/ 1469528 w 3686987"/>
              <a:gd name="connsiteY3" fmla="*/ 0 h 1861664"/>
              <a:gd name="connsiteX4" fmla="*/ 2033110 w 3686987"/>
              <a:gd name="connsiteY4" fmla="*/ 0 h 1861664"/>
              <a:gd name="connsiteX5" fmla="*/ 2449213 w 3686987"/>
              <a:gd name="connsiteY5" fmla="*/ 0 h 1861664"/>
              <a:gd name="connsiteX6" fmla="*/ 2865316 w 3686987"/>
              <a:gd name="connsiteY6" fmla="*/ 0 h 1861664"/>
              <a:gd name="connsiteX7" fmla="*/ 3686987 w 3686987"/>
              <a:gd name="connsiteY7" fmla="*/ 0 h 1861664"/>
              <a:gd name="connsiteX8" fmla="*/ 3686987 w 3686987"/>
              <a:gd name="connsiteY8" fmla="*/ 409566 h 1861664"/>
              <a:gd name="connsiteX9" fmla="*/ 3686987 w 3686987"/>
              <a:gd name="connsiteY9" fmla="*/ 837749 h 1861664"/>
              <a:gd name="connsiteX10" fmla="*/ 3686987 w 3686987"/>
              <a:gd name="connsiteY10" fmla="*/ 1284548 h 1861664"/>
              <a:gd name="connsiteX11" fmla="*/ 3686987 w 3686987"/>
              <a:gd name="connsiteY11" fmla="*/ 1861664 h 1861664"/>
              <a:gd name="connsiteX12" fmla="*/ 3234014 w 3686987"/>
              <a:gd name="connsiteY12" fmla="*/ 1861664 h 1861664"/>
              <a:gd name="connsiteX13" fmla="*/ 2781042 w 3686987"/>
              <a:gd name="connsiteY13" fmla="*/ 1861664 h 1861664"/>
              <a:gd name="connsiteX14" fmla="*/ 2217459 w 3686987"/>
              <a:gd name="connsiteY14" fmla="*/ 1861664 h 1861664"/>
              <a:gd name="connsiteX15" fmla="*/ 1653877 w 3686987"/>
              <a:gd name="connsiteY15" fmla="*/ 1861664 h 1861664"/>
              <a:gd name="connsiteX16" fmla="*/ 1200904 w 3686987"/>
              <a:gd name="connsiteY16" fmla="*/ 1861664 h 1861664"/>
              <a:gd name="connsiteX17" fmla="*/ 711062 w 3686987"/>
              <a:gd name="connsiteY17" fmla="*/ 1861664 h 1861664"/>
              <a:gd name="connsiteX18" fmla="*/ 0 w 3686987"/>
              <a:gd name="connsiteY18" fmla="*/ 1861664 h 1861664"/>
              <a:gd name="connsiteX19" fmla="*/ 0 w 3686987"/>
              <a:gd name="connsiteY19" fmla="*/ 1359015 h 1861664"/>
              <a:gd name="connsiteX20" fmla="*/ 0 w 3686987"/>
              <a:gd name="connsiteY20" fmla="*/ 893599 h 1861664"/>
              <a:gd name="connsiteX21" fmla="*/ 0 w 3686987"/>
              <a:gd name="connsiteY21" fmla="*/ 484033 h 1861664"/>
              <a:gd name="connsiteX22" fmla="*/ 0 w 3686987"/>
              <a:gd name="connsiteY22" fmla="*/ 0 h 1861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686987" h="1861664" fill="none" stroke="1" extrusionOk="0">
                <a:moveTo>
                  <a:pt x="0" y="0"/>
                </a:moveTo>
                <a:cubicBezTo>
                  <a:pt x="124882" y="-33618"/>
                  <a:pt x="301111" y="44737"/>
                  <a:pt x="452973" y="0"/>
                </a:cubicBezTo>
                <a:cubicBezTo>
                  <a:pt x="604835" y="-44737"/>
                  <a:pt x="753635" y="19017"/>
                  <a:pt x="942815" y="0"/>
                </a:cubicBezTo>
                <a:cubicBezTo>
                  <a:pt x="1131995" y="-19017"/>
                  <a:pt x="1267696" y="28337"/>
                  <a:pt x="1469528" y="0"/>
                </a:cubicBezTo>
                <a:cubicBezTo>
                  <a:pt x="1671360" y="-28337"/>
                  <a:pt x="1804302" y="1235"/>
                  <a:pt x="2033110" y="0"/>
                </a:cubicBezTo>
                <a:cubicBezTo>
                  <a:pt x="2261918" y="-1235"/>
                  <a:pt x="2288696" y="42015"/>
                  <a:pt x="2449213" y="0"/>
                </a:cubicBezTo>
                <a:cubicBezTo>
                  <a:pt x="2609730" y="-42015"/>
                  <a:pt x="2764105" y="15917"/>
                  <a:pt x="2865316" y="0"/>
                </a:cubicBezTo>
                <a:cubicBezTo>
                  <a:pt x="2966527" y="-15917"/>
                  <a:pt x="3373033" y="622"/>
                  <a:pt x="3686987" y="0"/>
                </a:cubicBezTo>
                <a:cubicBezTo>
                  <a:pt x="3717474" y="121686"/>
                  <a:pt x="3656586" y="307913"/>
                  <a:pt x="3686987" y="409566"/>
                </a:cubicBezTo>
                <a:cubicBezTo>
                  <a:pt x="3717388" y="511219"/>
                  <a:pt x="3652326" y="697421"/>
                  <a:pt x="3686987" y="837749"/>
                </a:cubicBezTo>
                <a:cubicBezTo>
                  <a:pt x="3721648" y="978077"/>
                  <a:pt x="3636732" y="1182396"/>
                  <a:pt x="3686987" y="1284548"/>
                </a:cubicBezTo>
                <a:cubicBezTo>
                  <a:pt x="3737242" y="1386700"/>
                  <a:pt x="3681295" y="1710091"/>
                  <a:pt x="3686987" y="1861664"/>
                </a:cubicBezTo>
                <a:cubicBezTo>
                  <a:pt x="3474786" y="1876587"/>
                  <a:pt x="3456356" y="1859253"/>
                  <a:pt x="3234014" y="1861664"/>
                </a:cubicBezTo>
                <a:cubicBezTo>
                  <a:pt x="3011672" y="1864075"/>
                  <a:pt x="2899754" y="1852177"/>
                  <a:pt x="2781042" y="1861664"/>
                </a:cubicBezTo>
                <a:cubicBezTo>
                  <a:pt x="2662330" y="1871151"/>
                  <a:pt x="2359930" y="1798148"/>
                  <a:pt x="2217459" y="1861664"/>
                </a:cubicBezTo>
                <a:cubicBezTo>
                  <a:pt x="2074988" y="1925180"/>
                  <a:pt x="1814277" y="1856769"/>
                  <a:pt x="1653877" y="1861664"/>
                </a:cubicBezTo>
                <a:cubicBezTo>
                  <a:pt x="1493477" y="1866559"/>
                  <a:pt x="1390264" y="1861048"/>
                  <a:pt x="1200904" y="1861664"/>
                </a:cubicBezTo>
                <a:cubicBezTo>
                  <a:pt x="1011544" y="1862280"/>
                  <a:pt x="896329" y="1839178"/>
                  <a:pt x="711062" y="1861664"/>
                </a:cubicBezTo>
                <a:cubicBezTo>
                  <a:pt x="525795" y="1884150"/>
                  <a:pt x="260213" y="1780405"/>
                  <a:pt x="0" y="1861664"/>
                </a:cubicBezTo>
                <a:cubicBezTo>
                  <a:pt x="-17140" y="1705143"/>
                  <a:pt x="54146" y="1602233"/>
                  <a:pt x="0" y="1359015"/>
                </a:cubicBezTo>
                <a:cubicBezTo>
                  <a:pt x="-54146" y="1115797"/>
                  <a:pt x="48865" y="999127"/>
                  <a:pt x="0" y="893599"/>
                </a:cubicBezTo>
                <a:cubicBezTo>
                  <a:pt x="-48865" y="788071"/>
                  <a:pt x="36330" y="605323"/>
                  <a:pt x="0" y="484033"/>
                </a:cubicBezTo>
                <a:cubicBezTo>
                  <a:pt x="-36330" y="362743"/>
                  <a:pt x="35957" y="162900"/>
                  <a:pt x="0" y="0"/>
                </a:cubicBezTo>
                <a:close/>
              </a:path>
              <a:path w="3686987" h="1861664" fill="norm" stroke="0" extrusionOk="0">
                <a:moveTo>
                  <a:pt x="0" y="0"/>
                </a:moveTo>
                <a:cubicBezTo>
                  <a:pt x="152296" y="-692"/>
                  <a:pt x="332954" y="5869"/>
                  <a:pt x="489843" y="0"/>
                </a:cubicBezTo>
                <a:cubicBezTo>
                  <a:pt x="646732" y="-5869"/>
                  <a:pt x="767879" y="20724"/>
                  <a:pt x="1016555" y="0"/>
                </a:cubicBezTo>
                <a:cubicBezTo>
                  <a:pt x="1265231" y="-20724"/>
                  <a:pt x="1287666" y="28693"/>
                  <a:pt x="1543267" y="0"/>
                </a:cubicBezTo>
                <a:cubicBezTo>
                  <a:pt x="1798868" y="-28693"/>
                  <a:pt x="1793946" y="1083"/>
                  <a:pt x="1959370" y="0"/>
                </a:cubicBezTo>
                <a:cubicBezTo>
                  <a:pt x="2124794" y="-1083"/>
                  <a:pt x="2228765" y="57811"/>
                  <a:pt x="2486083" y="0"/>
                </a:cubicBezTo>
                <a:cubicBezTo>
                  <a:pt x="2743401" y="-57811"/>
                  <a:pt x="2959520" y="69337"/>
                  <a:pt x="3086535" y="0"/>
                </a:cubicBezTo>
                <a:cubicBezTo>
                  <a:pt x="3213550" y="-69337"/>
                  <a:pt x="3551423" y="71545"/>
                  <a:pt x="3686987" y="0"/>
                </a:cubicBezTo>
                <a:cubicBezTo>
                  <a:pt x="3724680" y="199738"/>
                  <a:pt x="3683091" y="315379"/>
                  <a:pt x="3686987" y="465416"/>
                </a:cubicBezTo>
                <a:cubicBezTo>
                  <a:pt x="3690883" y="615453"/>
                  <a:pt x="3637222" y="813433"/>
                  <a:pt x="3686987" y="930832"/>
                </a:cubicBezTo>
                <a:cubicBezTo>
                  <a:pt x="3736752" y="1048231"/>
                  <a:pt x="3637575" y="1242298"/>
                  <a:pt x="3686987" y="1396248"/>
                </a:cubicBezTo>
                <a:cubicBezTo>
                  <a:pt x="3736399" y="1550198"/>
                  <a:pt x="3680098" y="1688107"/>
                  <a:pt x="3686987" y="1861664"/>
                </a:cubicBezTo>
                <a:cubicBezTo>
                  <a:pt x="3586317" y="1876876"/>
                  <a:pt x="3420479" y="1850487"/>
                  <a:pt x="3270884" y="1861664"/>
                </a:cubicBezTo>
                <a:cubicBezTo>
                  <a:pt x="3121289" y="1872841"/>
                  <a:pt x="2912245" y="1810223"/>
                  <a:pt x="2817911" y="1861664"/>
                </a:cubicBezTo>
                <a:cubicBezTo>
                  <a:pt x="2723577" y="1913105"/>
                  <a:pt x="2557315" y="1832377"/>
                  <a:pt x="2364939" y="1861664"/>
                </a:cubicBezTo>
                <a:cubicBezTo>
                  <a:pt x="2172563" y="1890951"/>
                  <a:pt x="2034207" y="1821854"/>
                  <a:pt x="1911966" y="1861664"/>
                </a:cubicBezTo>
                <a:cubicBezTo>
                  <a:pt x="1789725" y="1901474"/>
                  <a:pt x="1608832" y="1820308"/>
                  <a:pt x="1385254" y="1861664"/>
                </a:cubicBezTo>
                <a:cubicBezTo>
                  <a:pt x="1161676" y="1903020"/>
                  <a:pt x="1010616" y="1804196"/>
                  <a:pt x="858541" y="1861664"/>
                </a:cubicBezTo>
                <a:cubicBezTo>
                  <a:pt x="706466" y="1919132"/>
                  <a:pt x="351619" y="1799034"/>
                  <a:pt x="0" y="1861664"/>
                </a:cubicBezTo>
                <a:cubicBezTo>
                  <a:pt x="-11432" y="1620778"/>
                  <a:pt x="52838" y="1553047"/>
                  <a:pt x="0" y="1377631"/>
                </a:cubicBezTo>
                <a:cubicBezTo>
                  <a:pt x="-52838" y="1202215"/>
                  <a:pt x="36353" y="1085450"/>
                  <a:pt x="0" y="949449"/>
                </a:cubicBezTo>
                <a:cubicBezTo>
                  <a:pt x="-36353" y="813448"/>
                  <a:pt x="4914" y="616546"/>
                  <a:pt x="0" y="521266"/>
                </a:cubicBezTo>
                <a:cubicBezTo>
                  <a:pt x="-4914" y="425986"/>
                  <a:pt x="23622" y="25614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square" rtlCol="0">
            <a:normAutofit/>
          </a:bodyPr>
          <a:lstStyle/>
          <a:p>
            <a:pPr>
              <a:defRPr/>
            </a:pPr>
            <a:r>
              <a:rPr lang="it-IT" sz="1400" b="1">
                <a:solidFill>
                  <a:schemeClr val="bg1"/>
                </a:solidFill>
              </a:rPr>
              <a:t>Categoria</a:t>
            </a:r>
            <a:endParaRPr/>
          </a:p>
        </p:txBody>
      </p:sp>
      <p:grpSp>
        <p:nvGrpSpPr>
          <p:cNvPr id="408098821" name="Gruppo 19"/>
          <p:cNvGrpSpPr/>
          <p:nvPr/>
        </p:nvGrpSpPr>
        <p:grpSpPr bwMode="auto">
          <a:xfrm>
            <a:off x="4382764" y="2554088"/>
            <a:ext cx="3686987" cy="3245074"/>
            <a:chOff x="534614" y="2882120"/>
            <a:chExt cx="3686987" cy="3245074"/>
          </a:xfrm>
        </p:grpSpPr>
        <p:sp>
          <p:nvSpPr>
            <p:cNvPr id="40" name="CasellaDiTesto 39"/>
            <p:cNvSpPr txBox="1"/>
            <p:nvPr/>
          </p:nvSpPr>
          <p:spPr bwMode="auto">
            <a:xfrm>
              <a:off x="534614" y="2882120"/>
              <a:ext cx="3686987" cy="3245074"/>
            </a:xfrm>
            <a:custGeom>
              <a:avLst/>
              <a:gdLst>
                <a:gd name="connsiteX0" fmla="*/ 0 w 3686987"/>
                <a:gd name="connsiteY0" fmla="*/ 0 h 3245074"/>
                <a:gd name="connsiteX1" fmla="*/ 526712 w 3686987"/>
                <a:gd name="connsiteY1" fmla="*/ 0 h 3245074"/>
                <a:gd name="connsiteX2" fmla="*/ 942815 w 3686987"/>
                <a:gd name="connsiteY2" fmla="*/ 0 h 3245074"/>
                <a:gd name="connsiteX3" fmla="*/ 1543267 w 3686987"/>
                <a:gd name="connsiteY3" fmla="*/ 0 h 3245074"/>
                <a:gd name="connsiteX4" fmla="*/ 1959370 w 3686987"/>
                <a:gd name="connsiteY4" fmla="*/ 0 h 3245074"/>
                <a:gd name="connsiteX5" fmla="*/ 2449213 w 3686987"/>
                <a:gd name="connsiteY5" fmla="*/ 0 h 3245074"/>
                <a:gd name="connsiteX6" fmla="*/ 2975925 w 3686987"/>
                <a:gd name="connsiteY6" fmla="*/ 0 h 3245074"/>
                <a:gd name="connsiteX7" fmla="*/ 3686987 w 3686987"/>
                <a:gd name="connsiteY7" fmla="*/ 0 h 3245074"/>
                <a:gd name="connsiteX8" fmla="*/ 3686987 w 3686987"/>
                <a:gd name="connsiteY8" fmla="*/ 508395 h 3245074"/>
                <a:gd name="connsiteX9" fmla="*/ 3686987 w 3686987"/>
                <a:gd name="connsiteY9" fmla="*/ 1081691 h 3245074"/>
                <a:gd name="connsiteX10" fmla="*/ 3686987 w 3686987"/>
                <a:gd name="connsiteY10" fmla="*/ 1654988 h 3245074"/>
                <a:gd name="connsiteX11" fmla="*/ 3686987 w 3686987"/>
                <a:gd name="connsiteY11" fmla="*/ 2130932 h 3245074"/>
                <a:gd name="connsiteX12" fmla="*/ 3686987 w 3686987"/>
                <a:gd name="connsiteY12" fmla="*/ 2606876 h 3245074"/>
                <a:gd name="connsiteX13" fmla="*/ 3686987 w 3686987"/>
                <a:gd name="connsiteY13" fmla="*/ 3245074 h 3245074"/>
                <a:gd name="connsiteX14" fmla="*/ 3123405 w 3686987"/>
                <a:gd name="connsiteY14" fmla="*/ 3245074 h 3245074"/>
                <a:gd name="connsiteX15" fmla="*/ 2522953 w 3686987"/>
                <a:gd name="connsiteY15" fmla="*/ 3245074 h 3245074"/>
                <a:gd name="connsiteX16" fmla="*/ 1959370 w 3686987"/>
                <a:gd name="connsiteY16" fmla="*/ 3245074 h 3245074"/>
                <a:gd name="connsiteX17" fmla="*/ 1469528 w 3686987"/>
                <a:gd name="connsiteY17" fmla="*/ 3245074 h 3245074"/>
                <a:gd name="connsiteX18" fmla="*/ 979685 w 3686987"/>
                <a:gd name="connsiteY18" fmla="*/ 3245074 h 3245074"/>
                <a:gd name="connsiteX19" fmla="*/ 0 w 3686987"/>
                <a:gd name="connsiteY19" fmla="*/ 3245074 h 3245074"/>
                <a:gd name="connsiteX20" fmla="*/ 0 w 3686987"/>
                <a:gd name="connsiteY20" fmla="*/ 2639327 h 3245074"/>
                <a:gd name="connsiteX21" fmla="*/ 0 w 3686987"/>
                <a:gd name="connsiteY21" fmla="*/ 2130932 h 3245074"/>
                <a:gd name="connsiteX22" fmla="*/ 0 w 3686987"/>
                <a:gd name="connsiteY22" fmla="*/ 1525185 h 3245074"/>
                <a:gd name="connsiteX23" fmla="*/ 0 w 3686987"/>
                <a:gd name="connsiteY23" fmla="*/ 1016790 h 3245074"/>
                <a:gd name="connsiteX24" fmla="*/ 0 w 3686987"/>
                <a:gd name="connsiteY24" fmla="*/ 540846 h 3245074"/>
                <a:gd name="connsiteX25" fmla="*/ 0 w 3686987"/>
                <a:gd name="connsiteY25" fmla="*/ 0 h 3245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686987" h="3245074" fill="none" stroke="1" extrusionOk="0">
                  <a:moveTo>
                    <a:pt x="0" y="0"/>
                  </a:moveTo>
                  <a:cubicBezTo>
                    <a:pt x="112289" y="-20948"/>
                    <a:pt x="364223" y="57965"/>
                    <a:pt x="526712" y="0"/>
                  </a:cubicBezTo>
                  <a:cubicBezTo>
                    <a:pt x="689201" y="-57965"/>
                    <a:pt x="841604" y="15917"/>
                    <a:pt x="942815" y="0"/>
                  </a:cubicBezTo>
                  <a:cubicBezTo>
                    <a:pt x="1044026" y="-15917"/>
                    <a:pt x="1402346" y="18993"/>
                    <a:pt x="1543267" y="0"/>
                  </a:cubicBezTo>
                  <a:cubicBezTo>
                    <a:pt x="1684188" y="-18993"/>
                    <a:pt x="1773745" y="12259"/>
                    <a:pt x="1959370" y="0"/>
                  </a:cubicBezTo>
                  <a:cubicBezTo>
                    <a:pt x="2144995" y="-12259"/>
                    <a:pt x="2292178" y="50293"/>
                    <a:pt x="2449213" y="0"/>
                  </a:cubicBezTo>
                  <a:cubicBezTo>
                    <a:pt x="2606248" y="-50293"/>
                    <a:pt x="2860442" y="29996"/>
                    <a:pt x="2975925" y="0"/>
                  </a:cubicBezTo>
                  <a:cubicBezTo>
                    <a:pt x="3091408" y="-29996"/>
                    <a:pt x="3441445" y="1779"/>
                    <a:pt x="3686987" y="0"/>
                  </a:cubicBezTo>
                  <a:cubicBezTo>
                    <a:pt x="3728225" y="209158"/>
                    <a:pt x="3677660" y="267845"/>
                    <a:pt x="3686987" y="508395"/>
                  </a:cubicBezTo>
                  <a:cubicBezTo>
                    <a:pt x="3696314" y="748945"/>
                    <a:pt x="3659638" y="807628"/>
                    <a:pt x="3686987" y="1081691"/>
                  </a:cubicBezTo>
                  <a:cubicBezTo>
                    <a:pt x="3714336" y="1355754"/>
                    <a:pt x="3656689" y="1412557"/>
                    <a:pt x="3686987" y="1654988"/>
                  </a:cubicBezTo>
                  <a:cubicBezTo>
                    <a:pt x="3717285" y="1897419"/>
                    <a:pt x="3660942" y="1959352"/>
                    <a:pt x="3686987" y="2130932"/>
                  </a:cubicBezTo>
                  <a:cubicBezTo>
                    <a:pt x="3713032" y="2302512"/>
                    <a:pt x="3669954" y="2484500"/>
                    <a:pt x="3686987" y="2606876"/>
                  </a:cubicBezTo>
                  <a:cubicBezTo>
                    <a:pt x="3704020" y="2729252"/>
                    <a:pt x="3615112" y="2931980"/>
                    <a:pt x="3686987" y="3245074"/>
                  </a:cubicBezTo>
                  <a:cubicBezTo>
                    <a:pt x="3491393" y="3248972"/>
                    <a:pt x="3293233" y="3223662"/>
                    <a:pt x="3123405" y="3245074"/>
                  </a:cubicBezTo>
                  <a:cubicBezTo>
                    <a:pt x="2953577" y="3266486"/>
                    <a:pt x="2732213" y="3185894"/>
                    <a:pt x="2522953" y="3245074"/>
                  </a:cubicBezTo>
                  <a:cubicBezTo>
                    <a:pt x="2313693" y="3304254"/>
                    <a:pt x="2107251" y="3238350"/>
                    <a:pt x="1959370" y="3245074"/>
                  </a:cubicBezTo>
                  <a:cubicBezTo>
                    <a:pt x="1811489" y="3251798"/>
                    <a:pt x="1639457" y="3241086"/>
                    <a:pt x="1469528" y="3245074"/>
                  </a:cubicBezTo>
                  <a:cubicBezTo>
                    <a:pt x="1299599" y="3249062"/>
                    <a:pt x="1186331" y="3214868"/>
                    <a:pt x="979685" y="3245074"/>
                  </a:cubicBezTo>
                  <a:cubicBezTo>
                    <a:pt x="773039" y="3275280"/>
                    <a:pt x="440271" y="3196392"/>
                    <a:pt x="0" y="3245074"/>
                  </a:cubicBezTo>
                  <a:cubicBezTo>
                    <a:pt x="-11265" y="3074145"/>
                    <a:pt x="42452" y="2936612"/>
                    <a:pt x="0" y="2639327"/>
                  </a:cubicBezTo>
                  <a:cubicBezTo>
                    <a:pt x="-42452" y="2342042"/>
                    <a:pt x="17728" y="2380662"/>
                    <a:pt x="0" y="2130932"/>
                  </a:cubicBezTo>
                  <a:cubicBezTo>
                    <a:pt x="-17728" y="1881202"/>
                    <a:pt x="52833" y="1763900"/>
                    <a:pt x="0" y="1525185"/>
                  </a:cubicBezTo>
                  <a:cubicBezTo>
                    <a:pt x="-52833" y="1286470"/>
                    <a:pt x="39848" y="1182473"/>
                    <a:pt x="0" y="1016790"/>
                  </a:cubicBezTo>
                  <a:cubicBezTo>
                    <a:pt x="-39848" y="851108"/>
                    <a:pt x="16929" y="697112"/>
                    <a:pt x="0" y="540846"/>
                  </a:cubicBezTo>
                  <a:cubicBezTo>
                    <a:pt x="-16929" y="384580"/>
                    <a:pt x="3359" y="186462"/>
                    <a:pt x="0" y="0"/>
                  </a:cubicBezTo>
                  <a:close/>
                </a:path>
                <a:path w="3686987" h="3245074" fill="norm" stroke="0" extrusionOk="0">
                  <a:moveTo>
                    <a:pt x="0" y="0"/>
                  </a:moveTo>
                  <a:cubicBezTo>
                    <a:pt x="152296" y="-692"/>
                    <a:pt x="332954" y="5869"/>
                    <a:pt x="489843" y="0"/>
                  </a:cubicBezTo>
                  <a:cubicBezTo>
                    <a:pt x="646732" y="-5869"/>
                    <a:pt x="767879" y="20724"/>
                    <a:pt x="1016555" y="0"/>
                  </a:cubicBezTo>
                  <a:cubicBezTo>
                    <a:pt x="1265231" y="-20724"/>
                    <a:pt x="1287666" y="28693"/>
                    <a:pt x="1543267" y="0"/>
                  </a:cubicBezTo>
                  <a:cubicBezTo>
                    <a:pt x="1798868" y="-28693"/>
                    <a:pt x="1793946" y="1083"/>
                    <a:pt x="1959370" y="0"/>
                  </a:cubicBezTo>
                  <a:cubicBezTo>
                    <a:pt x="2124794" y="-1083"/>
                    <a:pt x="2228765" y="57811"/>
                    <a:pt x="2486083" y="0"/>
                  </a:cubicBezTo>
                  <a:cubicBezTo>
                    <a:pt x="2743401" y="-57811"/>
                    <a:pt x="2959520" y="69337"/>
                    <a:pt x="3086535" y="0"/>
                  </a:cubicBezTo>
                  <a:cubicBezTo>
                    <a:pt x="3213550" y="-69337"/>
                    <a:pt x="3551423" y="71545"/>
                    <a:pt x="3686987" y="0"/>
                  </a:cubicBezTo>
                  <a:cubicBezTo>
                    <a:pt x="3727921" y="222702"/>
                    <a:pt x="3625191" y="374379"/>
                    <a:pt x="3686987" y="540846"/>
                  </a:cubicBezTo>
                  <a:cubicBezTo>
                    <a:pt x="3748783" y="707313"/>
                    <a:pt x="3623747" y="873030"/>
                    <a:pt x="3686987" y="1081691"/>
                  </a:cubicBezTo>
                  <a:cubicBezTo>
                    <a:pt x="3750227" y="1290352"/>
                    <a:pt x="3626145" y="1477654"/>
                    <a:pt x="3686987" y="1622537"/>
                  </a:cubicBezTo>
                  <a:cubicBezTo>
                    <a:pt x="3747829" y="1767420"/>
                    <a:pt x="3655329" y="1856251"/>
                    <a:pt x="3686987" y="2066030"/>
                  </a:cubicBezTo>
                  <a:cubicBezTo>
                    <a:pt x="3718645" y="2275809"/>
                    <a:pt x="3652712" y="2334581"/>
                    <a:pt x="3686987" y="2509524"/>
                  </a:cubicBezTo>
                  <a:cubicBezTo>
                    <a:pt x="3721262" y="2684467"/>
                    <a:pt x="3619816" y="3010479"/>
                    <a:pt x="3686987" y="3245074"/>
                  </a:cubicBezTo>
                  <a:cubicBezTo>
                    <a:pt x="3478083" y="3260693"/>
                    <a:pt x="3433854" y="3208946"/>
                    <a:pt x="3197144" y="3245074"/>
                  </a:cubicBezTo>
                  <a:cubicBezTo>
                    <a:pt x="2960434" y="3281202"/>
                    <a:pt x="2863949" y="3204155"/>
                    <a:pt x="2744172" y="3245074"/>
                  </a:cubicBezTo>
                  <a:cubicBezTo>
                    <a:pt x="2624395" y="3285993"/>
                    <a:pt x="2441092" y="3211358"/>
                    <a:pt x="2217459" y="3245074"/>
                  </a:cubicBezTo>
                  <a:cubicBezTo>
                    <a:pt x="1993826" y="3278790"/>
                    <a:pt x="1841652" y="3185429"/>
                    <a:pt x="1690747" y="3245074"/>
                  </a:cubicBezTo>
                  <a:cubicBezTo>
                    <a:pt x="1539842" y="3304719"/>
                    <a:pt x="1326239" y="3226890"/>
                    <a:pt x="1164034" y="3245074"/>
                  </a:cubicBezTo>
                  <a:cubicBezTo>
                    <a:pt x="1001829" y="3263258"/>
                    <a:pt x="728958" y="3202856"/>
                    <a:pt x="600452" y="3245074"/>
                  </a:cubicBezTo>
                  <a:cubicBezTo>
                    <a:pt x="471946" y="3287292"/>
                    <a:pt x="294398" y="3183399"/>
                    <a:pt x="0" y="3245074"/>
                  </a:cubicBezTo>
                  <a:cubicBezTo>
                    <a:pt x="-40914" y="3101094"/>
                    <a:pt x="5051" y="2934101"/>
                    <a:pt x="0" y="2769130"/>
                  </a:cubicBezTo>
                  <a:cubicBezTo>
                    <a:pt x="-5051" y="2604159"/>
                    <a:pt x="54787" y="2501544"/>
                    <a:pt x="0" y="2260735"/>
                  </a:cubicBezTo>
                  <a:cubicBezTo>
                    <a:pt x="-54787" y="2019927"/>
                    <a:pt x="8978" y="1892466"/>
                    <a:pt x="0" y="1784791"/>
                  </a:cubicBezTo>
                  <a:cubicBezTo>
                    <a:pt x="-8978" y="1677116"/>
                    <a:pt x="22968" y="1437635"/>
                    <a:pt x="0" y="1211494"/>
                  </a:cubicBezTo>
                  <a:cubicBezTo>
                    <a:pt x="-22968" y="985353"/>
                    <a:pt x="22742" y="801348"/>
                    <a:pt x="0" y="670649"/>
                  </a:cubicBezTo>
                  <a:cubicBezTo>
                    <a:pt x="-22742" y="539951"/>
                    <a:pt x="6052" y="175702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pPr>
                <a:defRPr/>
              </a:pPr>
              <a:r>
                <a:rPr lang="it-IT" sz="1400" b="1">
                  <a:solidFill>
                    <a:schemeClr val="bg1"/>
                  </a:solidFill>
                </a:rPr>
                <a:t>Ingredienti</a:t>
              </a:r>
              <a:endParaRPr/>
            </a:p>
          </p:txBody>
        </p:sp>
        <p:graphicFrame>
          <p:nvGraphicFramePr>
            <p:cNvPr id="67" name="Diagramma 66"/>
            <p:cNvGraphicFramePr>
              <a:graphicFrameLocks xmlns:a="http://schemas.openxmlformats.org/drawingml/2006/main"/>
            </p:cNvGraphicFramePr>
            <p:nvPr/>
          </p:nvGraphicFramePr>
          <p:xfrm rot="0">
            <a:off x="750028" y="3434827"/>
            <a:ext cx="3088720" cy="2619298"/>
            <a:chOff x="0" y="0"/>
            <a:chExt cx="3088720" cy="261929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5" r:lo="rId7" r:qs="rId8" r:cs="rId6"/>
            </a:graphicData>
          </a:graphic>
        </p:graphicFrame>
        <p:cxnSp>
          <p:nvCxnSpPr>
            <p:cNvPr id="69" name="Connettore diritto 68"/>
            <p:cNvCxnSpPr/>
            <p:nvPr/>
          </p:nvCxnSpPr>
          <p:spPr bwMode="auto">
            <a:xfrm flipV="1">
              <a:off x="595339" y="5747187"/>
              <a:ext cx="3525811" cy="6894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101" name="Elemento grafico 100" descr="Chiudi con riempimento a tinta unita"/>
            <p:cNvPicPr>
              <a:picLocks noChangeAspect="1"/>
            </p:cNvPicPr>
            <p:nvPr/>
          </p:nvPicPr>
          <p:blipFill rotWithShape="1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 bwMode="auto">
            <a:xfrm>
              <a:off x="3582291" y="3736234"/>
              <a:ext cx="199306" cy="199306"/>
            </a:xfrm>
            <a:prstGeom prst="rect">
              <a:avLst/>
            </a:prstGeom>
          </p:spPr>
        </p:pic>
        <p:pic>
          <p:nvPicPr>
            <p:cNvPr id="102" name="Elemento grafico 101" descr="Chiudi con riempimento a tinta unita"/>
            <p:cNvPicPr>
              <a:picLocks noChangeAspect="1"/>
            </p:cNvPicPr>
            <p:nvPr/>
          </p:nvPicPr>
          <p:blipFill rotWithShape="1">
            <a:blip r:embed="rId11"/>
            <a:stretch/>
          </p:blipFill>
          <p:spPr bwMode="auto">
            <a:xfrm>
              <a:off x="3582291" y="3465167"/>
              <a:ext cx="199306" cy="199306"/>
            </a:xfrm>
            <a:prstGeom prst="rect">
              <a:avLst/>
            </a:prstGeom>
          </p:spPr>
        </p:pic>
        <p:pic>
          <p:nvPicPr>
            <p:cNvPr id="103" name="Elemento grafico 102" descr="Chiudi con riempimento a tinta unita"/>
            <p:cNvPicPr>
              <a:picLocks noChangeAspect="1"/>
            </p:cNvPicPr>
            <p:nvPr/>
          </p:nvPicPr>
          <p:blipFill rotWithShape="1">
            <a:blip r:embed="rId11"/>
            <a:stretch/>
          </p:blipFill>
          <p:spPr bwMode="auto">
            <a:xfrm>
              <a:off x="3582291" y="4006772"/>
              <a:ext cx="199306" cy="199306"/>
            </a:xfrm>
            <a:prstGeom prst="rect">
              <a:avLst/>
            </a:prstGeom>
          </p:spPr>
        </p:pic>
        <p:pic>
          <p:nvPicPr>
            <p:cNvPr id="104" name="Elemento grafico 103" descr="Chiudi con riempimento a tinta unita"/>
            <p:cNvPicPr>
              <a:picLocks noChangeAspect="1"/>
            </p:cNvPicPr>
            <p:nvPr/>
          </p:nvPicPr>
          <p:blipFill rotWithShape="1">
            <a:blip r:embed="rId11"/>
            <a:stretch/>
          </p:blipFill>
          <p:spPr bwMode="auto">
            <a:xfrm>
              <a:off x="3582291" y="4274844"/>
              <a:ext cx="199306" cy="199306"/>
            </a:xfrm>
            <a:prstGeom prst="rect">
              <a:avLst/>
            </a:prstGeom>
          </p:spPr>
        </p:pic>
        <p:pic>
          <p:nvPicPr>
            <p:cNvPr id="105" name="Elemento grafico 104" descr="Chiudi con riempimento a tinta unita"/>
            <p:cNvPicPr>
              <a:picLocks noChangeAspect="1"/>
            </p:cNvPicPr>
            <p:nvPr/>
          </p:nvPicPr>
          <p:blipFill rotWithShape="1">
            <a:blip r:embed="rId11"/>
            <a:stretch/>
          </p:blipFill>
          <p:spPr bwMode="auto">
            <a:xfrm>
              <a:off x="3582291" y="4546091"/>
              <a:ext cx="199306" cy="199306"/>
            </a:xfrm>
            <a:prstGeom prst="rect">
              <a:avLst/>
            </a:prstGeom>
          </p:spPr>
        </p:pic>
        <p:pic>
          <p:nvPicPr>
            <p:cNvPr id="106" name="Elemento grafico 105" descr="Chiudi con riempimento a tinta unita"/>
            <p:cNvPicPr>
              <a:picLocks noChangeAspect="1"/>
            </p:cNvPicPr>
            <p:nvPr/>
          </p:nvPicPr>
          <p:blipFill rotWithShape="1">
            <a:blip r:embed="rId11"/>
            <a:stretch/>
          </p:blipFill>
          <p:spPr bwMode="auto">
            <a:xfrm>
              <a:off x="3582291" y="4803325"/>
              <a:ext cx="199306" cy="199306"/>
            </a:xfrm>
            <a:prstGeom prst="rect">
              <a:avLst/>
            </a:prstGeom>
          </p:spPr>
        </p:pic>
        <p:sp>
          <p:nvSpPr>
            <p:cNvPr id="18" name="Rettangolo 17"/>
            <p:cNvSpPr/>
            <p:nvPr/>
          </p:nvSpPr>
          <p:spPr bwMode="auto">
            <a:xfrm rot="5400000">
              <a:off x="2285744" y="3895237"/>
              <a:ext cx="184726" cy="3408926"/>
            </a:xfrm>
            <a:prstGeom prst="rect">
              <a:avLst/>
            </a:prstGeom>
            <a:solidFill>
              <a:srgbClr val="FBE5D6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19" name="Rettangolo 18"/>
            <p:cNvSpPr/>
            <p:nvPr/>
          </p:nvSpPr>
          <p:spPr bwMode="auto">
            <a:xfrm rot="5400000">
              <a:off x="2285744" y="1543859"/>
              <a:ext cx="184726" cy="3408926"/>
            </a:xfrm>
            <a:prstGeom prst="rect">
              <a:avLst/>
            </a:prstGeom>
            <a:solidFill>
              <a:srgbClr val="FBE5D6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13" name="Triangolo isoscele 12"/>
            <p:cNvSpPr/>
            <p:nvPr/>
          </p:nvSpPr>
          <p:spPr bwMode="auto">
            <a:xfrm>
              <a:off x="2285387" y="3206306"/>
              <a:ext cx="145709" cy="84031"/>
            </a:xfrm>
            <a:prstGeom prst="triangle">
              <a:avLst>
                <a:gd name="adj" fmla="val 50000"/>
              </a:avLst>
            </a:prstGeom>
            <a:solidFill>
              <a:srgbClr val="843C0C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15" name="Triangolo isoscele 14"/>
            <p:cNvSpPr/>
            <p:nvPr/>
          </p:nvSpPr>
          <p:spPr bwMode="auto">
            <a:xfrm rot="10800000">
              <a:off x="2285388" y="5561532"/>
              <a:ext cx="145709" cy="84031"/>
            </a:xfrm>
            <a:prstGeom prst="triangle">
              <a:avLst>
                <a:gd name="adj" fmla="val 50000"/>
              </a:avLst>
            </a:prstGeom>
            <a:solidFill>
              <a:srgbClr val="843C0C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</p:grpSp>
      <p:grpSp>
        <p:nvGrpSpPr>
          <p:cNvPr id="2037812132" name="Gruppo 64"/>
          <p:cNvGrpSpPr/>
          <p:nvPr/>
        </p:nvGrpSpPr>
        <p:grpSpPr bwMode="auto">
          <a:xfrm>
            <a:off x="8222881" y="2568731"/>
            <a:ext cx="3686986" cy="3245073"/>
            <a:chOff x="0" y="0"/>
            <a:chExt cx="3686986" cy="3245073"/>
          </a:xfrm>
        </p:grpSpPr>
        <p:sp>
          <p:nvSpPr>
            <p:cNvPr id="66" name="CasellaDiTesto 65"/>
            <p:cNvSpPr txBox="1"/>
            <p:nvPr/>
          </p:nvSpPr>
          <p:spPr bwMode="auto">
            <a:xfrm>
              <a:off x="0" y="0"/>
              <a:ext cx="3686987" cy="3245074"/>
            </a:xfrm>
            <a:custGeom>
              <a:avLst/>
              <a:gdLst>
                <a:gd name="connsiteX0" fmla="*/ 0 w 3686987"/>
                <a:gd name="connsiteY0" fmla="*/ 0 h 3245074"/>
                <a:gd name="connsiteX1" fmla="*/ 526712 w 3686987"/>
                <a:gd name="connsiteY1" fmla="*/ 0 h 3245074"/>
                <a:gd name="connsiteX2" fmla="*/ 942815 w 3686987"/>
                <a:gd name="connsiteY2" fmla="*/ 0 h 3245074"/>
                <a:gd name="connsiteX3" fmla="*/ 1543267 w 3686987"/>
                <a:gd name="connsiteY3" fmla="*/ 0 h 3245074"/>
                <a:gd name="connsiteX4" fmla="*/ 1959370 w 3686987"/>
                <a:gd name="connsiteY4" fmla="*/ 0 h 3245074"/>
                <a:gd name="connsiteX5" fmla="*/ 2449213 w 3686987"/>
                <a:gd name="connsiteY5" fmla="*/ 0 h 3245074"/>
                <a:gd name="connsiteX6" fmla="*/ 2975925 w 3686987"/>
                <a:gd name="connsiteY6" fmla="*/ 0 h 3245074"/>
                <a:gd name="connsiteX7" fmla="*/ 3686987 w 3686987"/>
                <a:gd name="connsiteY7" fmla="*/ 0 h 3245074"/>
                <a:gd name="connsiteX8" fmla="*/ 3686987 w 3686987"/>
                <a:gd name="connsiteY8" fmla="*/ 508395 h 3245074"/>
                <a:gd name="connsiteX9" fmla="*/ 3686987 w 3686987"/>
                <a:gd name="connsiteY9" fmla="*/ 1081691 h 3245074"/>
                <a:gd name="connsiteX10" fmla="*/ 3686987 w 3686987"/>
                <a:gd name="connsiteY10" fmla="*/ 1654988 h 3245074"/>
                <a:gd name="connsiteX11" fmla="*/ 3686987 w 3686987"/>
                <a:gd name="connsiteY11" fmla="*/ 2130932 h 3245074"/>
                <a:gd name="connsiteX12" fmla="*/ 3686987 w 3686987"/>
                <a:gd name="connsiteY12" fmla="*/ 2606876 h 3245074"/>
                <a:gd name="connsiteX13" fmla="*/ 3686987 w 3686987"/>
                <a:gd name="connsiteY13" fmla="*/ 3245074 h 3245074"/>
                <a:gd name="connsiteX14" fmla="*/ 3123405 w 3686987"/>
                <a:gd name="connsiteY14" fmla="*/ 3245074 h 3245074"/>
                <a:gd name="connsiteX15" fmla="*/ 2522953 w 3686987"/>
                <a:gd name="connsiteY15" fmla="*/ 3245074 h 3245074"/>
                <a:gd name="connsiteX16" fmla="*/ 1959370 w 3686987"/>
                <a:gd name="connsiteY16" fmla="*/ 3245074 h 3245074"/>
                <a:gd name="connsiteX17" fmla="*/ 1469528 w 3686987"/>
                <a:gd name="connsiteY17" fmla="*/ 3245074 h 3245074"/>
                <a:gd name="connsiteX18" fmla="*/ 979685 w 3686987"/>
                <a:gd name="connsiteY18" fmla="*/ 3245074 h 3245074"/>
                <a:gd name="connsiteX19" fmla="*/ 0 w 3686987"/>
                <a:gd name="connsiteY19" fmla="*/ 3245074 h 3245074"/>
                <a:gd name="connsiteX20" fmla="*/ 0 w 3686987"/>
                <a:gd name="connsiteY20" fmla="*/ 2639327 h 3245074"/>
                <a:gd name="connsiteX21" fmla="*/ 0 w 3686987"/>
                <a:gd name="connsiteY21" fmla="*/ 2130932 h 3245074"/>
                <a:gd name="connsiteX22" fmla="*/ 0 w 3686987"/>
                <a:gd name="connsiteY22" fmla="*/ 1525185 h 3245074"/>
                <a:gd name="connsiteX23" fmla="*/ 0 w 3686987"/>
                <a:gd name="connsiteY23" fmla="*/ 1016790 h 3245074"/>
                <a:gd name="connsiteX24" fmla="*/ 0 w 3686987"/>
                <a:gd name="connsiteY24" fmla="*/ 540846 h 3245074"/>
                <a:gd name="connsiteX25" fmla="*/ 0 w 3686987"/>
                <a:gd name="connsiteY25" fmla="*/ 0 h 3245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686987" h="3245074" fill="none" stroke="1" extrusionOk="0">
                  <a:moveTo>
                    <a:pt x="0" y="0"/>
                  </a:moveTo>
                  <a:cubicBezTo>
                    <a:pt x="112289" y="-20948"/>
                    <a:pt x="364223" y="57965"/>
                    <a:pt x="526712" y="0"/>
                  </a:cubicBezTo>
                  <a:cubicBezTo>
                    <a:pt x="689201" y="-57965"/>
                    <a:pt x="841604" y="15917"/>
                    <a:pt x="942815" y="0"/>
                  </a:cubicBezTo>
                  <a:cubicBezTo>
                    <a:pt x="1044026" y="-15917"/>
                    <a:pt x="1402346" y="18993"/>
                    <a:pt x="1543267" y="0"/>
                  </a:cubicBezTo>
                  <a:cubicBezTo>
                    <a:pt x="1684188" y="-18993"/>
                    <a:pt x="1773745" y="12259"/>
                    <a:pt x="1959370" y="0"/>
                  </a:cubicBezTo>
                  <a:cubicBezTo>
                    <a:pt x="2144995" y="-12259"/>
                    <a:pt x="2292178" y="50293"/>
                    <a:pt x="2449213" y="0"/>
                  </a:cubicBezTo>
                  <a:cubicBezTo>
                    <a:pt x="2606248" y="-50293"/>
                    <a:pt x="2860442" y="29996"/>
                    <a:pt x="2975925" y="0"/>
                  </a:cubicBezTo>
                  <a:cubicBezTo>
                    <a:pt x="3091408" y="-29996"/>
                    <a:pt x="3441445" y="1779"/>
                    <a:pt x="3686987" y="0"/>
                  </a:cubicBezTo>
                  <a:cubicBezTo>
                    <a:pt x="3728225" y="209158"/>
                    <a:pt x="3677660" y="267845"/>
                    <a:pt x="3686987" y="508395"/>
                  </a:cubicBezTo>
                  <a:cubicBezTo>
                    <a:pt x="3696314" y="748945"/>
                    <a:pt x="3659638" y="807628"/>
                    <a:pt x="3686987" y="1081691"/>
                  </a:cubicBezTo>
                  <a:cubicBezTo>
                    <a:pt x="3714336" y="1355754"/>
                    <a:pt x="3656689" y="1412557"/>
                    <a:pt x="3686987" y="1654988"/>
                  </a:cubicBezTo>
                  <a:cubicBezTo>
                    <a:pt x="3717285" y="1897419"/>
                    <a:pt x="3660942" y="1959352"/>
                    <a:pt x="3686987" y="2130932"/>
                  </a:cubicBezTo>
                  <a:cubicBezTo>
                    <a:pt x="3713032" y="2302512"/>
                    <a:pt x="3669954" y="2484500"/>
                    <a:pt x="3686987" y="2606876"/>
                  </a:cubicBezTo>
                  <a:cubicBezTo>
                    <a:pt x="3704020" y="2729252"/>
                    <a:pt x="3615112" y="2931980"/>
                    <a:pt x="3686987" y="3245074"/>
                  </a:cubicBezTo>
                  <a:cubicBezTo>
                    <a:pt x="3491393" y="3248972"/>
                    <a:pt x="3293233" y="3223662"/>
                    <a:pt x="3123405" y="3245074"/>
                  </a:cubicBezTo>
                  <a:cubicBezTo>
                    <a:pt x="2953577" y="3266486"/>
                    <a:pt x="2732213" y="3185894"/>
                    <a:pt x="2522953" y="3245074"/>
                  </a:cubicBezTo>
                  <a:cubicBezTo>
                    <a:pt x="2313693" y="3304254"/>
                    <a:pt x="2107251" y="3238350"/>
                    <a:pt x="1959370" y="3245074"/>
                  </a:cubicBezTo>
                  <a:cubicBezTo>
                    <a:pt x="1811489" y="3251798"/>
                    <a:pt x="1639457" y="3241086"/>
                    <a:pt x="1469528" y="3245074"/>
                  </a:cubicBezTo>
                  <a:cubicBezTo>
                    <a:pt x="1299599" y="3249062"/>
                    <a:pt x="1186331" y="3214868"/>
                    <a:pt x="979685" y="3245074"/>
                  </a:cubicBezTo>
                  <a:cubicBezTo>
                    <a:pt x="773039" y="3275280"/>
                    <a:pt x="440271" y="3196392"/>
                    <a:pt x="0" y="3245074"/>
                  </a:cubicBezTo>
                  <a:cubicBezTo>
                    <a:pt x="-11265" y="3074145"/>
                    <a:pt x="42452" y="2936612"/>
                    <a:pt x="0" y="2639327"/>
                  </a:cubicBezTo>
                  <a:cubicBezTo>
                    <a:pt x="-42452" y="2342042"/>
                    <a:pt x="17728" y="2380662"/>
                    <a:pt x="0" y="2130932"/>
                  </a:cubicBezTo>
                  <a:cubicBezTo>
                    <a:pt x="-17728" y="1881202"/>
                    <a:pt x="52833" y="1763900"/>
                    <a:pt x="0" y="1525185"/>
                  </a:cubicBezTo>
                  <a:cubicBezTo>
                    <a:pt x="-52833" y="1286470"/>
                    <a:pt x="39848" y="1182473"/>
                    <a:pt x="0" y="1016790"/>
                  </a:cubicBezTo>
                  <a:cubicBezTo>
                    <a:pt x="-39848" y="851108"/>
                    <a:pt x="16929" y="697112"/>
                    <a:pt x="0" y="540846"/>
                  </a:cubicBezTo>
                  <a:cubicBezTo>
                    <a:pt x="-16929" y="384580"/>
                    <a:pt x="3359" y="186462"/>
                    <a:pt x="0" y="0"/>
                  </a:cubicBezTo>
                  <a:close/>
                </a:path>
                <a:path w="3686987" h="3245074" fill="norm" stroke="0" extrusionOk="0">
                  <a:moveTo>
                    <a:pt x="0" y="0"/>
                  </a:moveTo>
                  <a:cubicBezTo>
                    <a:pt x="152296" y="-692"/>
                    <a:pt x="332954" y="5869"/>
                    <a:pt x="489843" y="0"/>
                  </a:cubicBezTo>
                  <a:cubicBezTo>
                    <a:pt x="646732" y="-5869"/>
                    <a:pt x="767879" y="20724"/>
                    <a:pt x="1016555" y="0"/>
                  </a:cubicBezTo>
                  <a:cubicBezTo>
                    <a:pt x="1265231" y="-20724"/>
                    <a:pt x="1287666" y="28693"/>
                    <a:pt x="1543267" y="0"/>
                  </a:cubicBezTo>
                  <a:cubicBezTo>
                    <a:pt x="1798868" y="-28693"/>
                    <a:pt x="1793946" y="1083"/>
                    <a:pt x="1959370" y="0"/>
                  </a:cubicBezTo>
                  <a:cubicBezTo>
                    <a:pt x="2124794" y="-1083"/>
                    <a:pt x="2228765" y="57811"/>
                    <a:pt x="2486083" y="0"/>
                  </a:cubicBezTo>
                  <a:cubicBezTo>
                    <a:pt x="2743401" y="-57811"/>
                    <a:pt x="2959520" y="69337"/>
                    <a:pt x="3086535" y="0"/>
                  </a:cubicBezTo>
                  <a:cubicBezTo>
                    <a:pt x="3213550" y="-69337"/>
                    <a:pt x="3551423" y="71545"/>
                    <a:pt x="3686987" y="0"/>
                  </a:cubicBezTo>
                  <a:cubicBezTo>
                    <a:pt x="3727921" y="222702"/>
                    <a:pt x="3625191" y="374379"/>
                    <a:pt x="3686987" y="540846"/>
                  </a:cubicBezTo>
                  <a:cubicBezTo>
                    <a:pt x="3748783" y="707313"/>
                    <a:pt x="3623747" y="873030"/>
                    <a:pt x="3686987" y="1081691"/>
                  </a:cubicBezTo>
                  <a:cubicBezTo>
                    <a:pt x="3750227" y="1290352"/>
                    <a:pt x="3626145" y="1477654"/>
                    <a:pt x="3686987" y="1622537"/>
                  </a:cubicBezTo>
                  <a:cubicBezTo>
                    <a:pt x="3747829" y="1767420"/>
                    <a:pt x="3655329" y="1856251"/>
                    <a:pt x="3686987" y="2066030"/>
                  </a:cubicBezTo>
                  <a:cubicBezTo>
                    <a:pt x="3718645" y="2275809"/>
                    <a:pt x="3652712" y="2334581"/>
                    <a:pt x="3686987" y="2509524"/>
                  </a:cubicBezTo>
                  <a:cubicBezTo>
                    <a:pt x="3721262" y="2684467"/>
                    <a:pt x="3619816" y="3010479"/>
                    <a:pt x="3686987" y="3245074"/>
                  </a:cubicBezTo>
                  <a:cubicBezTo>
                    <a:pt x="3478083" y="3260693"/>
                    <a:pt x="3433854" y="3208946"/>
                    <a:pt x="3197144" y="3245074"/>
                  </a:cubicBezTo>
                  <a:cubicBezTo>
                    <a:pt x="2960434" y="3281202"/>
                    <a:pt x="2863949" y="3204155"/>
                    <a:pt x="2744172" y="3245074"/>
                  </a:cubicBezTo>
                  <a:cubicBezTo>
                    <a:pt x="2624395" y="3285993"/>
                    <a:pt x="2441092" y="3211358"/>
                    <a:pt x="2217459" y="3245074"/>
                  </a:cubicBezTo>
                  <a:cubicBezTo>
                    <a:pt x="1993826" y="3278790"/>
                    <a:pt x="1841652" y="3185429"/>
                    <a:pt x="1690747" y="3245074"/>
                  </a:cubicBezTo>
                  <a:cubicBezTo>
                    <a:pt x="1539842" y="3304719"/>
                    <a:pt x="1326239" y="3226890"/>
                    <a:pt x="1164034" y="3245074"/>
                  </a:cubicBezTo>
                  <a:cubicBezTo>
                    <a:pt x="1001829" y="3263258"/>
                    <a:pt x="728958" y="3202856"/>
                    <a:pt x="600452" y="3245074"/>
                  </a:cubicBezTo>
                  <a:cubicBezTo>
                    <a:pt x="471946" y="3287292"/>
                    <a:pt x="294398" y="3183399"/>
                    <a:pt x="0" y="3245074"/>
                  </a:cubicBezTo>
                  <a:cubicBezTo>
                    <a:pt x="-40914" y="3101094"/>
                    <a:pt x="5051" y="2934101"/>
                    <a:pt x="0" y="2769130"/>
                  </a:cubicBezTo>
                  <a:cubicBezTo>
                    <a:pt x="-5051" y="2604159"/>
                    <a:pt x="54787" y="2501544"/>
                    <a:pt x="0" y="2260735"/>
                  </a:cubicBezTo>
                  <a:cubicBezTo>
                    <a:pt x="-54787" y="2019927"/>
                    <a:pt x="8978" y="1892466"/>
                    <a:pt x="0" y="1784791"/>
                  </a:cubicBezTo>
                  <a:cubicBezTo>
                    <a:pt x="-8978" y="1677116"/>
                    <a:pt x="22968" y="1437635"/>
                    <a:pt x="0" y="1211494"/>
                  </a:cubicBezTo>
                  <a:cubicBezTo>
                    <a:pt x="-22968" y="985353"/>
                    <a:pt x="22742" y="801348"/>
                    <a:pt x="0" y="670649"/>
                  </a:cubicBezTo>
                  <a:cubicBezTo>
                    <a:pt x="-22742" y="539951"/>
                    <a:pt x="6052" y="175702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pPr>
                <a:defRPr/>
              </a:pPr>
              <a:r>
                <a:rPr lang="it-IT" sz="1400" b="1">
                  <a:solidFill>
                    <a:schemeClr val="bg1"/>
                  </a:solidFill>
                </a:rPr>
                <a:t>Allergeni</a:t>
              </a:r>
              <a:endParaRPr/>
            </a:p>
          </p:txBody>
        </p:sp>
        <p:graphicFrame>
          <p:nvGraphicFramePr>
            <p:cNvPr id="68" name="Diagramma 67"/>
            <p:cNvGraphicFramePr>
              <a:graphicFrameLocks xmlns:a="http://schemas.openxmlformats.org/drawingml/2006/main"/>
            </p:cNvGraphicFramePr>
            <p:nvPr/>
          </p:nvGraphicFramePr>
          <p:xfrm rot="0">
            <a:off x="215413" y="552706"/>
            <a:ext cx="3088718" cy="2619297"/>
            <a:chOff x="0" y="0"/>
            <a:chExt cx="3088718" cy="261929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3" r:lo="rId15" r:qs="rId16" r:cs="rId14"/>
            </a:graphicData>
          </a:graphic>
        </p:graphicFrame>
        <p:sp>
          <p:nvSpPr>
            <p:cNvPr id="78" name="Rettangolo 77"/>
            <p:cNvSpPr/>
            <p:nvPr/>
          </p:nvSpPr>
          <p:spPr bwMode="auto">
            <a:xfrm rot="5400000">
              <a:off x="1751130" y="1339954"/>
              <a:ext cx="184726" cy="3408926"/>
            </a:xfrm>
            <a:prstGeom prst="rect">
              <a:avLst/>
            </a:prstGeom>
            <a:solidFill>
              <a:srgbClr val="FBE5D6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79" name="Rettangolo 78"/>
            <p:cNvSpPr/>
            <p:nvPr/>
          </p:nvSpPr>
          <p:spPr bwMode="auto">
            <a:xfrm rot="5400000">
              <a:off x="1751130" y="-1338260"/>
              <a:ext cx="184726" cy="3408926"/>
            </a:xfrm>
            <a:prstGeom prst="rect">
              <a:avLst/>
            </a:prstGeom>
            <a:solidFill>
              <a:srgbClr val="FBE5D6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81" name="Triangolo isoscele 80"/>
            <p:cNvSpPr/>
            <p:nvPr/>
          </p:nvSpPr>
          <p:spPr bwMode="auto">
            <a:xfrm>
              <a:off x="1750772" y="324185"/>
              <a:ext cx="145709" cy="84031"/>
            </a:xfrm>
            <a:prstGeom prst="triangle">
              <a:avLst>
                <a:gd name="adj" fmla="val 50000"/>
              </a:avLst>
            </a:prstGeom>
            <a:solidFill>
              <a:srgbClr val="843C0C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82" name="Triangolo isoscele 81"/>
            <p:cNvSpPr/>
            <p:nvPr/>
          </p:nvSpPr>
          <p:spPr bwMode="auto">
            <a:xfrm rot="10800000">
              <a:off x="1750773" y="3006250"/>
              <a:ext cx="145709" cy="84031"/>
            </a:xfrm>
            <a:prstGeom prst="triangle">
              <a:avLst>
                <a:gd name="adj" fmla="val 50000"/>
              </a:avLst>
            </a:prstGeom>
            <a:solidFill>
              <a:srgbClr val="843C0C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</p:grpSp>
      <p:cxnSp>
        <p:nvCxnSpPr>
          <p:cNvPr id="265380825" name="Connettore diritto 4"/>
          <p:cNvCxnSpPr/>
          <p:nvPr/>
        </p:nvCxnSpPr>
        <p:spPr bwMode="auto">
          <a:xfrm>
            <a:off x="0" y="939799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56633031" name="CasellaDiTesto 24"/>
          <p:cNvSpPr txBox="1"/>
          <p:nvPr/>
        </p:nvSpPr>
        <p:spPr bwMode="auto">
          <a:xfrm>
            <a:off x="5139055" y="1459737"/>
            <a:ext cx="1728268" cy="4575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400" b="1">
                <a:solidFill>
                  <a:schemeClr val="accent2"/>
                </a:solidFill>
                <a:latin typeface="Carlito"/>
                <a:ea typeface="Carlito"/>
                <a:cs typeface="Carlito"/>
              </a:rPr>
              <a:t>Il mio piatto</a:t>
            </a:r>
            <a:endParaRPr>
              <a:latin typeface="Carlito"/>
              <a:cs typeface="Carlito"/>
            </a:endParaRPr>
          </a:p>
        </p:txBody>
      </p:sp>
      <p:sp>
        <p:nvSpPr>
          <p:cNvPr id="1366543778" name="CasellaDiTesto 25"/>
          <p:cNvSpPr txBox="1"/>
          <p:nvPr/>
        </p:nvSpPr>
        <p:spPr bwMode="auto">
          <a:xfrm>
            <a:off x="4584201" y="1113459"/>
            <a:ext cx="2895032" cy="5185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800" b="1">
                <a:solidFill>
                  <a:schemeClr val="accent2">
                    <a:lumMod val="50000"/>
                  </a:schemeClr>
                </a:solidFill>
                <a:latin typeface="Carlito"/>
                <a:ea typeface="Carlito"/>
                <a:cs typeface="Carlito"/>
              </a:rPr>
              <a:t>Aggiungi un piatto</a:t>
            </a:r>
            <a:endParaRPr>
              <a:latin typeface="Carlito"/>
              <a:cs typeface="Carlito"/>
            </a:endParaRPr>
          </a:p>
        </p:txBody>
      </p:sp>
      <p:cxnSp>
        <p:nvCxnSpPr>
          <p:cNvPr id="94134555" name="Connettore diritto 4"/>
          <p:cNvCxnSpPr/>
          <p:nvPr/>
        </p:nvCxnSpPr>
        <p:spPr bwMode="auto">
          <a:xfrm>
            <a:off x="0" y="2201907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419615447" name="Gruppo 143"/>
          <p:cNvGrpSpPr/>
          <p:nvPr/>
        </p:nvGrpSpPr>
        <p:grpSpPr bwMode="auto">
          <a:xfrm>
            <a:off x="482952" y="1326999"/>
            <a:ext cx="960555" cy="305159"/>
            <a:chOff x="0" y="0"/>
            <a:chExt cx="960555" cy="305159"/>
          </a:xfrm>
        </p:grpSpPr>
        <p:sp>
          <p:nvSpPr>
            <p:cNvPr id="1335948718" name="Rettangolo 123"/>
            <p:cNvSpPr/>
            <p:nvPr/>
          </p:nvSpPr>
          <p:spPr bwMode="auto">
            <a:xfrm>
              <a:off x="0" y="0"/>
              <a:ext cx="960555" cy="30515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r">
                <a:defRPr/>
              </a:pPr>
              <a:r>
                <a:rPr lang="it-IT" sz="1400">
                  <a:solidFill>
                    <a:schemeClr val="accent1"/>
                  </a:solidFill>
                </a:rPr>
                <a:t>Indietro</a:t>
              </a:r>
              <a:endParaRPr/>
            </a:p>
          </p:txBody>
        </p:sp>
        <p:pic>
          <p:nvPicPr>
            <p:cNvPr id="787691804" name="Elemento grafico 141" descr="Accento circonflesso verso sinistra con riempimento a tinta unita"/>
            <p:cNvPicPr>
              <a:picLocks noChangeAspect="1"/>
            </p:cNvPicPr>
            <p:nvPr/>
          </p:nvPicPr>
          <p:blipFill rotWithShape="1">
            <a:blip r:embed="rId17"/>
            <a:stretch/>
          </p:blipFill>
          <p:spPr bwMode="auto">
            <a:xfrm>
              <a:off x="55584" y="45719"/>
              <a:ext cx="228315" cy="228315"/>
            </a:xfrm>
            <a:prstGeom prst="rect">
              <a:avLst/>
            </a:prstGeom>
          </p:spPr>
        </p:pic>
      </p:grpSp>
      <p:pic>
        <p:nvPicPr>
          <p:cNvPr id="1782858302" name="Elemento grafico 141" descr="Accento circonflesso verso sinistra con riempimento a tinta unita"/>
          <p:cNvPicPr>
            <a:picLocks noChangeAspect="1"/>
          </p:cNvPicPr>
          <p:nvPr/>
        </p:nvPicPr>
        <p:blipFill rotWithShape="1">
          <a:blip r:embed="rId17"/>
          <a:stretch/>
        </p:blipFill>
        <p:spPr bwMode="auto">
          <a:xfrm rot="0" flipH="0" flipV="0">
            <a:off x="709979" y="7357953"/>
            <a:ext cx="228316" cy="228316"/>
          </a:xfrm>
          <a:prstGeom prst="rect">
            <a:avLst/>
          </a:prstGeom>
        </p:spPr>
      </p:pic>
      <p:sp modelId="{A04F6C91-AEBF-4847-980F-C23A5906DCBB}">
        <p:nvSpPr>
          <p:cNvPr id="1753176381" name=""/>
          <p:cNvSpPr/>
          <p:nvPr/>
        </p:nvSpPr>
        <p:spPr bwMode="auto">
          <a:xfrm flipH="0" flipV="0">
            <a:off x="621666" y="5491187"/>
            <a:ext cx="3448932" cy="257113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accent2">
                <a:shade val="80000"/>
                <a:hueOff val="0"/>
                <a:satOff val="0"/>
                <a:lumOff val="0"/>
                <a:alphaOff val="0"/>
              </a:schemeClr>
            </a:solidFill>
            <a:prstDash val="solid"/>
            <a:miter lim="800000"/>
          </a:ln>
          <a:effectLst/>
        </p:spPr>
        <p:style>
          <a:lnRef idx="2">
            <a:srgbClr val="000000"/>
          </a:lnRef>
          <a:fillRef idx="1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spcFirstLastPara="0" vert="horz" wrap="square" lIns="45720" tIns="45720" rIns="45720" bIns="45720" numCol="1" spcCol="1268" anchor="ctr" anchorCtr="0">
            <a:noAutofit/>
          </a:bodyPr>
          <a:lstStyle/>
          <a:p>
            <a:pPr marL="0" lvl="0" indent="0" algn="l" defTabSz="53339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1200" b="1">
                <a:solidFill>
                  <a:schemeClr val="accent2">
                    <a:lumMod val="50000"/>
                  </a:schemeClr>
                </a:solidFill>
              </a:rPr>
              <a:t>    Bevanda</a:t>
            </a:r>
            <a:endParaRPr/>
          </a:p>
        </p:txBody>
      </p:sp>
      <p:pic>
        <p:nvPicPr>
          <p:cNvPr id="602987311" name="Elemento grafico 8" descr="Accento circonflesso verso il basso con riempimento a tinta unita"/>
          <p:cNvPicPr>
            <a:picLocks noChangeAspect="1"/>
          </p:cNvPicPr>
          <p:nvPr/>
        </p:nvPicPr>
        <p:blipFill rotWithShape="1"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/>
        </p:blipFill>
        <p:spPr bwMode="auto">
          <a:xfrm>
            <a:off x="3775862" y="5495965"/>
            <a:ext cx="252336" cy="2523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2003019188" name="Connettore diritto 4"/>
          <p:cNvCxnSpPr/>
          <p:nvPr/>
        </p:nvCxnSpPr>
        <p:spPr bwMode="auto">
          <a:xfrm>
            <a:off x="0" y="939799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36265502" name="CasellaDiTesto 13"/>
          <p:cNvSpPr txBox="1"/>
          <p:nvPr/>
        </p:nvSpPr>
        <p:spPr bwMode="auto">
          <a:xfrm>
            <a:off x="534613" y="137259"/>
            <a:ext cx="3364285" cy="584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it-IT" sz="3200" spc="599">
                <a:solidFill>
                  <a:schemeClr val="accent2"/>
                </a:solidFill>
                <a:latin typeface="Aharoni"/>
                <a:cs typeface="Aharoni"/>
              </a:rPr>
              <a:t>PickyEaters</a:t>
            </a:r>
            <a:endParaRPr lang="it-IT" spc="599">
              <a:solidFill>
                <a:schemeClr val="accent2"/>
              </a:solidFill>
              <a:latin typeface="Aharoni"/>
              <a:cs typeface="Aharoni"/>
            </a:endParaRPr>
          </a:p>
        </p:txBody>
      </p:sp>
      <p:pic>
        <p:nvPicPr>
          <p:cNvPr id="224303514" name="Elemento grafico 20" descr="Cursore con riempimento a tinta unita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1">
            <a:off x="0" y="136738"/>
            <a:ext cx="584775" cy="584775"/>
          </a:xfrm>
          <a:prstGeom prst="rect">
            <a:avLst/>
          </a:prstGeom>
        </p:spPr>
      </p:pic>
      <p:grpSp>
        <p:nvGrpSpPr>
          <p:cNvPr id="1755133460" name="Gruppo 21"/>
          <p:cNvGrpSpPr/>
          <p:nvPr/>
        </p:nvGrpSpPr>
        <p:grpSpPr bwMode="auto">
          <a:xfrm>
            <a:off x="311159" y="2554088"/>
            <a:ext cx="4032128" cy="713016"/>
            <a:chOff x="311159" y="2091709"/>
            <a:chExt cx="4032128" cy="713016"/>
          </a:xfrm>
        </p:grpSpPr>
        <p:sp>
          <p:nvSpPr>
            <p:cNvPr id="602462069" name="CasellaDiTesto 22"/>
            <p:cNvSpPr txBox="1"/>
            <p:nvPr/>
          </p:nvSpPr>
          <p:spPr bwMode="auto">
            <a:xfrm>
              <a:off x="311159" y="2422044"/>
              <a:ext cx="4032128" cy="338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it-IT" sz="1600" b="1">
                  <a:solidFill>
                    <a:schemeClr val="bg1"/>
                  </a:solidFill>
                </a:rPr>
                <a:t>A che categoria appartiene il piatto?</a:t>
              </a:r>
              <a:endParaRPr/>
            </a:p>
          </p:txBody>
        </p:sp>
        <p:sp>
          <p:nvSpPr>
            <p:cNvPr id="426714422" name="CasellaDiTesto 41"/>
            <p:cNvSpPr txBox="1"/>
            <p:nvPr/>
          </p:nvSpPr>
          <p:spPr bwMode="auto">
            <a:xfrm>
              <a:off x="542646" y="2091709"/>
              <a:ext cx="3678952" cy="713016"/>
            </a:xfrm>
            <a:custGeom>
              <a:avLst/>
              <a:gdLst>
                <a:gd name="connsiteX0" fmla="*/ 0 w 3678954"/>
                <a:gd name="connsiteY0" fmla="*/ 0 h 713016"/>
                <a:gd name="connsiteX1" fmla="*/ 525565 w 3678954"/>
                <a:gd name="connsiteY1" fmla="*/ 0 h 713016"/>
                <a:gd name="connsiteX2" fmla="*/ 1087919 w 3678954"/>
                <a:gd name="connsiteY2" fmla="*/ 0 h 713016"/>
                <a:gd name="connsiteX3" fmla="*/ 1576695 w 3678954"/>
                <a:gd name="connsiteY3" fmla="*/ 0 h 713016"/>
                <a:gd name="connsiteX4" fmla="*/ 2102259 w 3678954"/>
                <a:gd name="connsiteY4" fmla="*/ 0 h 713016"/>
                <a:gd name="connsiteX5" fmla="*/ 2627824 w 3678954"/>
                <a:gd name="connsiteY5" fmla="*/ 0 h 713016"/>
                <a:gd name="connsiteX6" fmla="*/ 3116600 w 3678954"/>
                <a:gd name="connsiteY6" fmla="*/ 0 h 713016"/>
                <a:gd name="connsiteX7" fmla="*/ 3678954 w 3678954"/>
                <a:gd name="connsiteY7" fmla="*/ 0 h 713016"/>
                <a:gd name="connsiteX8" fmla="*/ 3678954 w 3678954"/>
                <a:gd name="connsiteY8" fmla="*/ 363638 h 713016"/>
                <a:gd name="connsiteX9" fmla="*/ 3678954 w 3678954"/>
                <a:gd name="connsiteY9" fmla="*/ 713016 h 713016"/>
                <a:gd name="connsiteX10" fmla="*/ 3226968 w 3678954"/>
                <a:gd name="connsiteY10" fmla="*/ 713016 h 713016"/>
                <a:gd name="connsiteX11" fmla="*/ 2664614 w 3678954"/>
                <a:gd name="connsiteY11" fmla="*/ 713016 h 713016"/>
                <a:gd name="connsiteX12" fmla="*/ 2212628 w 3678954"/>
                <a:gd name="connsiteY12" fmla="*/ 713016 h 713016"/>
                <a:gd name="connsiteX13" fmla="*/ 1760642 w 3678954"/>
                <a:gd name="connsiteY13" fmla="*/ 713016 h 713016"/>
                <a:gd name="connsiteX14" fmla="*/ 1198288 w 3678954"/>
                <a:gd name="connsiteY14" fmla="*/ 713016 h 713016"/>
                <a:gd name="connsiteX15" fmla="*/ 709513 w 3678954"/>
                <a:gd name="connsiteY15" fmla="*/ 713016 h 713016"/>
                <a:gd name="connsiteX16" fmla="*/ 0 w 3678954"/>
                <a:gd name="connsiteY16" fmla="*/ 713016 h 713016"/>
                <a:gd name="connsiteX17" fmla="*/ 0 w 3678954"/>
                <a:gd name="connsiteY17" fmla="*/ 370768 h 713016"/>
                <a:gd name="connsiteX18" fmla="*/ 0 w 3678954"/>
                <a:gd name="connsiteY18" fmla="*/ 0 h 713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678954" h="713016" fill="none" stroke="1" extrusionOk="0">
                  <a:moveTo>
                    <a:pt x="0" y="0"/>
                  </a:moveTo>
                  <a:cubicBezTo>
                    <a:pt x="106438" y="-4997"/>
                    <a:pt x="290281" y="12720"/>
                    <a:pt x="525565" y="0"/>
                  </a:cubicBezTo>
                  <a:cubicBezTo>
                    <a:pt x="760849" y="-12720"/>
                    <a:pt x="944033" y="41878"/>
                    <a:pt x="1087919" y="0"/>
                  </a:cubicBezTo>
                  <a:cubicBezTo>
                    <a:pt x="1231805" y="-41878"/>
                    <a:pt x="1434944" y="36466"/>
                    <a:pt x="1576695" y="0"/>
                  </a:cubicBezTo>
                  <a:cubicBezTo>
                    <a:pt x="1718446" y="-36466"/>
                    <a:pt x="1870168" y="52935"/>
                    <a:pt x="2102259" y="0"/>
                  </a:cubicBezTo>
                  <a:cubicBezTo>
                    <a:pt x="2334350" y="-52935"/>
                    <a:pt x="2498891" y="34467"/>
                    <a:pt x="2627824" y="0"/>
                  </a:cubicBezTo>
                  <a:cubicBezTo>
                    <a:pt x="2756758" y="-34467"/>
                    <a:pt x="2986951" y="19835"/>
                    <a:pt x="3116600" y="0"/>
                  </a:cubicBezTo>
                  <a:cubicBezTo>
                    <a:pt x="3246249" y="-19835"/>
                    <a:pt x="3495103" y="18411"/>
                    <a:pt x="3678954" y="0"/>
                  </a:cubicBezTo>
                  <a:cubicBezTo>
                    <a:pt x="3696401" y="97946"/>
                    <a:pt x="3659628" y="230606"/>
                    <a:pt x="3678954" y="363638"/>
                  </a:cubicBezTo>
                  <a:cubicBezTo>
                    <a:pt x="3698280" y="496670"/>
                    <a:pt x="3675102" y="600816"/>
                    <a:pt x="3678954" y="713016"/>
                  </a:cubicBezTo>
                  <a:cubicBezTo>
                    <a:pt x="3515749" y="735965"/>
                    <a:pt x="3388328" y="679855"/>
                    <a:pt x="3226968" y="713016"/>
                  </a:cubicBezTo>
                  <a:cubicBezTo>
                    <a:pt x="3065608" y="746177"/>
                    <a:pt x="2789577" y="686206"/>
                    <a:pt x="2664614" y="713016"/>
                  </a:cubicBezTo>
                  <a:cubicBezTo>
                    <a:pt x="2539651" y="739826"/>
                    <a:pt x="2358840" y="668039"/>
                    <a:pt x="2212628" y="713016"/>
                  </a:cubicBezTo>
                  <a:cubicBezTo>
                    <a:pt x="2066416" y="757993"/>
                    <a:pt x="1974174" y="698246"/>
                    <a:pt x="1760642" y="713016"/>
                  </a:cubicBezTo>
                  <a:cubicBezTo>
                    <a:pt x="1547110" y="727786"/>
                    <a:pt x="1332764" y="706061"/>
                    <a:pt x="1198288" y="713016"/>
                  </a:cubicBezTo>
                  <a:cubicBezTo>
                    <a:pt x="1063812" y="719971"/>
                    <a:pt x="876579" y="655965"/>
                    <a:pt x="709513" y="713016"/>
                  </a:cubicBezTo>
                  <a:cubicBezTo>
                    <a:pt x="542447" y="770067"/>
                    <a:pt x="240243" y="629967"/>
                    <a:pt x="0" y="713016"/>
                  </a:cubicBezTo>
                  <a:cubicBezTo>
                    <a:pt x="-1346" y="573898"/>
                    <a:pt x="37630" y="457402"/>
                    <a:pt x="0" y="370768"/>
                  </a:cubicBezTo>
                  <a:cubicBezTo>
                    <a:pt x="-37630" y="284134"/>
                    <a:pt x="30866" y="172819"/>
                    <a:pt x="0" y="0"/>
                  </a:cubicBezTo>
                  <a:close/>
                </a:path>
                <a:path w="3678954" h="713016" fill="norm" stroke="0" extrusionOk="0">
                  <a:moveTo>
                    <a:pt x="0" y="0"/>
                  </a:moveTo>
                  <a:cubicBezTo>
                    <a:pt x="103131" y="-9360"/>
                    <a:pt x="292001" y="40606"/>
                    <a:pt x="488775" y="0"/>
                  </a:cubicBezTo>
                  <a:cubicBezTo>
                    <a:pt x="685549" y="-40606"/>
                    <a:pt x="768138" y="39139"/>
                    <a:pt x="1014340" y="0"/>
                  </a:cubicBezTo>
                  <a:cubicBezTo>
                    <a:pt x="1260543" y="-39139"/>
                    <a:pt x="1339992" y="60992"/>
                    <a:pt x="1539905" y="0"/>
                  </a:cubicBezTo>
                  <a:cubicBezTo>
                    <a:pt x="1739819" y="-60992"/>
                    <a:pt x="1835688" y="24468"/>
                    <a:pt x="1955101" y="0"/>
                  </a:cubicBezTo>
                  <a:cubicBezTo>
                    <a:pt x="2074514" y="-24468"/>
                    <a:pt x="2338163" y="31478"/>
                    <a:pt x="2480666" y="0"/>
                  </a:cubicBezTo>
                  <a:cubicBezTo>
                    <a:pt x="2623170" y="-31478"/>
                    <a:pt x="2799086" y="44158"/>
                    <a:pt x="3079810" y="0"/>
                  </a:cubicBezTo>
                  <a:cubicBezTo>
                    <a:pt x="3360534" y="-44158"/>
                    <a:pt x="3398958" y="63391"/>
                    <a:pt x="3678954" y="0"/>
                  </a:cubicBezTo>
                  <a:cubicBezTo>
                    <a:pt x="3701422" y="153123"/>
                    <a:pt x="3649368" y="180147"/>
                    <a:pt x="3678954" y="356508"/>
                  </a:cubicBezTo>
                  <a:cubicBezTo>
                    <a:pt x="3708540" y="532869"/>
                    <a:pt x="3642430" y="618845"/>
                    <a:pt x="3678954" y="713016"/>
                  </a:cubicBezTo>
                  <a:cubicBezTo>
                    <a:pt x="3428851" y="726921"/>
                    <a:pt x="3396913" y="671597"/>
                    <a:pt x="3153389" y="713016"/>
                  </a:cubicBezTo>
                  <a:cubicBezTo>
                    <a:pt x="2909866" y="754435"/>
                    <a:pt x="2831314" y="660195"/>
                    <a:pt x="2701403" y="713016"/>
                  </a:cubicBezTo>
                  <a:cubicBezTo>
                    <a:pt x="2571492" y="765837"/>
                    <a:pt x="2345691" y="673526"/>
                    <a:pt x="2102259" y="713016"/>
                  </a:cubicBezTo>
                  <a:cubicBezTo>
                    <a:pt x="1858827" y="752506"/>
                    <a:pt x="1864375" y="692526"/>
                    <a:pt x="1650274" y="713016"/>
                  </a:cubicBezTo>
                  <a:cubicBezTo>
                    <a:pt x="1436174" y="733506"/>
                    <a:pt x="1327173" y="694293"/>
                    <a:pt x="1198288" y="713016"/>
                  </a:cubicBezTo>
                  <a:cubicBezTo>
                    <a:pt x="1069403" y="731739"/>
                    <a:pt x="878107" y="663824"/>
                    <a:pt x="746302" y="713016"/>
                  </a:cubicBezTo>
                  <a:cubicBezTo>
                    <a:pt x="614497" y="762208"/>
                    <a:pt x="232841" y="643641"/>
                    <a:pt x="0" y="713016"/>
                  </a:cubicBezTo>
                  <a:cubicBezTo>
                    <a:pt x="-27456" y="584045"/>
                    <a:pt x="861" y="498799"/>
                    <a:pt x="0" y="356508"/>
                  </a:cubicBezTo>
                  <a:cubicBezTo>
                    <a:pt x="-861" y="214217"/>
                    <a:pt x="37318" y="17639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pPr>
                <a:defRPr/>
              </a:pPr>
              <a:r>
                <a:rPr lang="it-IT" sz="1400" b="1">
                  <a:solidFill>
                    <a:schemeClr val="bg1"/>
                  </a:solidFill>
                </a:rPr>
                <a:t>Nome</a:t>
              </a:r>
              <a:endParaRPr/>
            </a:p>
          </p:txBody>
        </p:sp>
        <p:sp>
          <p:nvSpPr>
            <p:cNvPr id="1103998850" name="Rettangolo con angoli arrotondati 10"/>
            <p:cNvSpPr/>
            <p:nvPr/>
          </p:nvSpPr>
          <p:spPr bwMode="auto">
            <a:xfrm>
              <a:off x="682555" y="2377915"/>
              <a:ext cx="3269683" cy="262344"/>
            </a:xfrm>
            <a:prstGeom prst="roundRect">
              <a:avLst>
                <a:gd name="adj" fmla="val 16667"/>
              </a:avLst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defRPr/>
              </a:pPr>
              <a:r>
                <a:rPr lang="it-IT" sz="1200"/>
                <a:t>Spaghetti alla carbonara </a:t>
              </a:r>
              <a:endParaRPr/>
            </a:p>
          </p:txBody>
        </p:sp>
      </p:grpSp>
      <p:sp>
        <p:nvSpPr>
          <p:cNvPr id="1128983690" name="CasellaDiTesto 74"/>
          <p:cNvSpPr txBox="1"/>
          <p:nvPr/>
        </p:nvSpPr>
        <p:spPr bwMode="auto">
          <a:xfrm>
            <a:off x="9085878" y="184209"/>
            <a:ext cx="2083026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/>
              <a:t>Ciao, </a:t>
            </a:r>
            <a:r>
              <a:rPr lang="it-IT" b="1" i="1"/>
              <a:t>Luca Gasperini</a:t>
            </a:r>
            <a:endParaRPr/>
          </a:p>
        </p:txBody>
      </p:sp>
      <p:grpSp>
        <p:nvGrpSpPr>
          <p:cNvPr id="1895519572" name="Gruppo 97"/>
          <p:cNvGrpSpPr/>
          <p:nvPr/>
        </p:nvGrpSpPr>
        <p:grpSpPr bwMode="auto">
          <a:xfrm>
            <a:off x="11357834" y="221713"/>
            <a:ext cx="547191" cy="304938"/>
            <a:chOff x="11307901" y="248603"/>
            <a:chExt cx="547191" cy="304938"/>
          </a:xfrm>
        </p:grpSpPr>
        <p:sp>
          <p:nvSpPr>
            <p:cNvPr id="401747121" name="Rettangolo con angoli arrotondati 91"/>
            <p:cNvSpPr/>
            <p:nvPr/>
          </p:nvSpPr>
          <p:spPr bwMode="auto">
            <a:xfrm>
              <a:off x="11307901" y="248603"/>
              <a:ext cx="547191" cy="304938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>
                <a:defRPr/>
              </a:pPr>
              <a:endParaRPr lang="it-IT"/>
            </a:p>
          </p:txBody>
        </p:sp>
        <p:grpSp>
          <p:nvGrpSpPr>
            <p:cNvPr id="1447344214" name="Gruppo 92"/>
            <p:cNvGrpSpPr/>
            <p:nvPr/>
          </p:nvGrpSpPr>
          <p:grpSpPr bwMode="auto">
            <a:xfrm>
              <a:off x="11366458" y="287692"/>
              <a:ext cx="436966" cy="226758"/>
              <a:chOff x="11370200" y="216945"/>
              <a:chExt cx="579868" cy="303861"/>
            </a:xfrm>
            <a:solidFill>
              <a:schemeClr val="bg1"/>
            </a:solidFill>
          </p:grpSpPr>
          <p:sp>
            <p:nvSpPr>
              <p:cNvPr id="635583292" name="Elemento grafico 76" descr="Accento circonflesso verso il basso con riempimento a tinta unita"/>
              <p:cNvSpPr/>
              <p:nvPr/>
            </p:nvSpPr>
            <p:spPr bwMode="auto">
              <a:xfrm>
                <a:off x="11737449" y="333085"/>
                <a:ext cx="212619" cy="122263"/>
              </a:xfrm>
              <a:custGeom>
                <a:avLst/>
                <a:gdLst>
                  <a:gd name="connsiteX0" fmla="*/ 106321 w 212620"/>
                  <a:gd name="connsiteY0" fmla="*/ 122264 h 122264"/>
                  <a:gd name="connsiteX1" fmla="*/ 0 w 212620"/>
                  <a:gd name="connsiteY1" fmla="*/ 15966 h 122264"/>
                  <a:gd name="connsiteX2" fmla="*/ 15962 w 212620"/>
                  <a:gd name="connsiteY2" fmla="*/ 0 h 122264"/>
                  <a:gd name="connsiteX3" fmla="*/ 106321 w 212620"/>
                  <a:gd name="connsiteY3" fmla="*/ 90341 h 122264"/>
                  <a:gd name="connsiteX4" fmla="*/ 196659 w 212620"/>
                  <a:gd name="connsiteY4" fmla="*/ 4 h 122264"/>
                  <a:gd name="connsiteX5" fmla="*/ 212620 w 212620"/>
                  <a:gd name="connsiteY5" fmla="*/ 15966 h 122264"/>
                  <a:gd name="connsiteX6" fmla="*/ 106321 w 212620"/>
                  <a:gd name="connsiteY6" fmla="*/ 122264 h 1222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2620" h="122264" fill="norm" stroke="1" extrusionOk="0">
                    <a:moveTo>
                      <a:pt x="106321" y="122264"/>
                    </a:moveTo>
                    <a:lnTo>
                      <a:pt x="0" y="15966"/>
                    </a:lnTo>
                    <a:lnTo>
                      <a:pt x="15962" y="0"/>
                    </a:lnTo>
                    <a:lnTo>
                      <a:pt x="106321" y="90341"/>
                    </a:lnTo>
                    <a:lnTo>
                      <a:pt x="196659" y="4"/>
                    </a:lnTo>
                    <a:lnTo>
                      <a:pt x="212620" y="15966"/>
                    </a:lnTo>
                    <a:lnTo>
                      <a:pt x="106321" y="122264"/>
                    </a:lnTo>
                    <a:close/>
                  </a:path>
                </a:pathLst>
              </a:custGeom>
              <a:grpFill/>
              <a:ln w="36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it-IT"/>
              </a:p>
            </p:txBody>
          </p:sp>
          <p:grpSp>
            <p:nvGrpSpPr>
              <p:cNvPr id="1997852826" name="Elemento grafico 78" descr="Utente con riempimento a tinta unita"/>
              <p:cNvGrpSpPr/>
              <p:nvPr/>
            </p:nvGrpSpPr>
            <p:grpSpPr bwMode="auto">
              <a:xfrm>
                <a:off x="11370200" y="216945"/>
                <a:ext cx="285987" cy="303861"/>
                <a:chOff x="11370200" y="216945"/>
                <a:chExt cx="285987" cy="303861"/>
              </a:xfrm>
              <a:grpFill/>
            </p:grpSpPr>
            <p:sp>
              <p:nvSpPr>
                <p:cNvPr id="1914651048" name="Figura a mano libera: forma 95"/>
                <p:cNvSpPr/>
                <p:nvPr/>
              </p:nvSpPr>
              <p:spPr bwMode="auto">
                <a:xfrm>
                  <a:off x="11441696" y="216945"/>
                  <a:ext cx="142993" cy="142993"/>
                </a:xfrm>
                <a:custGeom>
                  <a:avLst/>
                  <a:gdLst>
                    <a:gd name="connsiteX0" fmla="*/ 142994 w 142994"/>
                    <a:gd name="connsiteY0" fmla="*/ 71497 h 142994"/>
                    <a:gd name="connsiteX1" fmla="*/ 71497 w 142994"/>
                    <a:gd name="connsiteY1" fmla="*/ 142994 h 142994"/>
                    <a:gd name="connsiteX2" fmla="*/ 0 w 142994"/>
                    <a:gd name="connsiteY2" fmla="*/ 71497 h 142994"/>
                    <a:gd name="connsiteX3" fmla="*/ 71497 w 142994"/>
                    <a:gd name="connsiteY3" fmla="*/ 0 h 142994"/>
                    <a:gd name="connsiteX4" fmla="*/ 142994 w 142994"/>
                    <a:gd name="connsiteY4" fmla="*/ 71497 h 142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2994" h="142994" fill="norm" stroke="1" extrusionOk="0">
                      <a:moveTo>
                        <a:pt x="142994" y="71497"/>
                      </a:moveTo>
                      <a:cubicBezTo>
                        <a:pt x="142994" y="110984"/>
                        <a:pt x="110984" y="142994"/>
                        <a:pt x="71497" y="142994"/>
                      </a:cubicBezTo>
                      <a:cubicBezTo>
                        <a:pt x="32010" y="142994"/>
                        <a:pt x="0" y="110984"/>
                        <a:pt x="0" y="71497"/>
                      </a:cubicBezTo>
                      <a:cubicBezTo>
                        <a:pt x="0" y="32010"/>
                        <a:pt x="32010" y="0"/>
                        <a:pt x="71497" y="0"/>
                      </a:cubicBezTo>
                      <a:cubicBezTo>
                        <a:pt x="110984" y="0"/>
                        <a:pt x="142994" y="32010"/>
                        <a:pt x="142994" y="71497"/>
                      </a:cubicBezTo>
                      <a:close/>
                    </a:path>
                  </a:pathLst>
                </a:custGeom>
                <a:grpFill/>
                <a:ln w="44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it-IT"/>
                </a:p>
              </p:txBody>
            </p:sp>
            <p:sp>
              <p:nvSpPr>
                <p:cNvPr id="1804474987" name="Figura a mano libera: forma 96"/>
                <p:cNvSpPr/>
                <p:nvPr/>
              </p:nvSpPr>
              <p:spPr bwMode="auto">
                <a:xfrm>
                  <a:off x="11370200" y="377812"/>
                  <a:ext cx="285987" cy="142993"/>
                </a:xfrm>
                <a:custGeom>
                  <a:avLst/>
                  <a:gdLst>
                    <a:gd name="connsiteX0" fmla="*/ 285989 w 285988"/>
                    <a:gd name="connsiteY0" fmla="*/ 142994 h 142994"/>
                    <a:gd name="connsiteX1" fmla="*/ 285989 w 285988"/>
                    <a:gd name="connsiteY1" fmla="*/ 71497 h 142994"/>
                    <a:gd name="connsiteX2" fmla="*/ 271689 w 285988"/>
                    <a:gd name="connsiteY2" fmla="*/ 42898 h 142994"/>
                    <a:gd name="connsiteX3" fmla="*/ 201980 w 285988"/>
                    <a:gd name="connsiteY3" fmla="*/ 8937 h 142994"/>
                    <a:gd name="connsiteX4" fmla="*/ 142994 w 285988"/>
                    <a:gd name="connsiteY4" fmla="*/ 0 h 142994"/>
                    <a:gd name="connsiteX5" fmla="*/ 84009 w 285988"/>
                    <a:gd name="connsiteY5" fmla="*/ 8937 h 142994"/>
                    <a:gd name="connsiteX6" fmla="*/ 14299 w 285988"/>
                    <a:gd name="connsiteY6" fmla="*/ 42898 h 142994"/>
                    <a:gd name="connsiteX7" fmla="*/ 0 w 285988"/>
                    <a:gd name="connsiteY7" fmla="*/ 71497 h 142994"/>
                    <a:gd name="connsiteX8" fmla="*/ 0 w 285988"/>
                    <a:gd name="connsiteY8" fmla="*/ 142994 h 142994"/>
                    <a:gd name="connsiteX9" fmla="*/ 285989 w 285988"/>
                    <a:gd name="connsiteY9" fmla="*/ 142994 h 142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85988" h="142994" fill="norm" stroke="1" extrusionOk="0">
                      <a:moveTo>
                        <a:pt x="285989" y="142994"/>
                      </a:moveTo>
                      <a:lnTo>
                        <a:pt x="285989" y="71497"/>
                      </a:lnTo>
                      <a:cubicBezTo>
                        <a:pt x="285989" y="60773"/>
                        <a:pt x="280626" y="50048"/>
                        <a:pt x="271689" y="42898"/>
                      </a:cubicBezTo>
                      <a:cubicBezTo>
                        <a:pt x="252028" y="26811"/>
                        <a:pt x="227004" y="16087"/>
                        <a:pt x="201980" y="8937"/>
                      </a:cubicBezTo>
                      <a:cubicBezTo>
                        <a:pt x="184105" y="3575"/>
                        <a:pt x="164443" y="0"/>
                        <a:pt x="142994" y="0"/>
                      </a:cubicBezTo>
                      <a:cubicBezTo>
                        <a:pt x="123333" y="0"/>
                        <a:pt x="103671" y="3575"/>
                        <a:pt x="84009" y="8937"/>
                      </a:cubicBezTo>
                      <a:cubicBezTo>
                        <a:pt x="58985" y="16087"/>
                        <a:pt x="33961" y="28599"/>
                        <a:pt x="14299" y="42898"/>
                      </a:cubicBezTo>
                      <a:cubicBezTo>
                        <a:pt x="5362" y="50048"/>
                        <a:pt x="0" y="60773"/>
                        <a:pt x="0" y="71497"/>
                      </a:cubicBezTo>
                      <a:lnTo>
                        <a:pt x="0" y="142994"/>
                      </a:lnTo>
                      <a:lnTo>
                        <a:pt x="285989" y="142994"/>
                      </a:lnTo>
                      <a:close/>
                    </a:path>
                  </a:pathLst>
                </a:custGeom>
                <a:grpFill/>
                <a:ln w="44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it-IT"/>
                </a:p>
              </p:txBody>
            </p:sp>
          </p:grpSp>
        </p:grpSp>
      </p:grpSp>
      <p:grpSp>
        <p:nvGrpSpPr>
          <p:cNvPr id="90811749" name="Gruppo 144"/>
          <p:cNvGrpSpPr/>
          <p:nvPr/>
        </p:nvGrpSpPr>
        <p:grpSpPr bwMode="auto">
          <a:xfrm>
            <a:off x="5306305" y="6229678"/>
            <a:ext cx="1579386" cy="369331"/>
            <a:chOff x="5278057" y="6199535"/>
            <a:chExt cx="1635882" cy="382542"/>
          </a:xfrm>
        </p:grpSpPr>
        <p:sp>
          <p:nvSpPr>
            <p:cNvPr id="1131511137" name="Rettangolo 79"/>
            <p:cNvSpPr/>
            <p:nvPr/>
          </p:nvSpPr>
          <p:spPr bwMode="auto">
            <a:xfrm>
              <a:off x="5278057" y="6199535"/>
              <a:ext cx="1635882" cy="3825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>
                <a:defRPr/>
              </a:pPr>
              <a:r>
                <a:rPr lang="it-IT" b="1"/>
                <a:t>Salva piatto</a:t>
              </a:r>
              <a:endParaRPr/>
            </a:p>
          </p:txBody>
        </p:sp>
        <p:sp>
          <p:nvSpPr>
            <p:cNvPr id="66364723" name="Figura a mano libera: forma 117"/>
            <p:cNvSpPr/>
            <p:nvPr/>
          </p:nvSpPr>
          <p:spPr bwMode="auto">
            <a:xfrm>
              <a:off x="6602186" y="6287787"/>
              <a:ext cx="246819" cy="188139"/>
            </a:xfrm>
            <a:custGeom>
              <a:avLst/>
              <a:gdLst>
                <a:gd name="connsiteX0" fmla="*/ 336099 w 336099"/>
                <a:gd name="connsiteY0" fmla="*/ 40815 h 256193"/>
                <a:gd name="connsiteX1" fmla="*/ 296094 w 336099"/>
                <a:gd name="connsiteY1" fmla="*/ 0 h 256193"/>
                <a:gd name="connsiteX2" fmla="*/ 116710 w 336099"/>
                <a:gd name="connsiteY2" fmla="*/ 175784 h 256193"/>
                <a:gd name="connsiteX3" fmla="*/ 40415 w 336099"/>
                <a:gd name="connsiteY3" fmla="*/ 99489 h 256193"/>
                <a:gd name="connsiteX4" fmla="*/ 0 w 336099"/>
                <a:gd name="connsiteY4" fmla="*/ 139894 h 256193"/>
                <a:gd name="connsiteX5" fmla="*/ 116300 w 336099"/>
                <a:gd name="connsiteY5" fmla="*/ 256194 h 256193"/>
                <a:gd name="connsiteX6" fmla="*/ 336099 w 336099"/>
                <a:gd name="connsiteY6" fmla="*/ 40815 h 256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6099" h="256193" fill="norm" stroke="1" extrusionOk="0">
                  <a:moveTo>
                    <a:pt x="336099" y="40815"/>
                  </a:moveTo>
                  <a:lnTo>
                    <a:pt x="296094" y="0"/>
                  </a:lnTo>
                  <a:lnTo>
                    <a:pt x="116710" y="175784"/>
                  </a:lnTo>
                  <a:lnTo>
                    <a:pt x="40415" y="99489"/>
                  </a:lnTo>
                  <a:lnTo>
                    <a:pt x="0" y="139894"/>
                  </a:lnTo>
                  <a:lnTo>
                    <a:pt x="116300" y="256194"/>
                  </a:lnTo>
                  <a:lnTo>
                    <a:pt x="336099" y="4081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it-IT"/>
            </a:p>
          </p:txBody>
        </p:sp>
      </p:grpSp>
      <p:grpSp>
        <p:nvGrpSpPr>
          <p:cNvPr id="1537619100" name="Gruppo 23"/>
          <p:cNvGrpSpPr/>
          <p:nvPr/>
        </p:nvGrpSpPr>
        <p:grpSpPr bwMode="auto">
          <a:xfrm>
            <a:off x="534611" y="3371594"/>
            <a:ext cx="3686986" cy="1754147"/>
            <a:chOff x="6686555" y="1228717"/>
            <a:chExt cx="3686986" cy="1754147"/>
          </a:xfrm>
        </p:grpSpPr>
        <p:sp>
          <p:nvSpPr>
            <p:cNvPr id="704790748" name="CasellaDiTesto 3"/>
            <p:cNvSpPr txBox="1"/>
            <p:nvPr/>
          </p:nvSpPr>
          <p:spPr bwMode="auto">
            <a:xfrm>
              <a:off x="6686555" y="1228717"/>
              <a:ext cx="3686986" cy="1754147"/>
            </a:xfrm>
            <a:custGeom>
              <a:avLst/>
              <a:gdLst>
                <a:gd name="connsiteX0" fmla="*/ 0 w 3686987"/>
                <a:gd name="connsiteY0" fmla="*/ 0 h 1754148"/>
                <a:gd name="connsiteX1" fmla="*/ 452973 w 3686987"/>
                <a:gd name="connsiteY1" fmla="*/ 0 h 1754148"/>
                <a:gd name="connsiteX2" fmla="*/ 979685 w 3686987"/>
                <a:gd name="connsiteY2" fmla="*/ 0 h 1754148"/>
                <a:gd name="connsiteX3" fmla="*/ 1506398 w 3686987"/>
                <a:gd name="connsiteY3" fmla="*/ 0 h 1754148"/>
                <a:gd name="connsiteX4" fmla="*/ 1996240 w 3686987"/>
                <a:gd name="connsiteY4" fmla="*/ 0 h 1754148"/>
                <a:gd name="connsiteX5" fmla="*/ 2522953 w 3686987"/>
                <a:gd name="connsiteY5" fmla="*/ 0 h 1754148"/>
                <a:gd name="connsiteX6" fmla="*/ 3086535 w 3686987"/>
                <a:gd name="connsiteY6" fmla="*/ 0 h 1754148"/>
                <a:gd name="connsiteX7" fmla="*/ 3686987 w 3686987"/>
                <a:gd name="connsiteY7" fmla="*/ 0 h 1754148"/>
                <a:gd name="connsiteX8" fmla="*/ 3686987 w 3686987"/>
                <a:gd name="connsiteY8" fmla="*/ 532092 h 1754148"/>
                <a:gd name="connsiteX9" fmla="*/ 3686987 w 3686987"/>
                <a:gd name="connsiteY9" fmla="*/ 1064183 h 1754148"/>
                <a:gd name="connsiteX10" fmla="*/ 3686987 w 3686987"/>
                <a:gd name="connsiteY10" fmla="*/ 1754148 h 1754148"/>
                <a:gd name="connsiteX11" fmla="*/ 3234014 w 3686987"/>
                <a:gd name="connsiteY11" fmla="*/ 1754148 h 1754148"/>
                <a:gd name="connsiteX12" fmla="*/ 2670432 w 3686987"/>
                <a:gd name="connsiteY12" fmla="*/ 1754148 h 1754148"/>
                <a:gd name="connsiteX13" fmla="*/ 2180589 w 3686987"/>
                <a:gd name="connsiteY13" fmla="*/ 1754148 h 1754148"/>
                <a:gd name="connsiteX14" fmla="*/ 1727617 w 3686987"/>
                <a:gd name="connsiteY14" fmla="*/ 1754148 h 1754148"/>
                <a:gd name="connsiteX15" fmla="*/ 1274644 w 3686987"/>
                <a:gd name="connsiteY15" fmla="*/ 1754148 h 1754148"/>
                <a:gd name="connsiteX16" fmla="*/ 711062 w 3686987"/>
                <a:gd name="connsiteY16" fmla="*/ 1754148 h 1754148"/>
                <a:gd name="connsiteX17" fmla="*/ 0 w 3686987"/>
                <a:gd name="connsiteY17" fmla="*/ 1754148 h 1754148"/>
                <a:gd name="connsiteX18" fmla="*/ 0 w 3686987"/>
                <a:gd name="connsiteY18" fmla="*/ 1204515 h 1754148"/>
                <a:gd name="connsiteX19" fmla="*/ 0 w 3686987"/>
                <a:gd name="connsiteY19" fmla="*/ 637340 h 1754148"/>
                <a:gd name="connsiteX20" fmla="*/ 0 w 3686987"/>
                <a:gd name="connsiteY20" fmla="*/ 0 h 1754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86987" h="1754148" fill="none" stroke="1" extrusionOk="0">
                  <a:moveTo>
                    <a:pt x="0" y="0"/>
                  </a:moveTo>
                  <a:cubicBezTo>
                    <a:pt x="129934" y="-43702"/>
                    <a:pt x="286924" y="9096"/>
                    <a:pt x="452973" y="0"/>
                  </a:cubicBezTo>
                  <a:cubicBezTo>
                    <a:pt x="619022" y="-9096"/>
                    <a:pt x="740879" y="21527"/>
                    <a:pt x="979685" y="0"/>
                  </a:cubicBezTo>
                  <a:cubicBezTo>
                    <a:pt x="1218491" y="-21527"/>
                    <a:pt x="1246574" y="41589"/>
                    <a:pt x="1506398" y="0"/>
                  </a:cubicBezTo>
                  <a:cubicBezTo>
                    <a:pt x="1766222" y="-41589"/>
                    <a:pt x="1807060" y="19017"/>
                    <a:pt x="1996240" y="0"/>
                  </a:cubicBezTo>
                  <a:cubicBezTo>
                    <a:pt x="2185420" y="-19017"/>
                    <a:pt x="2321121" y="28337"/>
                    <a:pt x="2522953" y="0"/>
                  </a:cubicBezTo>
                  <a:cubicBezTo>
                    <a:pt x="2724785" y="-28337"/>
                    <a:pt x="2857727" y="1235"/>
                    <a:pt x="3086535" y="0"/>
                  </a:cubicBezTo>
                  <a:cubicBezTo>
                    <a:pt x="3315343" y="-1235"/>
                    <a:pt x="3469423" y="61880"/>
                    <a:pt x="3686987" y="0"/>
                  </a:cubicBezTo>
                  <a:cubicBezTo>
                    <a:pt x="3746168" y="248166"/>
                    <a:pt x="3650318" y="351662"/>
                    <a:pt x="3686987" y="532092"/>
                  </a:cubicBezTo>
                  <a:cubicBezTo>
                    <a:pt x="3723656" y="712522"/>
                    <a:pt x="3666451" y="840838"/>
                    <a:pt x="3686987" y="1064183"/>
                  </a:cubicBezTo>
                  <a:cubicBezTo>
                    <a:pt x="3707523" y="1287528"/>
                    <a:pt x="3607977" y="1457305"/>
                    <a:pt x="3686987" y="1754148"/>
                  </a:cubicBezTo>
                  <a:cubicBezTo>
                    <a:pt x="3471077" y="1800156"/>
                    <a:pt x="3448594" y="1736836"/>
                    <a:pt x="3234014" y="1754148"/>
                  </a:cubicBezTo>
                  <a:cubicBezTo>
                    <a:pt x="3019434" y="1771460"/>
                    <a:pt x="2787630" y="1733171"/>
                    <a:pt x="2670432" y="1754148"/>
                  </a:cubicBezTo>
                  <a:cubicBezTo>
                    <a:pt x="2553234" y="1775125"/>
                    <a:pt x="2422499" y="1709984"/>
                    <a:pt x="2180589" y="1754148"/>
                  </a:cubicBezTo>
                  <a:cubicBezTo>
                    <a:pt x="1938679" y="1798312"/>
                    <a:pt x="1944906" y="1747137"/>
                    <a:pt x="1727617" y="1754148"/>
                  </a:cubicBezTo>
                  <a:cubicBezTo>
                    <a:pt x="1510328" y="1761159"/>
                    <a:pt x="1394936" y="1748683"/>
                    <a:pt x="1274644" y="1754148"/>
                  </a:cubicBezTo>
                  <a:cubicBezTo>
                    <a:pt x="1154352" y="1759613"/>
                    <a:pt x="846465" y="1687997"/>
                    <a:pt x="711062" y="1754148"/>
                  </a:cubicBezTo>
                  <a:cubicBezTo>
                    <a:pt x="575659" y="1820299"/>
                    <a:pt x="325161" y="1745013"/>
                    <a:pt x="0" y="1754148"/>
                  </a:cubicBezTo>
                  <a:cubicBezTo>
                    <a:pt x="-32283" y="1489626"/>
                    <a:pt x="52974" y="1415188"/>
                    <a:pt x="0" y="1204515"/>
                  </a:cubicBezTo>
                  <a:cubicBezTo>
                    <a:pt x="-52974" y="993842"/>
                    <a:pt x="27051" y="819127"/>
                    <a:pt x="0" y="637340"/>
                  </a:cubicBezTo>
                  <a:cubicBezTo>
                    <a:pt x="-27051" y="455553"/>
                    <a:pt x="21282" y="254298"/>
                    <a:pt x="0" y="0"/>
                  </a:cubicBezTo>
                  <a:close/>
                </a:path>
                <a:path w="3686987" h="1754148" fill="norm" stroke="0" extrusionOk="0">
                  <a:moveTo>
                    <a:pt x="0" y="0"/>
                  </a:moveTo>
                  <a:cubicBezTo>
                    <a:pt x="152296" y="-692"/>
                    <a:pt x="332954" y="5869"/>
                    <a:pt x="489843" y="0"/>
                  </a:cubicBezTo>
                  <a:cubicBezTo>
                    <a:pt x="646732" y="-5869"/>
                    <a:pt x="767879" y="20724"/>
                    <a:pt x="1016555" y="0"/>
                  </a:cubicBezTo>
                  <a:cubicBezTo>
                    <a:pt x="1265231" y="-20724"/>
                    <a:pt x="1287666" y="28693"/>
                    <a:pt x="1543267" y="0"/>
                  </a:cubicBezTo>
                  <a:cubicBezTo>
                    <a:pt x="1798868" y="-28693"/>
                    <a:pt x="1793946" y="1083"/>
                    <a:pt x="1959370" y="0"/>
                  </a:cubicBezTo>
                  <a:cubicBezTo>
                    <a:pt x="2124794" y="-1083"/>
                    <a:pt x="2228765" y="57811"/>
                    <a:pt x="2486083" y="0"/>
                  </a:cubicBezTo>
                  <a:cubicBezTo>
                    <a:pt x="2743401" y="-57811"/>
                    <a:pt x="2959520" y="69337"/>
                    <a:pt x="3086535" y="0"/>
                  </a:cubicBezTo>
                  <a:cubicBezTo>
                    <a:pt x="3213550" y="-69337"/>
                    <a:pt x="3551423" y="71545"/>
                    <a:pt x="3686987" y="0"/>
                  </a:cubicBezTo>
                  <a:cubicBezTo>
                    <a:pt x="3742723" y="286966"/>
                    <a:pt x="3686180" y="368708"/>
                    <a:pt x="3686987" y="584716"/>
                  </a:cubicBezTo>
                  <a:cubicBezTo>
                    <a:pt x="3687794" y="800724"/>
                    <a:pt x="3656751" y="923442"/>
                    <a:pt x="3686987" y="1169432"/>
                  </a:cubicBezTo>
                  <a:cubicBezTo>
                    <a:pt x="3717223" y="1415422"/>
                    <a:pt x="3669684" y="1601925"/>
                    <a:pt x="3686987" y="1754148"/>
                  </a:cubicBezTo>
                  <a:cubicBezTo>
                    <a:pt x="3549815" y="1762940"/>
                    <a:pt x="3472153" y="1738774"/>
                    <a:pt x="3270884" y="1754148"/>
                  </a:cubicBezTo>
                  <a:cubicBezTo>
                    <a:pt x="3069615" y="1769522"/>
                    <a:pt x="2828117" y="1724844"/>
                    <a:pt x="2670432" y="1754148"/>
                  </a:cubicBezTo>
                  <a:cubicBezTo>
                    <a:pt x="2512747" y="1783452"/>
                    <a:pt x="2311793" y="1702707"/>
                    <a:pt x="2217459" y="1754148"/>
                  </a:cubicBezTo>
                  <a:cubicBezTo>
                    <a:pt x="2123125" y="1805589"/>
                    <a:pt x="1956863" y="1724861"/>
                    <a:pt x="1764487" y="1754148"/>
                  </a:cubicBezTo>
                  <a:cubicBezTo>
                    <a:pt x="1572111" y="1783435"/>
                    <a:pt x="1433755" y="1714338"/>
                    <a:pt x="1311514" y="1754148"/>
                  </a:cubicBezTo>
                  <a:cubicBezTo>
                    <a:pt x="1189273" y="1793958"/>
                    <a:pt x="1008380" y="1712792"/>
                    <a:pt x="784802" y="1754148"/>
                  </a:cubicBezTo>
                  <a:cubicBezTo>
                    <a:pt x="561224" y="1795504"/>
                    <a:pt x="176838" y="1744808"/>
                    <a:pt x="0" y="1754148"/>
                  </a:cubicBezTo>
                  <a:cubicBezTo>
                    <a:pt x="-36299" y="1559233"/>
                    <a:pt x="5385" y="1370594"/>
                    <a:pt x="0" y="1169432"/>
                  </a:cubicBezTo>
                  <a:cubicBezTo>
                    <a:pt x="-5385" y="968270"/>
                    <a:pt x="26800" y="850003"/>
                    <a:pt x="0" y="584716"/>
                  </a:cubicBezTo>
                  <a:cubicBezTo>
                    <a:pt x="-26800" y="319429"/>
                    <a:pt x="29227" y="225033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pPr>
                <a:defRPr/>
              </a:pPr>
              <a:r>
                <a:rPr lang="it-IT" sz="1400" b="1">
                  <a:solidFill>
                    <a:schemeClr val="bg1"/>
                  </a:solidFill>
                </a:rPr>
                <a:t>Descrizione</a:t>
              </a:r>
              <a:endParaRPr/>
            </a:p>
          </p:txBody>
        </p:sp>
        <p:sp>
          <p:nvSpPr>
            <p:cNvPr id="1513867085" name="Rettangolo con angoli arrotondati 5"/>
            <p:cNvSpPr/>
            <p:nvPr/>
          </p:nvSpPr>
          <p:spPr bwMode="auto">
            <a:xfrm>
              <a:off x="6834497" y="1526490"/>
              <a:ext cx="3477307" cy="1152916"/>
            </a:xfrm>
            <a:prstGeom prst="roundRect">
              <a:avLst>
                <a:gd name="adj" fmla="val 16667"/>
              </a:avLst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>
                <a:defRPr/>
              </a:pPr>
              <a:r>
                <a:rPr lang="it-IT" sz="1200"/>
                <a:t>Spaghetti di grano 100% italiano trafilati al bronzo, croccante guanciale amatriciano d’allevamento biologico, avvolgente crema di uova laziali a KM 0, pecorino romano DOP ed aromatico pepe nero appena macinato.</a:t>
              </a:r>
              <a:endParaRPr/>
            </a:p>
          </p:txBody>
        </p:sp>
      </p:grpSp>
      <p:sp>
        <p:nvSpPr>
          <p:cNvPr id="984233560" name="CasellaDiTesto 40"/>
          <p:cNvSpPr txBox="1"/>
          <p:nvPr/>
        </p:nvSpPr>
        <p:spPr bwMode="auto">
          <a:xfrm flipH="0" flipV="0">
            <a:off x="534613" y="5199725"/>
            <a:ext cx="3686986" cy="587249"/>
          </a:xfrm>
          <a:custGeom>
            <a:avLst/>
            <a:gdLst>
              <a:gd name="connsiteX0" fmla="*/ 0 w 3686987"/>
              <a:gd name="connsiteY0" fmla="*/ 0 h 1861664"/>
              <a:gd name="connsiteX1" fmla="*/ 452973 w 3686987"/>
              <a:gd name="connsiteY1" fmla="*/ 0 h 1861664"/>
              <a:gd name="connsiteX2" fmla="*/ 942815 w 3686987"/>
              <a:gd name="connsiteY2" fmla="*/ 0 h 1861664"/>
              <a:gd name="connsiteX3" fmla="*/ 1469528 w 3686987"/>
              <a:gd name="connsiteY3" fmla="*/ 0 h 1861664"/>
              <a:gd name="connsiteX4" fmla="*/ 2033110 w 3686987"/>
              <a:gd name="connsiteY4" fmla="*/ 0 h 1861664"/>
              <a:gd name="connsiteX5" fmla="*/ 2449213 w 3686987"/>
              <a:gd name="connsiteY5" fmla="*/ 0 h 1861664"/>
              <a:gd name="connsiteX6" fmla="*/ 2865316 w 3686987"/>
              <a:gd name="connsiteY6" fmla="*/ 0 h 1861664"/>
              <a:gd name="connsiteX7" fmla="*/ 3686987 w 3686987"/>
              <a:gd name="connsiteY7" fmla="*/ 0 h 1861664"/>
              <a:gd name="connsiteX8" fmla="*/ 3686987 w 3686987"/>
              <a:gd name="connsiteY8" fmla="*/ 409566 h 1861664"/>
              <a:gd name="connsiteX9" fmla="*/ 3686987 w 3686987"/>
              <a:gd name="connsiteY9" fmla="*/ 837749 h 1861664"/>
              <a:gd name="connsiteX10" fmla="*/ 3686987 w 3686987"/>
              <a:gd name="connsiteY10" fmla="*/ 1284548 h 1861664"/>
              <a:gd name="connsiteX11" fmla="*/ 3686987 w 3686987"/>
              <a:gd name="connsiteY11" fmla="*/ 1861664 h 1861664"/>
              <a:gd name="connsiteX12" fmla="*/ 3234014 w 3686987"/>
              <a:gd name="connsiteY12" fmla="*/ 1861664 h 1861664"/>
              <a:gd name="connsiteX13" fmla="*/ 2781042 w 3686987"/>
              <a:gd name="connsiteY13" fmla="*/ 1861664 h 1861664"/>
              <a:gd name="connsiteX14" fmla="*/ 2217459 w 3686987"/>
              <a:gd name="connsiteY14" fmla="*/ 1861664 h 1861664"/>
              <a:gd name="connsiteX15" fmla="*/ 1653877 w 3686987"/>
              <a:gd name="connsiteY15" fmla="*/ 1861664 h 1861664"/>
              <a:gd name="connsiteX16" fmla="*/ 1200904 w 3686987"/>
              <a:gd name="connsiteY16" fmla="*/ 1861664 h 1861664"/>
              <a:gd name="connsiteX17" fmla="*/ 711062 w 3686987"/>
              <a:gd name="connsiteY17" fmla="*/ 1861664 h 1861664"/>
              <a:gd name="connsiteX18" fmla="*/ 0 w 3686987"/>
              <a:gd name="connsiteY18" fmla="*/ 1861664 h 1861664"/>
              <a:gd name="connsiteX19" fmla="*/ 0 w 3686987"/>
              <a:gd name="connsiteY19" fmla="*/ 1359015 h 1861664"/>
              <a:gd name="connsiteX20" fmla="*/ 0 w 3686987"/>
              <a:gd name="connsiteY20" fmla="*/ 893599 h 1861664"/>
              <a:gd name="connsiteX21" fmla="*/ 0 w 3686987"/>
              <a:gd name="connsiteY21" fmla="*/ 484033 h 1861664"/>
              <a:gd name="connsiteX22" fmla="*/ 0 w 3686987"/>
              <a:gd name="connsiteY22" fmla="*/ 0 h 1861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686987" h="1861664" fill="none" stroke="1" extrusionOk="0">
                <a:moveTo>
                  <a:pt x="0" y="0"/>
                </a:moveTo>
                <a:cubicBezTo>
                  <a:pt x="124882" y="-33618"/>
                  <a:pt x="301111" y="44737"/>
                  <a:pt x="452973" y="0"/>
                </a:cubicBezTo>
                <a:cubicBezTo>
                  <a:pt x="604835" y="-44737"/>
                  <a:pt x="753635" y="19017"/>
                  <a:pt x="942815" y="0"/>
                </a:cubicBezTo>
                <a:cubicBezTo>
                  <a:pt x="1131995" y="-19017"/>
                  <a:pt x="1267696" y="28337"/>
                  <a:pt x="1469528" y="0"/>
                </a:cubicBezTo>
                <a:cubicBezTo>
                  <a:pt x="1671360" y="-28337"/>
                  <a:pt x="1804302" y="1235"/>
                  <a:pt x="2033110" y="0"/>
                </a:cubicBezTo>
                <a:cubicBezTo>
                  <a:pt x="2261918" y="-1235"/>
                  <a:pt x="2288696" y="42015"/>
                  <a:pt x="2449213" y="0"/>
                </a:cubicBezTo>
                <a:cubicBezTo>
                  <a:pt x="2609730" y="-42015"/>
                  <a:pt x="2764105" y="15917"/>
                  <a:pt x="2865316" y="0"/>
                </a:cubicBezTo>
                <a:cubicBezTo>
                  <a:pt x="2966527" y="-15917"/>
                  <a:pt x="3373033" y="622"/>
                  <a:pt x="3686987" y="0"/>
                </a:cubicBezTo>
                <a:cubicBezTo>
                  <a:pt x="3717474" y="121686"/>
                  <a:pt x="3656586" y="307913"/>
                  <a:pt x="3686987" y="409566"/>
                </a:cubicBezTo>
                <a:cubicBezTo>
                  <a:pt x="3717388" y="511219"/>
                  <a:pt x="3652326" y="697421"/>
                  <a:pt x="3686987" y="837749"/>
                </a:cubicBezTo>
                <a:cubicBezTo>
                  <a:pt x="3721648" y="978077"/>
                  <a:pt x="3636732" y="1182396"/>
                  <a:pt x="3686987" y="1284548"/>
                </a:cubicBezTo>
                <a:cubicBezTo>
                  <a:pt x="3737242" y="1386700"/>
                  <a:pt x="3681295" y="1710091"/>
                  <a:pt x="3686987" y="1861664"/>
                </a:cubicBezTo>
                <a:cubicBezTo>
                  <a:pt x="3474786" y="1876587"/>
                  <a:pt x="3456356" y="1859253"/>
                  <a:pt x="3234014" y="1861664"/>
                </a:cubicBezTo>
                <a:cubicBezTo>
                  <a:pt x="3011672" y="1864075"/>
                  <a:pt x="2899754" y="1852177"/>
                  <a:pt x="2781042" y="1861664"/>
                </a:cubicBezTo>
                <a:cubicBezTo>
                  <a:pt x="2662330" y="1871151"/>
                  <a:pt x="2359930" y="1798148"/>
                  <a:pt x="2217459" y="1861664"/>
                </a:cubicBezTo>
                <a:cubicBezTo>
                  <a:pt x="2074988" y="1925180"/>
                  <a:pt x="1814277" y="1856769"/>
                  <a:pt x="1653877" y="1861664"/>
                </a:cubicBezTo>
                <a:cubicBezTo>
                  <a:pt x="1493477" y="1866559"/>
                  <a:pt x="1390264" y="1861048"/>
                  <a:pt x="1200904" y="1861664"/>
                </a:cubicBezTo>
                <a:cubicBezTo>
                  <a:pt x="1011544" y="1862280"/>
                  <a:pt x="896329" y="1839178"/>
                  <a:pt x="711062" y="1861664"/>
                </a:cubicBezTo>
                <a:cubicBezTo>
                  <a:pt x="525795" y="1884150"/>
                  <a:pt x="260213" y="1780405"/>
                  <a:pt x="0" y="1861664"/>
                </a:cubicBezTo>
                <a:cubicBezTo>
                  <a:pt x="-17140" y="1705143"/>
                  <a:pt x="54146" y="1602233"/>
                  <a:pt x="0" y="1359015"/>
                </a:cubicBezTo>
                <a:cubicBezTo>
                  <a:pt x="-54146" y="1115797"/>
                  <a:pt x="48865" y="999127"/>
                  <a:pt x="0" y="893599"/>
                </a:cubicBezTo>
                <a:cubicBezTo>
                  <a:pt x="-48865" y="788071"/>
                  <a:pt x="36330" y="605323"/>
                  <a:pt x="0" y="484033"/>
                </a:cubicBezTo>
                <a:cubicBezTo>
                  <a:pt x="-36330" y="362743"/>
                  <a:pt x="35957" y="162900"/>
                  <a:pt x="0" y="0"/>
                </a:cubicBezTo>
                <a:close/>
              </a:path>
              <a:path w="3686987" h="1861664" fill="norm" stroke="0" extrusionOk="0">
                <a:moveTo>
                  <a:pt x="0" y="0"/>
                </a:moveTo>
                <a:cubicBezTo>
                  <a:pt x="152296" y="-692"/>
                  <a:pt x="332954" y="5869"/>
                  <a:pt x="489843" y="0"/>
                </a:cubicBezTo>
                <a:cubicBezTo>
                  <a:pt x="646732" y="-5869"/>
                  <a:pt x="767879" y="20724"/>
                  <a:pt x="1016555" y="0"/>
                </a:cubicBezTo>
                <a:cubicBezTo>
                  <a:pt x="1265231" y="-20724"/>
                  <a:pt x="1287666" y="28693"/>
                  <a:pt x="1543267" y="0"/>
                </a:cubicBezTo>
                <a:cubicBezTo>
                  <a:pt x="1798868" y="-28693"/>
                  <a:pt x="1793946" y="1083"/>
                  <a:pt x="1959370" y="0"/>
                </a:cubicBezTo>
                <a:cubicBezTo>
                  <a:pt x="2124794" y="-1083"/>
                  <a:pt x="2228765" y="57811"/>
                  <a:pt x="2486083" y="0"/>
                </a:cubicBezTo>
                <a:cubicBezTo>
                  <a:pt x="2743401" y="-57811"/>
                  <a:pt x="2959520" y="69337"/>
                  <a:pt x="3086535" y="0"/>
                </a:cubicBezTo>
                <a:cubicBezTo>
                  <a:pt x="3213550" y="-69337"/>
                  <a:pt x="3551423" y="71545"/>
                  <a:pt x="3686987" y="0"/>
                </a:cubicBezTo>
                <a:cubicBezTo>
                  <a:pt x="3724680" y="199738"/>
                  <a:pt x="3683091" y="315379"/>
                  <a:pt x="3686987" y="465416"/>
                </a:cubicBezTo>
                <a:cubicBezTo>
                  <a:pt x="3690883" y="615453"/>
                  <a:pt x="3637222" y="813433"/>
                  <a:pt x="3686987" y="930832"/>
                </a:cubicBezTo>
                <a:cubicBezTo>
                  <a:pt x="3736752" y="1048231"/>
                  <a:pt x="3637575" y="1242298"/>
                  <a:pt x="3686987" y="1396248"/>
                </a:cubicBezTo>
                <a:cubicBezTo>
                  <a:pt x="3736399" y="1550198"/>
                  <a:pt x="3680098" y="1688107"/>
                  <a:pt x="3686987" y="1861664"/>
                </a:cubicBezTo>
                <a:cubicBezTo>
                  <a:pt x="3586317" y="1876876"/>
                  <a:pt x="3420479" y="1850487"/>
                  <a:pt x="3270884" y="1861664"/>
                </a:cubicBezTo>
                <a:cubicBezTo>
                  <a:pt x="3121289" y="1872841"/>
                  <a:pt x="2912245" y="1810223"/>
                  <a:pt x="2817911" y="1861664"/>
                </a:cubicBezTo>
                <a:cubicBezTo>
                  <a:pt x="2723577" y="1913105"/>
                  <a:pt x="2557315" y="1832377"/>
                  <a:pt x="2364939" y="1861664"/>
                </a:cubicBezTo>
                <a:cubicBezTo>
                  <a:pt x="2172563" y="1890951"/>
                  <a:pt x="2034207" y="1821854"/>
                  <a:pt x="1911966" y="1861664"/>
                </a:cubicBezTo>
                <a:cubicBezTo>
                  <a:pt x="1789725" y="1901474"/>
                  <a:pt x="1608832" y="1820308"/>
                  <a:pt x="1385254" y="1861664"/>
                </a:cubicBezTo>
                <a:cubicBezTo>
                  <a:pt x="1161676" y="1903020"/>
                  <a:pt x="1010616" y="1804196"/>
                  <a:pt x="858541" y="1861664"/>
                </a:cubicBezTo>
                <a:cubicBezTo>
                  <a:pt x="706466" y="1919132"/>
                  <a:pt x="351619" y="1799034"/>
                  <a:pt x="0" y="1861664"/>
                </a:cubicBezTo>
                <a:cubicBezTo>
                  <a:pt x="-11432" y="1620778"/>
                  <a:pt x="52838" y="1553047"/>
                  <a:pt x="0" y="1377631"/>
                </a:cubicBezTo>
                <a:cubicBezTo>
                  <a:pt x="-52838" y="1202215"/>
                  <a:pt x="36353" y="1085450"/>
                  <a:pt x="0" y="949449"/>
                </a:cubicBezTo>
                <a:cubicBezTo>
                  <a:pt x="-36353" y="813448"/>
                  <a:pt x="4914" y="616546"/>
                  <a:pt x="0" y="521266"/>
                </a:cubicBezTo>
                <a:cubicBezTo>
                  <a:pt x="-4914" y="425986"/>
                  <a:pt x="23622" y="25614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square" rtlCol="0">
            <a:normAutofit/>
          </a:bodyPr>
          <a:lstStyle/>
          <a:p>
            <a:pPr>
              <a:defRPr/>
            </a:pPr>
            <a:r>
              <a:rPr lang="it-IT" sz="1400" b="1">
                <a:solidFill>
                  <a:schemeClr val="bg1"/>
                </a:solidFill>
              </a:rPr>
              <a:t>Categoria</a:t>
            </a:r>
            <a:endParaRPr/>
          </a:p>
        </p:txBody>
      </p:sp>
      <p:grpSp>
        <p:nvGrpSpPr>
          <p:cNvPr id="2024718037" name="Gruppo 19"/>
          <p:cNvGrpSpPr/>
          <p:nvPr/>
        </p:nvGrpSpPr>
        <p:grpSpPr bwMode="auto">
          <a:xfrm>
            <a:off x="4382764" y="2554088"/>
            <a:ext cx="3686986" cy="3245073"/>
            <a:chOff x="534613" y="2882119"/>
            <a:chExt cx="3686986" cy="3245073"/>
          </a:xfrm>
        </p:grpSpPr>
        <p:sp>
          <p:nvSpPr>
            <p:cNvPr id="772815289" name="CasellaDiTesto 39"/>
            <p:cNvSpPr txBox="1"/>
            <p:nvPr/>
          </p:nvSpPr>
          <p:spPr bwMode="auto">
            <a:xfrm>
              <a:off x="534613" y="2882119"/>
              <a:ext cx="3686986" cy="3245073"/>
            </a:xfrm>
            <a:custGeom>
              <a:avLst/>
              <a:gdLst>
                <a:gd name="connsiteX0" fmla="*/ 0 w 3686987"/>
                <a:gd name="connsiteY0" fmla="*/ 0 h 3245074"/>
                <a:gd name="connsiteX1" fmla="*/ 526712 w 3686987"/>
                <a:gd name="connsiteY1" fmla="*/ 0 h 3245074"/>
                <a:gd name="connsiteX2" fmla="*/ 942815 w 3686987"/>
                <a:gd name="connsiteY2" fmla="*/ 0 h 3245074"/>
                <a:gd name="connsiteX3" fmla="*/ 1543267 w 3686987"/>
                <a:gd name="connsiteY3" fmla="*/ 0 h 3245074"/>
                <a:gd name="connsiteX4" fmla="*/ 1959370 w 3686987"/>
                <a:gd name="connsiteY4" fmla="*/ 0 h 3245074"/>
                <a:gd name="connsiteX5" fmla="*/ 2449213 w 3686987"/>
                <a:gd name="connsiteY5" fmla="*/ 0 h 3245074"/>
                <a:gd name="connsiteX6" fmla="*/ 2975925 w 3686987"/>
                <a:gd name="connsiteY6" fmla="*/ 0 h 3245074"/>
                <a:gd name="connsiteX7" fmla="*/ 3686987 w 3686987"/>
                <a:gd name="connsiteY7" fmla="*/ 0 h 3245074"/>
                <a:gd name="connsiteX8" fmla="*/ 3686987 w 3686987"/>
                <a:gd name="connsiteY8" fmla="*/ 508395 h 3245074"/>
                <a:gd name="connsiteX9" fmla="*/ 3686987 w 3686987"/>
                <a:gd name="connsiteY9" fmla="*/ 1081691 h 3245074"/>
                <a:gd name="connsiteX10" fmla="*/ 3686987 w 3686987"/>
                <a:gd name="connsiteY10" fmla="*/ 1654988 h 3245074"/>
                <a:gd name="connsiteX11" fmla="*/ 3686987 w 3686987"/>
                <a:gd name="connsiteY11" fmla="*/ 2130932 h 3245074"/>
                <a:gd name="connsiteX12" fmla="*/ 3686987 w 3686987"/>
                <a:gd name="connsiteY12" fmla="*/ 2606876 h 3245074"/>
                <a:gd name="connsiteX13" fmla="*/ 3686987 w 3686987"/>
                <a:gd name="connsiteY13" fmla="*/ 3245074 h 3245074"/>
                <a:gd name="connsiteX14" fmla="*/ 3123405 w 3686987"/>
                <a:gd name="connsiteY14" fmla="*/ 3245074 h 3245074"/>
                <a:gd name="connsiteX15" fmla="*/ 2522953 w 3686987"/>
                <a:gd name="connsiteY15" fmla="*/ 3245074 h 3245074"/>
                <a:gd name="connsiteX16" fmla="*/ 1959370 w 3686987"/>
                <a:gd name="connsiteY16" fmla="*/ 3245074 h 3245074"/>
                <a:gd name="connsiteX17" fmla="*/ 1469528 w 3686987"/>
                <a:gd name="connsiteY17" fmla="*/ 3245074 h 3245074"/>
                <a:gd name="connsiteX18" fmla="*/ 979685 w 3686987"/>
                <a:gd name="connsiteY18" fmla="*/ 3245074 h 3245074"/>
                <a:gd name="connsiteX19" fmla="*/ 0 w 3686987"/>
                <a:gd name="connsiteY19" fmla="*/ 3245074 h 3245074"/>
                <a:gd name="connsiteX20" fmla="*/ 0 w 3686987"/>
                <a:gd name="connsiteY20" fmla="*/ 2639327 h 3245074"/>
                <a:gd name="connsiteX21" fmla="*/ 0 w 3686987"/>
                <a:gd name="connsiteY21" fmla="*/ 2130932 h 3245074"/>
                <a:gd name="connsiteX22" fmla="*/ 0 w 3686987"/>
                <a:gd name="connsiteY22" fmla="*/ 1525185 h 3245074"/>
                <a:gd name="connsiteX23" fmla="*/ 0 w 3686987"/>
                <a:gd name="connsiteY23" fmla="*/ 1016790 h 3245074"/>
                <a:gd name="connsiteX24" fmla="*/ 0 w 3686987"/>
                <a:gd name="connsiteY24" fmla="*/ 540846 h 3245074"/>
                <a:gd name="connsiteX25" fmla="*/ 0 w 3686987"/>
                <a:gd name="connsiteY25" fmla="*/ 0 h 3245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686987" h="3245074" fill="none" stroke="1" extrusionOk="0">
                  <a:moveTo>
                    <a:pt x="0" y="0"/>
                  </a:moveTo>
                  <a:cubicBezTo>
                    <a:pt x="112289" y="-20948"/>
                    <a:pt x="364223" y="57965"/>
                    <a:pt x="526712" y="0"/>
                  </a:cubicBezTo>
                  <a:cubicBezTo>
                    <a:pt x="689201" y="-57965"/>
                    <a:pt x="841604" y="15917"/>
                    <a:pt x="942815" y="0"/>
                  </a:cubicBezTo>
                  <a:cubicBezTo>
                    <a:pt x="1044026" y="-15917"/>
                    <a:pt x="1402346" y="18993"/>
                    <a:pt x="1543267" y="0"/>
                  </a:cubicBezTo>
                  <a:cubicBezTo>
                    <a:pt x="1684188" y="-18993"/>
                    <a:pt x="1773745" y="12259"/>
                    <a:pt x="1959370" y="0"/>
                  </a:cubicBezTo>
                  <a:cubicBezTo>
                    <a:pt x="2144995" y="-12259"/>
                    <a:pt x="2292178" y="50293"/>
                    <a:pt x="2449213" y="0"/>
                  </a:cubicBezTo>
                  <a:cubicBezTo>
                    <a:pt x="2606248" y="-50293"/>
                    <a:pt x="2860442" y="29996"/>
                    <a:pt x="2975925" y="0"/>
                  </a:cubicBezTo>
                  <a:cubicBezTo>
                    <a:pt x="3091408" y="-29996"/>
                    <a:pt x="3441445" y="1779"/>
                    <a:pt x="3686987" y="0"/>
                  </a:cubicBezTo>
                  <a:cubicBezTo>
                    <a:pt x="3728225" y="209158"/>
                    <a:pt x="3677660" y="267845"/>
                    <a:pt x="3686987" y="508395"/>
                  </a:cubicBezTo>
                  <a:cubicBezTo>
                    <a:pt x="3696314" y="748945"/>
                    <a:pt x="3659638" y="807628"/>
                    <a:pt x="3686987" y="1081691"/>
                  </a:cubicBezTo>
                  <a:cubicBezTo>
                    <a:pt x="3714336" y="1355754"/>
                    <a:pt x="3656689" y="1412557"/>
                    <a:pt x="3686987" y="1654988"/>
                  </a:cubicBezTo>
                  <a:cubicBezTo>
                    <a:pt x="3717285" y="1897419"/>
                    <a:pt x="3660942" y="1959352"/>
                    <a:pt x="3686987" y="2130932"/>
                  </a:cubicBezTo>
                  <a:cubicBezTo>
                    <a:pt x="3713032" y="2302512"/>
                    <a:pt x="3669954" y="2484500"/>
                    <a:pt x="3686987" y="2606876"/>
                  </a:cubicBezTo>
                  <a:cubicBezTo>
                    <a:pt x="3704020" y="2729252"/>
                    <a:pt x="3615112" y="2931980"/>
                    <a:pt x="3686987" y="3245074"/>
                  </a:cubicBezTo>
                  <a:cubicBezTo>
                    <a:pt x="3491393" y="3248972"/>
                    <a:pt x="3293233" y="3223662"/>
                    <a:pt x="3123405" y="3245074"/>
                  </a:cubicBezTo>
                  <a:cubicBezTo>
                    <a:pt x="2953577" y="3266486"/>
                    <a:pt x="2732213" y="3185894"/>
                    <a:pt x="2522953" y="3245074"/>
                  </a:cubicBezTo>
                  <a:cubicBezTo>
                    <a:pt x="2313693" y="3304254"/>
                    <a:pt x="2107251" y="3238350"/>
                    <a:pt x="1959370" y="3245074"/>
                  </a:cubicBezTo>
                  <a:cubicBezTo>
                    <a:pt x="1811489" y="3251798"/>
                    <a:pt x="1639457" y="3241086"/>
                    <a:pt x="1469528" y="3245074"/>
                  </a:cubicBezTo>
                  <a:cubicBezTo>
                    <a:pt x="1299599" y="3249062"/>
                    <a:pt x="1186331" y="3214868"/>
                    <a:pt x="979685" y="3245074"/>
                  </a:cubicBezTo>
                  <a:cubicBezTo>
                    <a:pt x="773039" y="3275280"/>
                    <a:pt x="440271" y="3196392"/>
                    <a:pt x="0" y="3245074"/>
                  </a:cubicBezTo>
                  <a:cubicBezTo>
                    <a:pt x="-11265" y="3074145"/>
                    <a:pt x="42452" y="2936612"/>
                    <a:pt x="0" y="2639327"/>
                  </a:cubicBezTo>
                  <a:cubicBezTo>
                    <a:pt x="-42452" y="2342042"/>
                    <a:pt x="17728" y="2380662"/>
                    <a:pt x="0" y="2130932"/>
                  </a:cubicBezTo>
                  <a:cubicBezTo>
                    <a:pt x="-17728" y="1881202"/>
                    <a:pt x="52833" y="1763900"/>
                    <a:pt x="0" y="1525185"/>
                  </a:cubicBezTo>
                  <a:cubicBezTo>
                    <a:pt x="-52833" y="1286470"/>
                    <a:pt x="39848" y="1182473"/>
                    <a:pt x="0" y="1016790"/>
                  </a:cubicBezTo>
                  <a:cubicBezTo>
                    <a:pt x="-39848" y="851108"/>
                    <a:pt x="16929" y="697112"/>
                    <a:pt x="0" y="540846"/>
                  </a:cubicBezTo>
                  <a:cubicBezTo>
                    <a:pt x="-16929" y="384580"/>
                    <a:pt x="3359" y="186462"/>
                    <a:pt x="0" y="0"/>
                  </a:cubicBezTo>
                  <a:close/>
                </a:path>
                <a:path w="3686987" h="3245074" fill="norm" stroke="0" extrusionOk="0">
                  <a:moveTo>
                    <a:pt x="0" y="0"/>
                  </a:moveTo>
                  <a:cubicBezTo>
                    <a:pt x="152296" y="-692"/>
                    <a:pt x="332954" y="5869"/>
                    <a:pt x="489843" y="0"/>
                  </a:cubicBezTo>
                  <a:cubicBezTo>
                    <a:pt x="646732" y="-5869"/>
                    <a:pt x="767879" y="20724"/>
                    <a:pt x="1016555" y="0"/>
                  </a:cubicBezTo>
                  <a:cubicBezTo>
                    <a:pt x="1265231" y="-20724"/>
                    <a:pt x="1287666" y="28693"/>
                    <a:pt x="1543267" y="0"/>
                  </a:cubicBezTo>
                  <a:cubicBezTo>
                    <a:pt x="1798868" y="-28693"/>
                    <a:pt x="1793946" y="1083"/>
                    <a:pt x="1959370" y="0"/>
                  </a:cubicBezTo>
                  <a:cubicBezTo>
                    <a:pt x="2124794" y="-1083"/>
                    <a:pt x="2228765" y="57811"/>
                    <a:pt x="2486083" y="0"/>
                  </a:cubicBezTo>
                  <a:cubicBezTo>
                    <a:pt x="2743401" y="-57811"/>
                    <a:pt x="2959520" y="69337"/>
                    <a:pt x="3086535" y="0"/>
                  </a:cubicBezTo>
                  <a:cubicBezTo>
                    <a:pt x="3213550" y="-69337"/>
                    <a:pt x="3551423" y="71545"/>
                    <a:pt x="3686987" y="0"/>
                  </a:cubicBezTo>
                  <a:cubicBezTo>
                    <a:pt x="3727921" y="222702"/>
                    <a:pt x="3625191" y="374379"/>
                    <a:pt x="3686987" y="540846"/>
                  </a:cubicBezTo>
                  <a:cubicBezTo>
                    <a:pt x="3748783" y="707313"/>
                    <a:pt x="3623747" y="873030"/>
                    <a:pt x="3686987" y="1081691"/>
                  </a:cubicBezTo>
                  <a:cubicBezTo>
                    <a:pt x="3750227" y="1290352"/>
                    <a:pt x="3626145" y="1477654"/>
                    <a:pt x="3686987" y="1622537"/>
                  </a:cubicBezTo>
                  <a:cubicBezTo>
                    <a:pt x="3747829" y="1767420"/>
                    <a:pt x="3655329" y="1856251"/>
                    <a:pt x="3686987" y="2066030"/>
                  </a:cubicBezTo>
                  <a:cubicBezTo>
                    <a:pt x="3718645" y="2275809"/>
                    <a:pt x="3652712" y="2334581"/>
                    <a:pt x="3686987" y="2509524"/>
                  </a:cubicBezTo>
                  <a:cubicBezTo>
                    <a:pt x="3721262" y="2684467"/>
                    <a:pt x="3619816" y="3010479"/>
                    <a:pt x="3686987" y="3245074"/>
                  </a:cubicBezTo>
                  <a:cubicBezTo>
                    <a:pt x="3478083" y="3260693"/>
                    <a:pt x="3433854" y="3208946"/>
                    <a:pt x="3197144" y="3245074"/>
                  </a:cubicBezTo>
                  <a:cubicBezTo>
                    <a:pt x="2960434" y="3281202"/>
                    <a:pt x="2863949" y="3204155"/>
                    <a:pt x="2744172" y="3245074"/>
                  </a:cubicBezTo>
                  <a:cubicBezTo>
                    <a:pt x="2624395" y="3285993"/>
                    <a:pt x="2441092" y="3211358"/>
                    <a:pt x="2217459" y="3245074"/>
                  </a:cubicBezTo>
                  <a:cubicBezTo>
                    <a:pt x="1993826" y="3278790"/>
                    <a:pt x="1841652" y="3185429"/>
                    <a:pt x="1690747" y="3245074"/>
                  </a:cubicBezTo>
                  <a:cubicBezTo>
                    <a:pt x="1539842" y="3304719"/>
                    <a:pt x="1326239" y="3226890"/>
                    <a:pt x="1164034" y="3245074"/>
                  </a:cubicBezTo>
                  <a:cubicBezTo>
                    <a:pt x="1001829" y="3263258"/>
                    <a:pt x="728958" y="3202856"/>
                    <a:pt x="600452" y="3245074"/>
                  </a:cubicBezTo>
                  <a:cubicBezTo>
                    <a:pt x="471946" y="3287292"/>
                    <a:pt x="294398" y="3183399"/>
                    <a:pt x="0" y="3245074"/>
                  </a:cubicBezTo>
                  <a:cubicBezTo>
                    <a:pt x="-40914" y="3101094"/>
                    <a:pt x="5051" y="2934101"/>
                    <a:pt x="0" y="2769130"/>
                  </a:cubicBezTo>
                  <a:cubicBezTo>
                    <a:pt x="-5051" y="2604159"/>
                    <a:pt x="54787" y="2501544"/>
                    <a:pt x="0" y="2260735"/>
                  </a:cubicBezTo>
                  <a:cubicBezTo>
                    <a:pt x="-54787" y="2019927"/>
                    <a:pt x="8978" y="1892466"/>
                    <a:pt x="0" y="1784791"/>
                  </a:cubicBezTo>
                  <a:cubicBezTo>
                    <a:pt x="-8978" y="1677116"/>
                    <a:pt x="22968" y="1437635"/>
                    <a:pt x="0" y="1211494"/>
                  </a:cubicBezTo>
                  <a:cubicBezTo>
                    <a:pt x="-22968" y="985353"/>
                    <a:pt x="22742" y="801348"/>
                    <a:pt x="0" y="670649"/>
                  </a:cubicBezTo>
                  <a:cubicBezTo>
                    <a:pt x="-22742" y="539951"/>
                    <a:pt x="6052" y="175702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pPr>
                <a:defRPr/>
              </a:pPr>
              <a:r>
                <a:rPr lang="it-IT" sz="1400" b="1">
                  <a:solidFill>
                    <a:schemeClr val="bg1"/>
                  </a:solidFill>
                </a:rPr>
                <a:t>Ingredienti</a:t>
              </a:r>
              <a:endParaRPr/>
            </a:p>
          </p:txBody>
        </p:sp>
        <p:graphicFrame>
          <p:nvGraphicFramePr>
            <p:cNvPr id="1026425415" name="Diagramma 66"/>
            <p:cNvGraphicFramePr>
              <a:graphicFrameLocks xmlns:a="http://schemas.openxmlformats.org/drawingml/2006/main"/>
            </p:cNvGraphicFramePr>
            <p:nvPr/>
          </p:nvGraphicFramePr>
          <p:xfrm rot="0">
            <a:off x="750027" y="3434827"/>
            <a:ext cx="3088718" cy="2619297"/>
            <a:chOff x="0" y="0"/>
            <a:chExt cx="3088718" cy="261929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5" r:lo="rId7" r:qs="rId8" r:cs="rId6"/>
            </a:graphicData>
          </a:graphic>
        </p:graphicFrame>
        <p:cxnSp>
          <p:nvCxnSpPr>
            <p:cNvPr id="1373495525" name="Connettore diritto 68"/>
            <p:cNvCxnSpPr/>
            <p:nvPr/>
          </p:nvCxnSpPr>
          <p:spPr bwMode="auto">
            <a:xfrm flipV="1">
              <a:off x="595338" y="5747186"/>
              <a:ext cx="3525810" cy="6894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1160988185" name="Elemento grafico 100" descr="Chiudi con riempimento a tinta unita"/>
            <p:cNvPicPr>
              <a:picLocks noChangeAspect="1"/>
            </p:cNvPicPr>
            <p:nvPr/>
          </p:nvPicPr>
          <p:blipFill rotWithShape="1">
            <a:blip r:embed="rId9"/>
            <a:stretch/>
          </p:blipFill>
          <p:spPr bwMode="auto">
            <a:xfrm>
              <a:off x="3582290" y="3736233"/>
              <a:ext cx="199305" cy="199305"/>
            </a:xfrm>
            <a:prstGeom prst="rect">
              <a:avLst/>
            </a:prstGeom>
          </p:spPr>
        </p:pic>
        <p:pic>
          <p:nvPicPr>
            <p:cNvPr id="355729954" name="Elemento grafico 101" descr="Chiudi con riempimento a tinta unita"/>
            <p:cNvPicPr>
              <a:picLocks noChangeAspect="1"/>
            </p:cNvPicPr>
            <p:nvPr/>
          </p:nvPicPr>
          <p:blipFill rotWithShape="1">
            <a:blip r:embed="rId9"/>
            <a:stretch/>
          </p:blipFill>
          <p:spPr bwMode="auto">
            <a:xfrm>
              <a:off x="3582290" y="3465166"/>
              <a:ext cx="199305" cy="199305"/>
            </a:xfrm>
            <a:prstGeom prst="rect">
              <a:avLst/>
            </a:prstGeom>
          </p:spPr>
        </p:pic>
        <p:pic>
          <p:nvPicPr>
            <p:cNvPr id="328134208" name="Elemento grafico 102" descr="Chiudi con riempimento a tinta unita"/>
            <p:cNvPicPr>
              <a:picLocks noChangeAspect="1"/>
            </p:cNvPicPr>
            <p:nvPr/>
          </p:nvPicPr>
          <p:blipFill rotWithShape="1">
            <a:blip r:embed="rId9"/>
            <a:stretch/>
          </p:blipFill>
          <p:spPr bwMode="auto">
            <a:xfrm>
              <a:off x="3582290" y="4006771"/>
              <a:ext cx="199305" cy="199305"/>
            </a:xfrm>
            <a:prstGeom prst="rect">
              <a:avLst/>
            </a:prstGeom>
          </p:spPr>
        </p:pic>
        <p:pic>
          <p:nvPicPr>
            <p:cNvPr id="1978664704" name="Elemento grafico 103" descr="Chiudi con riempimento a tinta unita"/>
            <p:cNvPicPr>
              <a:picLocks noChangeAspect="1"/>
            </p:cNvPicPr>
            <p:nvPr/>
          </p:nvPicPr>
          <p:blipFill rotWithShape="1">
            <a:blip r:embed="rId9"/>
            <a:stretch/>
          </p:blipFill>
          <p:spPr bwMode="auto">
            <a:xfrm>
              <a:off x="3582290" y="4274843"/>
              <a:ext cx="199305" cy="199305"/>
            </a:xfrm>
            <a:prstGeom prst="rect">
              <a:avLst/>
            </a:prstGeom>
          </p:spPr>
        </p:pic>
        <p:pic>
          <p:nvPicPr>
            <p:cNvPr id="125110659" name="Elemento grafico 104" descr="Chiudi con riempimento a tinta unita"/>
            <p:cNvPicPr>
              <a:picLocks noChangeAspect="1"/>
            </p:cNvPicPr>
            <p:nvPr/>
          </p:nvPicPr>
          <p:blipFill rotWithShape="1">
            <a:blip r:embed="rId9"/>
            <a:stretch/>
          </p:blipFill>
          <p:spPr bwMode="auto">
            <a:xfrm>
              <a:off x="3582290" y="4546090"/>
              <a:ext cx="199305" cy="199305"/>
            </a:xfrm>
            <a:prstGeom prst="rect">
              <a:avLst/>
            </a:prstGeom>
          </p:spPr>
        </p:pic>
        <p:pic>
          <p:nvPicPr>
            <p:cNvPr id="1064564060" name="Elemento grafico 105" descr="Chiudi con riempimento a tinta unita"/>
            <p:cNvPicPr>
              <a:picLocks noChangeAspect="1"/>
            </p:cNvPicPr>
            <p:nvPr/>
          </p:nvPicPr>
          <p:blipFill rotWithShape="1">
            <a:blip r:embed="rId9"/>
            <a:stretch/>
          </p:blipFill>
          <p:spPr bwMode="auto">
            <a:xfrm>
              <a:off x="3582290" y="4803324"/>
              <a:ext cx="199305" cy="199305"/>
            </a:xfrm>
            <a:prstGeom prst="rect">
              <a:avLst/>
            </a:prstGeom>
          </p:spPr>
        </p:pic>
        <p:sp>
          <p:nvSpPr>
            <p:cNvPr id="244918889" name="Rettangolo 17"/>
            <p:cNvSpPr/>
            <p:nvPr/>
          </p:nvSpPr>
          <p:spPr bwMode="auto">
            <a:xfrm rot="5400000">
              <a:off x="2285743" y="3895235"/>
              <a:ext cx="184725" cy="3408925"/>
            </a:xfrm>
            <a:prstGeom prst="rect">
              <a:avLst/>
            </a:prstGeom>
            <a:solidFill>
              <a:srgbClr val="FBE5D6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1643214985" name="Rettangolo 18"/>
            <p:cNvSpPr/>
            <p:nvPr/>
          </p:nvSpPr>
          <p:spPr bwMode="auto">
            <a:xfrm rot="5400000">
              <a:off x="2285743" y="1543858"/>
              <a:ext cx="184725" cy="3408925"/>
            </a:xfrm>
            <a:prstGeom prst="rect">
              <a:avLst/>
            </a:prstGeom>
            <a:solidFill>
              <a:srgbClr val="FBE5D6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2055180381" name="Triangolo isoscele 12"/>
            <p:cNvSpPr/>
            <p:nvPr/>
          </p:nvSpPr>
          <p:spPr bwMode="auto">
            <a:xfrm>
              <a:off x="2285386" y="3206305"/>
              <a:ext cx="145708" cy="84030"/>
            </a:xfrm>
            <a:prstGeom prst="triangle">
              <a:avLst>
                <a:gd name="adj" fmla="val 50000"/>
              </a:avLst>
            </a:prstGeom>
            <a:solidFill>
              <a:srgbClr val="843C0C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43975330" name="Triangolo isoscele 14"/>
            <p:cNvSpPr/>
            <p:nvPr/>
          </p:nvSpPr>
          <p:spPr bwMode="auto">
            <a:xfrm rot="10800000">
              <a:off x="2285388" y="5561532"/>
              <a:ext cx="145708" cy="84030"/>
            </a:xfrm>
            <a:prstGeom prst="triangle">
              <a:avLst>
                <a:gd name="adj" fmla="val 50000"/>
              </a:avLst>
            </a:prstGeom>
            <a:solidFill>
              <a:srgbClr val="843C0C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</p:grpSp>
      <p:grpSp>
        <p:nvGrpSpPr>
          <p:cNvPr id="1449658947" name="Gruppo 64"/>
          <p:cNvGrpSpPr/>
          <p:nvPr/>
        </p:nvGrpSpPr>
        <p:grpSpPr bwMode="auto">
          <a:xfrm>
            <a:off x="8222881" y="2568731"/>
            <a:ext cx="3686985" cy="3245072"/>
            <a:chOff x="0" y="0"/>
            <a:chExt cx="3686985" cy="3245072"/>
          </a:xfrm>
        </p:grpSpPr>
        <p:sp>
          <p:nvSpPr>
            <p:cNvPr id="574587457" name="CasellaDiTesto 65"/>
            <p:cNvSpPr txBox="1"/>
            <p:nvPr/>
          </p:nvSpPr>
          <p:spPr bwMode="auto">
            <a:xfrm>
              <a:off x="0" y="0"/>
              <a:ext cx="3686986" cy="3245073"/>
            </a:xfrm>
            <a:custGeom>
              <a:avLst/>
              <a:gdLst>
                <a:gd name="connsiteX0" fmla="*/ 0 w 3686987"/>
                <a:gd name="connsiteY0" fmla="*/ 0 h 3245074"/>
                <a:gd name="connsiteX1" fmla="*/ 526712 w 3686987"/>
                <a:gd name="connsiteY1" fmla="*/ 0 h 3245074"/>
                <a:gd name="connsiteX2" fmla="*/ 942815 w 3686987"/>
                <a:gd name="connsiteY2" fmla="*/ 0 h 3245074"/>
                <a:gd name="connsiteX3" fmla="*/ 1543267 w 3686987"/>
                <a:gd name="connsiteY3" fmla="*/ 0 h 3245074"/>
                <a:gd name="connsiteX4" fmla="*/ 1959370 w 3686987"/>
                <a:gd name="connsiteY4" fmla="*/ 0 h 3245074"/>
                <a:gd name="connsiteX5" fmla="*/ 2449213 w 3686987"/>
                <a:gd name="connsiteY5" fmla="*/ 0 h 3245074"/>
                <a:gd name="connsiteX6" fmla="*/ 2975925 w 3686987"/>
                <a:gd name="connsiteY6" fmla="*/ 0 h 3245074"/>
                <a:gd name="connsiteX7" fmla="*/ 3686987 w 3686987"/>
                <a:gd name="connsiteY7" fmla="*/ 0 h 3245074"/>
                <a:gd name="connsiteX8" fmla="*/ 3686987 w 3686987"/>
                <a:gd name="connsiteY8" fmla="*/ 508395 h 3245074"/>
                <a:gd name="connsiteX9" fmla="*/ 3686987 w 3686987"/>
                <a:gd name="connsiteY9" fmla="*/ 1081691 h 3245074"/>
                <a:gd name="connsiteX10" fmla="*/ 3686987 w 3686987"/>
                <a:gd name="connsiteY10" fmla="*/ 1654988 h 3245074"/>
                <a:gd name="connsiteX11" fmla="*/ 3686987 w 3686987"/>
                <a:gd name="connsiteY11" fmla="*/ 2130932 h 3245074"/>
                <a:gd name="connsiteX12" fmla="*/ 3686987 w 3686987"/>
                <a:gd name="connsiteY12" fmla="*/ 2606876 h 3245074"/>
                <a:gd name="connsiteX13" fmla="*/ 3686987 w 3686987"/>
                <a:gd name="connsiteY13" fmla="*/ 3245074 h 3245074"/>
                <a:gd name="connsiteX14" fmla="*/ 3123405 w 3686987"/>
                <a:gd name="connsiteY14" fmla="*/ 3245074 h 3245074"/>
                <a:gd name="connsiteX15" fmla="*/ 2522953 w 3686987"/>
                <a:gd name="connsiteY15" fmla="*/ 3245074 h 3245074"/>
                <a:gd name="connsiteX16" fmla="*/ 1959370 w 3686987"/>
                <a:gd name="connsiteY16" fmla="*/ 3245074 h 3245074"/>
                <a:gd name="connsiteX17" fmla="*/ 1469528 w 3686987"/>
                <a:gd name="connsiteY17" fmla="*/ 3245074 h 3245074"/>
                <a:gd name="connsiteX18" fmla="*/ 979685 w 3686987"/>
                <a:gd name="connsiteY18" fmla="*/ 3245074 h 3245074"/>
                <a:gd name="connsiteX19" fmla="*/ 0 w 3686987"/>
                <a:gd name="connsiteY19" fmla="*/ 3245074 h 3245074"/>
                <a:gd name="connsiteX20" fmla="*/ 0 w 3686987"/>
                <a:gd name="connsiteY20" fmla="*/ 2639327 h 3245074"/>
                <a:gd name="connsiteX21" fmla="*/ 0 w 3686987"/>
                <a:gd name="connsiteY21" fmla="*/ 2130932 h 3245074"/>
                <a:gd name="connsiteX22" fmla="*/ 0 w 3686987"/>
                <a:gd name="connsiteY22" fmla="*/ 1525185 h 3245074"/>
                <a:gd name="connsiteX23" fmla="*/ 0 w 3686987"/>
                <a:gd name="connsiteY23" fmla="*/ 1016790 h 3245074"/>
                <a:gd name="connsiteX24" fmla="*/ 0 w 3686987"/>
                <a:gd name="connsiteY24" fmla="*/ 540846 h 3245074"/>
                <a:gd name="connsiteX25" fmla="*/ 0 w 3686987"/>
                <a:gd name="connsiteY25" fmla="*/ 0 h 3245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686987" h="3245074" fill="none" stroke="1" extrusionOk="0">
                  <a:moveTo>
                    <a:pt x="0" y="0"/>
                  </a:moveTo>
                  <a:cubicBezTo>
                    <a:pt x="112289" y="-20948"/>
                    <a:pt x="364223" y="57965"/>
                    <a:pt x="526712" y="0"/>
                  </a:cubicBezTo>
                  <a:cubicBezTo>
                    <a:pt x="689201" y="-57965"/>
                    <a:pt x="841604" y="15917"/>
                    <a:pt x="942815" y="0"/>
                  </a:cubicBezTo>
                  <a:cubicBezTo>
                    <a:pt x="1044026" y="-15917"/>
                    <a:pt x="1402346" y="18993"/>
                    <a:pt x="1543267" y="0"/>
                  </a:cubicBezTo>
                  <a:cubicBezTo>
                    <a:pt x="1684188" y="-18993"/>
                    <a:pt x="1773745" y="12259"/>
                    <a:pt x="1959370" y="0"/>
                  </a:cubicBezTo>
                  <a:cubicBezTo>
                    <a:pt x="2144995" y="-12259"/>
                    <a:pt x="2292178" y="50293"/>
                    <a:pt x="2449213" y="0"/>
                  </a:cubicBezTo>
                  <a:cubicBezTo>
                    <a:pt x="2606248" y="-50293"/>
                    <a:pt x="2860442" y="29996"/>
                    <a:pt x="2975925" y="0"/>
                  </a:cubicBezTo>
                  <a:cubicBezTo>
                    <a:pt x="3091408" y="-29996"/>
                    <a:pt x="3441445" y="1779"/>
                    <a:pt x="3686987" y="0"/>
                  </a:cubicBezTo>
                  <a:cubicBezTo>
                    <a:pt x="3728225" y="209158"/>
                    <a:pt x="3677660" y="267845"/>
                    <a:pt x="3686987" y="508395"/>
                  </a:cubicBezTo>
                  <a:cubicBezTo>
                    <a:pt x="3696314" y="748945"/>
                    <a:pt x="3659638" y="807628"/>
                    <a:pt x="3686987" y="1081691"/>
                  </a:cubicBezTo>
                  <a:cubicBezTo>
                    <a:pt x="3714336" y="1355754"/>
                    <a:pt x="3656689" y="1412557"/>
                    <a:pt x="3686987" y="1654988"/>
                  </a:cubicBezTo>
                  <a:cubicBezTo>
                    <a:pt x="3717285" y="1897419"/>
                    <a:pt x="3660942" y="1959352"/>
                    <a:pt x="3686987" y="2130932"/>
                  </a:cubicBezTo>
                  <a:cubicBezTo>
                    <a:pt x="3713032" y="2302512"/>
                    <a:pt x="3669954" y="2484500"/>
                    <a:pt x="3686987" y="2606876"/>
                  </a:cubicBezTo>
                  <a:cubicBezTo>
                    <a:pt x="3704020" y="2729252"/>
                    <a:pt x="3615112" y="2931980"/>
                    <a:pt x="3686987" y="3245074"/>
                  </a:cubicBezTo>
                  <a:cubicBezTo>
                    <a:pt x="3491393" y="3248972"/>
                    <a:pt x="3293233" y="3223662"/>
                    <a:pt x="3123405" y="3245074"/>
                  </a:cubicBezTo>
                  <a:cubicBezTo>
                    <a:pt x="2953577" y="3266486"/>
                    <a:pt x="2732213" y="3185894"/>
                    <a:pt x="2522953" y="3245074"/>
                  </a:cubicBezTo>
                  <a:cubicBezTo>
                    <a:pt x="2313693" y="3304254"/>
                    <a:pt x="2107251" y="3238350"/>
                    <a:pt x="1959370" y="3245074"/>
                  </a:cubicBezTo>
                  <a:cubicBezTo>
                    <a:pt x="1811489" y="3251798"/>
                    <a:pt x="1639457" y="3241086"/>
                    <a:pt x="1469528" y="3245074"/>
                  </a:cubicBezTo>
                  <a:cubicBezTo>
                    <a:pt x="1299599" y="3249062"/>
                    <a:pt x="1186331" y="3214868"/>
                    <a:pt x="979685" y="3245074"/>
                  </a:cubicBezTo>
                  <a:cubicBezTo>
                    <a:pt x="773039" y="3275280"/>
                    <a:pt x="440271" y="3196392"/>
                    <a:pt x="0" y="3245074"/>
                  </a:cubicBezTo>
                  <a:cubicBezTo>
                    <a:pt x="-11265" y="3074145"/>
                    <a:pt x="42452" y="2936612"/>
                    <a:pt x="0" y="2639327"/>
                  </a:cubicBezTo>
                  <a:cubicBezTo>
                    <a:pt x="-42452" y="2342042"/>
                    <a:pt x="17728" y="2380662"/>
                    <a:pt x="0" y="2130932"/>
                  </a:cubicBezTo>
                  <a:cubicBezTo>
                    <a:pt x="-17728" y="1881202"/>
                    <a:pt x="52833" y="1763900"/>
                    <a:pt x="0" y="1525185"/>
                  </a:cubicBezTo>
                  <a:cubicBezTo>
                    <a:pt x="-52833" y="1286470"/>
                    <a:pt x="39848" y="1182473"/>
                    <a:pt x="0" y="1016790"/>
                  </a:cubicBezTo>
                  <a:cubicBezTo>
                    <a:pt x="-39848" y="851108"/>
                    <a:pt x="16929" y="697112"/>
                    <a:pt x="0" y="540846"/>
                  </a:cubicBezTo>
                  <a:cubicBezTo>
                    <a:pt x="-16929" y="384580"/>
                    <a:pt x="3359" y="186462"/>
                    <a:pt x="0" y="0"/>
                  </a:cubicBezTo>
                  <a:close/>
                </a:path>
                <a:path w="3686987" h="3245074" fill="norm" stroke="0" extrusionOk="0">
                  <a:moveTo>
                    <a:pt x="0" y="0"/>
                  </a:moveTo>
                  <a:cubicBezTo>
                    <a:pt x="152296" y="-692"/>
                    <a:pt x="332954" y="5869"/>
                    <a:pt x="489843" y="0"/>
                  </a:cubicBezTo>
                  <a:cubicBezTo>
                    <a:pt x="646732" y="-5869"/>
                    <a:pt x="767879" y="20724"/>
                    <a:pt x="1016555" y="0"/>
                  </a:cubicBezTo>
                  <a:cubicBezTo>
                    <a:pt x="1265231" y="-20724"/>
                    <a:pt x="1287666" y="28693"/>
                    <a:pt x="1543267" y="0"/>
                  </a:cubicBezTo>
                  <a:cubicBezTo>
                    <a:pt x="1798868" y="-28693"/>
                    <a:pt x="1793946" y="1083"/>
                    <a:pt x="1959370" y="0"/>
                  </a:cubicBezTo>
                  <a:cubicBezTo>
                    <a:pt x="2124794" y="-1083"/>
                    <a:pt x="2228765" y="57811"/>
                    <a:pt x="2486083" y="0"/>
                  </a:cubicBezTo>
                  <a:cubicBezTo>
                    <a:pt x="2743401" y="-57811"/>
                    <a:pt x="2959520" y="69337"/>
                    <a:pt x="3086535" y="0"/>
                  </a:cubicBezTo>
                  <a:cubicBezTo>
                    <a:pt x="3213550" y="-69337"/>
                    <a:pt x="3551423" y="71545"/>
                    <a:pt x="3686987" y="0"/>
                  </a:cubicBezTo>
                  <a:cubicBezTo>
                    <a:pt x="3727921" y="222702"/>
                    <a:pt x="3625191" y="374379"/>
                    <a:pt x="3686987" y="540846"/>
                  </a:cubicBezTo>
                  <a:cubicBezTo>
                    <a:pt x="3748783" y="707313"/>
                    <a:pt x="3623747" y="873030"/>
                    <a:pt x="3686987" y="1081691"/>
                  </a:cubicBezTo>
                  <a:cubicBezTo>
                    <a:pt x="3750227" y="1290352"/>
                    <a:pt x="3626145" y="1477654"/>
                    <a:pt x="3686987" y="1622537"/>
                  </a:cubicBezTo>
                  <a:cubicBezTo>
                    <a:pt x="3747829" y="1767420"/>
                    <a:pt x="3655329" y="1856251"/>
                    <a:pt x="3686987" y="2066030"/>
                  </a:cubicBezTo>
                  <a:cubicBezTo>
                    <a:pt x="3718645" y="2275809"/>
                    <a:pt x="3652712" y="2334581"/>
                    <a:pt x="3686987" y="2509524"/>
                  </a:cubicBezTo>
                  <a:cubicBezTo>
                    <a:pt x="3721262" y="2684467"/>
                    <a:pt x="3619816" y="3010479"/>
                    <a:pt x="3686987" y="3245074"/>
                  </a:cubicBezTo>
                  <a:cubicBezTo>
                    <a:pt x="3478083" y="3260693"/>
                    <a:pt x="3433854" y="3208946"/>
                    <a:pt x="3197144" y="3245074"/>
                  </a:cubicBezTo>
                  <a:cubicBezTo>
                    <a:pt x="2960434" y="3281202"/>
                    <a:pt x="2863949" y="3204155"/>
                    <a:pt x="2744172" y="3245074"/>
                  </a:cubicBezTo>
                  <a:cubicBezTo>
                    <a:pt x="2624395" y="3285993"/>
                    <a:pt x="2441092" y="3211358"/>
                    <a:pt x="2217459" y="3245074"/>
                  </a:cubicBezTo>
                  <a:cubicBezTo>
                    <a:pt x="1993826" y="3278790"/>
                    <a:pt x="1841652" y="3185429"/>
                    <a:pt x="1690747" y="3245074"/>
                  </a:cubicBezTo>
                  <a:cubicBezTo>
                    <a:pt x="1539842" y="3304719"/>
                    <a:pt x="1326239" y="3226890"/>
                    <a:pt x="1164034" y="3245074"/>
                  </a:cubicBezTo>
                  <a:cubicBezTo>
                    <a:pt x="1001829" y="3263258"/>
                    <a:pt x="728958" y="3202856"/>
                    <a:pt x="600452" y="3245074"/>
                  </a:cubicBezTo>
                  <a:cubicBezTo>
                    <a:pt x="471946" y="3287292"/>
                    <a:pt x="294398" y="3183399"/>
                    <a:pt x="0" y="3245074"/>
                  </a:cubicBezTo>
                  <a:cubicBezTo>
                    <a:pt x="-40914" y="3101094"/>
                    <a:pt x="5051" y="2934101"/>
                    <a:pt x="0" y="2769130"/>
                  </a:cubicBezTo>
                  <a:cubicBezTo>
                    <a:pt x="-5051" y="2604159"/>
                    <a:pt x="54787" y="2501544"/>
                    <a:pt x="0" y="2260735"/>
                  </a:cubicBezTo>
                  <a:cubicBezTo>
                    <a:pt x="-54787" y="2019927"/>
                    <a:pt x="8978" y="1892466"/>
                    <a:pt x="0" y="1784791"/>
                  </a:cubicBezTo>
                  <a:cubicBezTo>
                    <a:pt x="-8978" y="1677116"/>
                    <a:pt x="22968" y="1437635"/>
                    <a:pt x="0" y="1211494"/>
                  </a:cubicBezTo>
                  <a:cubicBezTo>
                    <a:pt x="-22968" y="985353"/>
                    <a:pt x="22742" y="801348"/>
                    <a:pt x="0" y="670649"/>
                  </a:cubicBezTo>
                  <a:cubicBezTo>
                    <a:pt x="-22742" y="539951"/>
                    <a:pt x="6052" y="175702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pPr>
                <a:defRPr/>
              </a:pPr>
              <a:r>
                <a:rPr lang="it-IT" sz="1400" b="1">
                  <a:solidFill>
                    <a:schemeClr val="bg1"/>
                  </a:solidFill>
                </a:rPr>
                <a:t>Allergeni</a:t>
              </a:r>
              <a:endParaRPr/>
            </a:p>
          </p:txBody>
        </p:sp>
        <p:graphicFrame>
          <p:nvGraphicFramePr>
            <p:cNvPr id="19401806" name="Diagramma 67"/>
            <p:cNvGraphicFramePr>
              <a:graphicFrameLocks xmlns:a="http://schemas.openxmlformats.org/drawingml/2006/main"/>
            </p:cNvGraphicFramePr>
            <p:nvPr/>
          </p:nvGraphicFramePr>
          <p:xfrm rot="0">
            <a:off x="215413" y="552707"/>
            <a:ext cx="3088718" cy="2619297"/>
            <a:chOff x="0" y="0"/>
            <a:chExt cx="3088718" cy="261929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1" r:lo="rId13" r:qs="rId14" r:cs="rId12"/>
            </a:graphicData>
          </a:graphic>
        </p:graphicFrame>
        <p:sp>
          <p:nvSpPr>
            <p:cNvPr id="844095886" name="Rettangolo 77"/>
            <p:cNvSpPr/>
            <p:nvPr/>
          </p:nvSpPr>
          <p:spPr bwMode="auto">
            <a:xfrm rot="5400000">
              <a:off x="1751130" y="1386646"/>
              <a:ext cx="184725" cy="3408925"/>
            </a:xfrm>
            <a:prstGeom prst="rect">
              <a:avLst/>
            </a:prstGeom>
            <a:solidFill>
              <a:srgbClr val="FBE5D6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1287743028" name="Rettangolo 78"/>
            <p:cNvSpPr/>
            <p:nvPr/>
          </p:nvSpPr>
          <p:spPr bwMode="auto">
            <a:xfrm rot="5400000">
              <a:off x="1751130" y="-1338260"/>
              <a:ext cx="184725" cy="3408925"/>
            </a:xfrm>
            <a:prstGeom prst="rect">
              <a:avLst/>
            </a:prstGeom>
            <a:solidFill>
              <a:srgbClr val="FBE5D6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1264518370" name="Triangolo isoscele 80"/>
            <p:cNvSpPr/>
            <p:nvPr/>
          </p:nvSpPr>
          <p:spPr bwMode="auto">
            <a:xfrm>
              <a:off x="1750772" y="324185"/>
              <a:ext cx="145708" cy="84030"/>
            </a:xfrm>
            <a:prstGeom prst="triangle">
              <a:avLst>
                <a:gd name="adj" fmla="val 50000"/>
              </a:avLst>
            </a:prstGeom>
            <a:solidFill>
              <a:srgbClr val="843C0C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1191584704" name="Triangolo isoscele 81"/>
            <p:cNvSpPr/>
            <p:nvPr/>
          </p:nvSpPr>
          <p:spPr bwMode="auto">
            <a:xfrm rot="10800000">
              <a:off x="1750774" y="3052942"/>
              <a:ext cx="145708" cy="84030"/>
            </a:xfrm>
            <a:prstGeom prst="triangle">
              <a:avLst>
                <a:gd name="adj" fmla="val 50000"/>
              </a:avLst>
            </a:prstGeom>
            <a:solidFill>
              <a:srgbClr val="843C0C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</p:grpSp>
      <p:cxnSp>
        <p:nvCxnSpPr>
          <p:cNvPr id="2082344596" name="Connettore diritto 4"/>
          <p:cNvCxnSpPr/>
          <p:nvPr/>
        </p:nvCxnSpPr>
        <p:spPr bwMode="auto">
          <a:xfrm>
            <a:off x="0" y="939799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56379294" name="CasellaDiTesto 24"/>
          <p:cNvSpPr txBox="1"/>
          <p:nvPr/>
        </p:nvSpPr>
        <p:spPr bwMode="auto">
          <a:xfrm>
            <a:off x="5185746" y="1459737"/>
            <a:ext cx="1728268" cy="4575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400" b="1">
                <a:solidFill>
                  <a:schemeClr val="accent2"/>
                </a:solidFill>
                <a:latin typeface="Carlito"/>
                <a:ea typeface="Carlito"/>
                <a:cs typeface="Carlito"/>
              </a:rPr>
              <a:t>Il mio piatto</a:t>
            </a:r>
            <a:endParaRPr>
              <a:latin typeface="Carlito"/>
              <a:cs typeface="Carlito"/>
            </a:endParaRPr>
          </a:p>
        </p:txBody>
      </p:sp>
      <p:sp>
        <p:nvSpPr>
          <p:cNvPr id="546412859" name="CasellaDiTesto 25"/>
          <p:cNvSpPr txBox="1"/>
          <p:nvPr/>
        </p:nvSpPr>
        <p:spPr bwMode="auto">
          <a:xfrm>
            <a:off x="4630892" y="1113459"/>
            <a:ext cx="2895032" cy="5185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800" b="1">
                <a:solidFill>
                  <a:schemeClr val="accent2">
                    <a:lumMod val="50000"/>
                  </a:schemeClr>
                </a:solidFill>
                <a:latin typeface="Carlito"/>
                <a:ea typeface="Carlito"/>
                <a:cs typeface="Carlito"/>
              </a:rPr>
              <a:t>Aggiungi un piatto</a:t>
            </a:r>
            <a:endParaRPr>
              <a:latin typeface="Carlito"/>
              <a:cs typeface="Carlito"/>
            </a:endParaRPr>
          </a:p>
        </p:txBody>
      </p:sp>
      <p:cxnSp>
        <p:nvCxnSpPr>
          <p:cNvPr id="1945029664" name="Connettore diritto 4"/>
          <p:cNvCxnSpPr/>
          <p:nvPr/>
        </p:nvCxnSpPr>
        <p:spPr bwMode="auto">
          <a:xfrm>
            <a:off x="0" y="2201907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1759367508" name="Gruppo 143"/>
          <p:cNvGrpSpPr/>
          <p:nvPr/>
        </p:nvGrpSpPr>
        <p:grpSpPr bwMode="auto">
          <a:xfrm>
            <a:off x="482952" y="1326999"/>
            <a:ext cx="960555" cy="305159"/>
            <a:chOff x="0" y="0"/>
            <a:chExt cx="960555" cy="305159"/>
          </a:xfrm>
        </p:grpSpPr>
        <p:sp>
          <p:nvSpPr>
            <p:cNvPr id="49757477" name="Rettangolo 123"/>
            <p:cNvSpPr/>
            <p:nvPr/>
          </p:nvSpPr>
          <p:spPr bwMode="auto">
            <a:xfrm>
              <a:off x="0" y="0"/>
              <a:ext cx="960555" cy="30515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r">
                <a:defRPr/>
              </a:pPr>
              <a:r>
                <a:rPr lang="it-IT" sz="1400">
                  <a:solidFill>
                    <a:schemeClr val="accent1"/>
                  </a:solidFill>
                </a:rPr>
                <a:t>Indietro</a:t>
              </a:r>
              <a:endParaRPr/>
            </a:p>
          </p:txBody>
        </p:sp>
        <p:pic>
          <p:nvPicPr>
            <p:cNvPr id="650008355" name="Elemento grafico 141" descr="Accento circonflesso verso sinistra con riempimento a tinta unita"/>
            <p:cNvPicPr>
              <a:picLocks noChangeAspect="1"/>
            </p:cNvPicPr>
            <p:nvPr/>
          </p:nvPicPr>
          <p:blipFill rotWithShape="1">
            <a:blip r:embed="rId15"/>
            <a:stretch/>
          </p:blipFill>
          <p:spPr bwMode="auto">
            <a:xfrm>
              <a:off x="55584" y="45719"/>
              <a:ext cx="228315" cy="228315"/>
            </a:xfrm>
            <a:prstGeom prst="rect">
              <a:avLst/>
            </a:prstGeom>
          </p:spPr>
        </p:pic>
      </p:grpSp>
      <p:pic>
        <p:nvPicPr>
          <p:cNvPr id="1103507901" name="Elemento grafico 141" descr="Accento circonflesso verso sinistra con riempimento a tinta unita"/>
          <p:cNvPicPr>
            <a:picLocks noChangeAspect="1"/>
          </p:cNvPicPr>
          <p:nvPr/>
        </p:nvPicPr>
        <p:blipFill rotWithShape="1">
          <a:blip r:embed="rId15"/>
          <a:stretch/>
        </p:blipFill>
        <p:spPr bwMode="auto">
          <a:xfrm rot="0" flipH="0" flipV="0">
            <a:off x="709979" y="7357953"/>
            <a:ext cx="228315" cy="228315"/>
          </a:xfrm>
          <a:prstGeom prst="rect">
            <a:avLst/>
          </a:prstGeom>
        </p:spPr>
      </p:pic>
      <p:sp modelId="{A04F6C91-AEBF-4847-980F-C23A5906DCBB}">
        <p:nvSpPr>
          <p:cNvPr id="1381998112" name=""/>
          <p:cNvSpPr/>
          <p:nvPr/>
        </p:nvSpPr>
        <p:spPr bwMode="auto">
          <a:xfrm flipH="0" flipV="0">
            <a:off x="621666" y="5491187"/>
            <a:ext cx="3448932" cy="257113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accent2">
                <a:shade val="80000"/>
                <a:hueOff val="0"/>
                <a:satOff val="0"/>
                <a:lumOff val="0"/>
                <a:alphaOff val="0"/>
              </a:schemeClr>
            </a:solidFill>
            <a:prstDash val="solid"/>
            <a:miter lim="800000"/>
          </a:ln>
          <a:effectLst/>
        </p:spPr>
        <p:style>
          <a:lnRef idx="2">
            <a:srgbClr val="000000"/>
          </a:lnRef>
          <a:fillRef idx="1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spcFirstLastPara="0" vert="horz" wrap="square" lIns="45720" tIns="45720" rIns="45720" bIns="45720" numCol="1" spcCol="1268" anchor="ctr" anchorCtr="0">
            <a:noAutofit/>
          </a:bodyPr>
          <a:lstStyle/>
          <a:p>
            <a:pPr marL="0" lvl="0" indent="0" algn="l" defTabSz="53339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1200" b="1">
                <a:solidFill>
                  <a:schemeClr val="accent2">
                    <a:lumMod val="50000"/>
                  </a:schemeClr>
                </a:solidFill>
              </a:rPr>
              <a:t>    Bevanda</a:t>
            </a:r>
            <a:endParaRPr/>
          </a:p>
        </p:txBody>
      </p:sp>
      <p:pic>
        <p:nvPicPr>
          <p:cNvPr id="763869012" name="Elemento grafico 8" descr="Accento circonflesso verso il basso con riempimento a tinta unita"/>
          <p:cNvPicPr>
            <a:picLocks noChangeAspect="1"/>
          </p:cNvPicPr>
          <p:nvPr/>
        </p:nvPicPr>
        <p:blipFill rotWithShape="1">
          <a:blip r:embed="rId16"/>
          <a:stretch/>
        </p:blipFill>
        <p:spPr bwMode="auto">
          <a:xfrm>
            <a:off x="3775862" y="5495965"/>
            <a:ext cx="252335" cy="252335"/>
          </a:xfrm>
          <a:prstGeom prst="rect">
            <a:avLst/>
          </a:prstGeom>
        </p:spPr>
      </p:pic>
      <p:sp>
        <p:nvSpPr>
          <p:cNvPr id="72073039" name=""/>
          <p:cNvSpPr/>
          <p:nvPr/>
        </p:nvSpPr>
        <p:spPr bwMode="auto">
          <a:xfrm rot="0" flipH="0" flipV="0">
            <a:off x="0" y="0"/>
            <a:ext cx="12196690" cy="6854264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591696849" name=""/>
          <p:cNvSpPr/>
          <p:nvPr/>
        </p:nvSpPr>
        <p:spPr bwMode="auto">
          <a:xfrm rot="0" flipH="0" flipV="0">
            <a:off x="4221600" y="2325220"/>
            <a:ext cx="3586119" cy="18863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836684220" name="CasellaDiTesto 24"/>
          <p:cNvSpPr txBox="1"/>
          <p:nvPr/>
        </p:nvSpPr>
        <p:spPr bwMode="auto">
          <a:xfrm>
            <a:off x="4503145" y="2732725"/>
            <a:ext cx="2915943" cy="640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1800" b="1">
                <a:solidFill>
                  <a:schemeClr val="accent2"/>
                </a:solidFill>
                <a:latin typeface="Carlito"/>
                <a:ea typeface="Carlito"/>
                <a:cs typeface="Carlito"/>
              </a:rPr>
              <a:t>Spaghetti alla carbonara</a:t>
            </a:r>
            <a:endParaRPr sz="1800" b="1">
              <a:solidFill>
                <a:schemeClr val="accent2"/>
              </a:solidFill>
              <a:latin typeface="Carlito"/>
              <a:ea typeface="Carlito"/>
              <a:cs typeface="Carlito"/>
            </a:endParaRPr>
          </a:p>
          <a:p>
            <a:pPr>
              <a:defRPr/>
            </a:pPr>
            <a:r>
              <a:rPr lang="it-IT" sz="1800" b="1">
                <a:solidFill>
                  <a:schemeClr val="accent2"/>
                </a:solidFill>
                <a:latin typeface="Carlito"/>
                <a:ea typeface="Carlito"/>
                <a:cs typeface="Carlito"/>
              </a:rPr>
              <a:t>è stato aggiunto al tuo menù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948457250" name="CasellaDiTesto 25"/>
          <p:cNvSpPr txBox="1"/>
          <p:nvPr/>
        </p:nvSpPr>
        <p:spPr bwMode="auto">
          <a:xfrm>
            <a:off x="4503145" y="2386447"/>
            <a:ext cx="2216826" cy="5185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800" b="1">
                <a:solidFill>
                  <a:schemeClr val="accent2">
                    <a:lumMod val="50000"/>
                  </a:schemeClr>
                </a:solidFill>
                <a:latin typeface="Carlito"/>
                <a:ea typeface="Carlito"/>
                <a:cs typeface="Carlito"/>
              </a:rPr>
              <a:t>Piatto salvato</a:t>
            </a:r>
            <a:endParaRPr>
              <a:latin typeface="Carlito"/>
              <a:cs typeface="Carlito"/>
            </a:endParaRPr>
          </a:p>
        </p:txBody>
      </p:sp>
      <p:sp>
        <p:nvSpPr>
          <p:cNvPr id="815612624" name="Rettangolo 79"/>
          <p:cNvSpPr/>
          <p:nvPr/>
        </p:nvSpPr>
        <p:spPr bwMode="auto">
          <a:xfrm rot="0" flipH="0" flipV="0">
            <a:off x="5431443" y="3613087"/>
            <a:ext cx="1097658" cy="3661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defRPr/>
            </a:pPr>
            <a:r>
              <a:rPr lang="it-IT" b="1"/>
              <a:t>Continua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912253922" name="Connettore diritto 4"/>
          <p:cNvCxnSpPr/>
          <p:nvPr/>
        </p:nvCxnSpPr>
        <p:spPr bwMode="auto">
          <a:xfrm>
            <a:off x="0" y="939799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211661345" name="CasellaDiTesto 13"/>
          <p:cNvSpPr txBox="1"/>
          <p:nvPr/>
        </p:nvSpPr>
        <p:spPr bwMode="auto">
          <a:xfrm>
            <a:off x="534613" y="137259"/>
            <a:ext cx="3364285" cy="584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it-IT" sz="3200" spc="599">
                <a:solidFill>
                  <a:schemeClr val="accent2"/>
                </a:solidFill>
                <a:latin typeface="Aharoni"/>
                <a:cs typeface="Aharoni"/>
              </a:rPr>
              <a:t>PickyEaters</a:t>
            </a:r>
            <a:endParaRPr lang="it-IT" spc="599">
              <a:solidFill>
                <a:schemeClr val="accent2"/>
              </a:solidFill>
              <a:latin typeface="Aharoni"/>
              <a:cs typeface="Aharoni"/>
            </a:endParaRPr>
          </a:p>
        </p:txBody>
      </p:sp>
      <p:pic>
        <p:nvPicPr>
          <p:cNvPr id="639286550" name="Elemento grafico 20" descr="Cursore con riempimento a tinta unita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1">
            <a:off x="0" y="136738"/>
            <a:ext cx="584775" cy="584775"/>
          </a:xfrm>
          <a:prstGeom prst="rect">
            <a:avLst/>
          </a:prstGeom>
        </p:spPr>
      </p:pic>
      <p:grpSp>
        <p:nvGrpSpPr>
          <p:cNvPr id="665970126" name="Gruppo 21"/>
          <p:cNvGrpSpPr/>
          <p:nvPr/>
        </p:nvGrpSpPr>
        <p:grpSpPr bwMode="auto">
          <a:xfrm>
            <a:off x="311159" y="2554088"/>
            <a:ext cx="4032128" cy="713016"/>
            <a:chOff x="311159" y="2091709"/>
            <a:chExt cx="4032128" cy="713016"/>
          </a:xfrm>
        </p:grpSpPr>
        <p:sp>
          <p:nvSpPr>
            <p:cNvPr id="1249221398" name="CasellaDiTesto 22"/>
            <p:cNvSpPr txBox="1"/>
            <p:nvPr/>
          </p:nvSpPr>
          <p:spPr bwMode="auto">
            <a:xfrm>
              <a:off x="311159" y="2422044"/>
              <a:ext cx="4032128" cy="338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it-IT" sz="1600" b="1">
                  <a:solidFill>
                    <a:schemeClr val="bg1"/>
                  </a:solidFill>
                </a:rPr>
                <a:t>A che categoria appartiene il piatto?</a:t>
              </a:r>
              <a:endParaRPr/>
            </a:p>
          </p:txBody>
        </p:sp>
        <p:sp>
          <p:nvSpPr>
            <p:cNvPr id="1417697490" name="CasellaDiTesto 41"/>
            <p:cNvSpPr txBox="1"/>
            <p:nvPr/>
          </p:nvSpPr>
          <p:spPr bwMode="auto">
            <a:xfrm>
              <a:off x="542646" y="2091709"/>
              <a:ext cx="3678952" cy="713016"/>
            </a:xfrm>
            <a:custGeom>
              <a:avLst/>
              <a:gdLst>
                <a:gd name="connsiteX0" fmla="*/ 0 w 3678954"/>
                <a:gd name="connsiteY0" fmla="*/ 0 h 713016"/>
                <a:gd name="connsiteX1" fmla="*/ 525565 w 3678954"/>
                <a:gd name="connsiteY1" fmla="*/ 0 h 713016"/>
                <a:gd name="connsiteX2" fmla="*/ 1087919 w 3678954"/>
                <a:gd name="connsiteY2" fmla="*/ 0 h 713016"/>
                <a:gd name="connsiteX3" fmla="*/ 1576695 w 3678954"/>
                <a:gd name="connsiteY3" fmla="*/ 0 h 713016"/>
                <a:gd name="connsiteX4" fmla="*/ 2102259 w 3678954"/>
                <a:gd name="connsiteY4" fmla="*/ 0 h 713016"/>
                <a:gd name="connsiteX5" fmla="*/ 2627824 w 3678954"/>
                <a:gd name="connsiteY5" fmla="*/ 0 h 713016"/>
                <a:gd name="connsiteX6" fmla="*/ 3116600 w 3678954"/>
                <a:gd name="connsiteY6" fmla="*/ 0 h 713016"/>
                <a:gd name="connsiteX7" fmla="*/ 3678954 w 3678954"/>
                <a:gd name="connsiteY7" fmla="*/ 0 h 713016"/>
                <a:gd name="connsiteX8" fmla="*/ 3678954 w 3678954"/>
                <a:gd name="connsiteY8" fmla="*/ 363638 h 713016"/>
                <a:gd name="connsiteX9" fmla="*/ 3678954 w 3678954"/>
                <a:gd name="connsiteY9" fmla="*/ 713016 h 713016"/>
                <a:gd name="connsiteX10" fmla="*/ 3226968 w 3678954"/>
                <a:gd name="connsiteY10" fmla="*/ 713016 h 713016"/>
                <a:gd name="connsiteX11" fmla="*/ 2664614 w 3678954"/>
                <a:gd name="connsiteY11" fmla="*/ 713016 h 713016"/>
                <a:gd name="connsiteX12" fmla="*/ 2212628 w 3678954"/>
                <a:gd name="connsiteY12" fmla="*/ 713016 h 713016"/>
                <a:gd name="connsiteX13" fmla="*/ 1760642 w 3678954"/>
                <a:gd name="connsiteY13" fmla="*/ 713016 h 713016"/>
                <a:gd name="connsiteX14" fmla="*/ 1198288 w 3678954"/>
                <a:gd name="connsiteY14" fmla="*/ 713016 h 713016"/>
                <a:gd name="connsiteX15" fmla="*/ 709513 w 3678954"/>
                <a:gd name="connsiteY15" fmla="*/ 713016 h 713016"/>
                <a:gd name="connsiteX16" fmla="*/ 0 w 3678954"/>
                <a:gd name="connsiteY16" fmla="*/ 713016 h 713016"/>
                <a:gd name="connsiteX17" fmla="*/ 0 w 3678954"/>
                <a:gd name="connsiteY17" fmla="*/ 370768 h 713016"/>
                <a:gd name="connsiteX18" fmla="*/ 0 w 3678954"/>
                <a:gd name="connsiteY18" fmla="*/ 0 h 713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678954" h="713016" fill="none" stroke="1" extrusionOk="0">
                  <a:moveTo>
                    <a:pt x="0" y="0"/>
                  </a:moveTo>
                  <a:cubicBezTo>
                    <a:pt x="106438" y="-4997"/>
                    <a:pt x="290281" y="12720"/>
                    <a:pt x="525565" y="0"/>
                  </a:cubicBezTo>
                  <a:cubicBezTo>
                    <a:pt x="760849" y="-12720"/>
                    <a:pt x="944033" y="41878"/>
                    <a:pt x="1087919" y="0"/>
                  </a:cubicBezTo>
                  <a:cubicBezTo>
                    <a:pt x="1231805" y="-41878"/>
                    <a:pt x="1434944" y="36466"/>
                    <a:pt x="1576695" y="0"/>
                  </a:cubicBezTo>
                  <a:cubicBezTo>
                    <a:pt x="1718446" y="-36466"/>
                    <a:pt x="1870168" y="52935"/>
                    <a:pt x="2102259" y="0"/>
                  </a:cubicBezTo>
                  <a:cubicBezTo>
                    <a:pt x="2334350" y="-52935"/>
                    <a:pt x="2498891" y="34467"/>
                    <a:pt x="2627824" y="0"/>
                  </a:cubicBezTo>
                  <a:cubicBezTo>
                    <a:pt x="2756758" y="-34467"/>
                    <a:pt x="2986951" y="19835"/>
                    <a:pt x="3116600" y="0"/>
                  </a:cubicBezTo>
                  <a:cubicBezTo>
                    <a:pt x="3246249" y="-19835"/>
                    <a:pt x="3495103" y="18411"/>
                    <a:pt x="3678954" y="0"/>
                  </a:cubicBezTo>
                  <a:cubicBezTo>
                    <a:pt x="3696401" y="97946"/>
                    <a:pt x="3659628" y="230606"/>
                    <a:pt x="3678954" y="363638"/>
                  </a:cubicBezTo>
                  <a:cubicBezTo>
                    <a:pt x="3698280" y="496670"/>
                    <a:pt x="3675102" y="600816"/>
                    <a:pt x="3678954" y="713016"/>
                  </a:cubicBezTo>
                  <a:cubicBezTo>
                    <a:pt x="3515749" y="735965"/>
                    <a:pt x="3388328" y="679855"/>
                    <a:pt x="3226968" y="713016"/>
                  </a:cubicBezTo>
                  <a:cubicBezTo>
                    <a:pt x="3065608" y="746177"/>
                    <a:pt x="2789577" y="686206"/>
                    <a:pt x="2664614" y="713016"/>
                  </a:cubicBezTo>
                  <a:cubicBezTo>
                    <a:pt x="2539651" y="739826"/>
                    <a:pt x="2358840" y="668039"/>
                    <a:pt x="2212628" y="713016"/>
                  </a:cubicBezTo>
                  <a:cubicBezTo>
                    <a:pt x="2066416" y="757993"/>
                    <a:pt x="1974174" y="698246"/>
                    <a:pt x="1760642" y="713016"/>
                  </a:cubicBezTo>
                  <a:cubicBezTo>
                    <a:pt x="1547110" y="727786"/>
                    <a:pt x="1332764" y="706061"/>
                    <a:pt x="1198288" y="713016"/>
                  </a:cubicBezTo>
                  <a:cubicBezTo>
                    <a:pt x="1063812" y="719971"/>
                    <a:pt x="876579" y="655965"/>
                    <a:pt x="709513" y="713016"/>
                  </a:cubicBezTo>
                  <a:cubicBezTo>
                    <a:pt x="542447" y="770067"/>
                    <a:pt x="240243" y="629967"/>
                    <a:pt x="0" y="713016"/>
                  </a:cubicBezTo>
                  <a:cubicBezTo>
                    <a:pt x="-1346" y="573898"/>
                    <a:pt x="37630" y="457402"/>
                    <a:pt x="0" y="370768"/>
                  </a:cubicBezTo>
                  <a:cubicBezTo>
                    <a:pt x="-37630" y="284134"/>
                    <a:pt x="30866" y="172819"/>
                    <a:pt x="0" y="0"/>
                  </a:cubicBezTo>
                  <a:close/>
                </a:path>
                <a:path w="3678954" h="713016" fill="norm" stroke="0" extrusionOk="0">
                  <a:moveTo>
                    <a:pt x="0" y="0"/>
                  </a:moveTo>
                  <a:cubicBezTo>
                    <a:pt x="103131" y="-9360"/>
                    <a:pt x="292001" y="40606"/>
                    <a:pt x="488775" y="0"/>
                  </a:cubicBezTo>
                  <a:cubicBezTo>
                    <a:pt x="685549" y="-40606"/>
                    <a:pt x="768138" y="39139"/>
                    <a:pt x="1014340" y="0"/>
                  </a:cubicBezTo>
                  <a:cubicBezTo>
                    <a:pt x="1260543" y="-39139"/>
                    <a:pt x="1339992" y="60992"/>
                    <a:pt x="1539905" y="0"/>
                  </a:cubicBezTo>
                  <a:cubicBezTo>
                    <a:pt x="1739819" y="-60992"/>
                    <a:pt x="1835688" y="24468"/>
                    <a:pt x="1955101" y="0"/>
                  </a:cubicBezTo>
                  <a:cubicBezTo>
                    <a:pt x="2074514" y="-24468"/>
                    <a:pt x="2338163" y="31478"/>
                    <a:pt x="2480666" y="0"/>
                  </a:cubicBezTo>
                  <a:cubicBezTo>
                    <a:pt x="2623170" y="-31478"/>
                    <a:pt x="2799086" y="44158"/>
                    <a:pt x="3079810" y="0"/>
                  </a:cubicBezTo>
                  <a:cubicBezTo>
                    <a:pt x="3360534" y="-44158"/>
                    <a:pt x="3398958" y="63391"/>
                    <a:pt x="3678954" y="0"/>
                  </a:cubicBezTo>
                  <a:cubicBezTo>
                    <a:pt x="3701422" y="153123"/>
                    <a:pt x="3649368" y="180147"/>
                    <a:pt x="3678954" y="356508"/>
                  </a:cubicBezTo>
                  <a:cubicBezTo>
                    <a:pt x="3708540" y="532869"/>
                    <a:pt x="3642430" y="618845"/>
                    <a:pt x="3678954" y="713016"/>
                  </a:cubicBezTo>
                  <a:cubicBezTo>
                    <a:pt x="3428851" y="726921"/>
                    <a:pt x="3396913" y="671597"/>
                    <a:pt x="3153389" y="713016"/>
                  </a:cubicBezTo>
                  <a:cubicBezTo>
                    <a:pt x="2909866" y="754435"/>
                    <a:pt x="2831314" y="660195"/>
                    <a:pt x="2701403" y="713016"/>
                  </a:cubicBezTo>
                  <a:cubicBezTo>
                    <a:pt x="2571492" y="765837"/>
                    <a:pt x="2345691" y="673526"/>
                    <a:pt x="2102259" y="713016"/>
                  </a:cubicBezTo>
                  <a:cubicBezTo>
                    <a:pt x="1858827" y="752506"/>
                    <a:pt x="1864375" y="692526"/>
                    <a:pt x="1650274" y="713016"/>
                  </a:cubicBezTo>
                  <a:cubicBezTo>
                    <a:pt x="1436174" y="733506"/>
                    <a:pt x="1327173" y="694293"/>
                    <a:pt x="1198288" y="713016"/>
                  </a:cubicBezTo>
                  <a:cubicBezTo>
                    <a:pt x="1069403" y="731739"/>
                    <a:pt x="878107" y="663824"/>
                    <a:pt x="746302" y="713016"/>
                  </a:cubicBezTo>
                  <a:cubicBezTo>
                    <a:pt x="614497" y="762208"/>
                    <a:pt x="232841" y="643641"/>
                    <a:pt x="0" y="713016"/>
                  </a:cubicBezTo>
                  <a:cubicBezTo>
                    <a:pt x="-27456" y="584045"/>
                    <a:pt x="861" y="498799"/>
                    <a:pt x="0" y="356508"/>
                  </a:cubicBezTo>
                  <a:cubicBezTo>
                    <a:pt x="-861" y="214217"/>
                    <a:pt x="37318" y="17639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pPr>
                <a:defRPr/>
              </a:pPr>
              <a:r>
                <a:rPr lang="it-IT" sz="1400" b="1">
                  <a:solidFill>
                    <a:schemeClr val="bg1"/>
                  </a:solidFill>
                </a:rPr>
                <a:t>Nome</a:t>
              </a:r>
              <a:endParaRPr/>
            </a:p>
          </p:txBody>
        </p:sp>
        <p:sp>
          <p:nvSpPr>
            <p:cNvPr id="2048242081" name="Rettangolo con angoli arrotondati 10"/>
            <p:cNvSpPr/>
            <p:nvPr/>
          </p:nvSpPr>
          <p:spPr bwMode="auto">
            <a:xfrm>
              <a:off x="682555" y="2377915"/>
              <a:ext cx="3269683" cy="262344"/>
            </a:xfrm>
            <a:prstGeom prst="roundRect">
              <a:avLst>
                <a:gd name="adj" fmla="val 16667"/>
              </a:avLst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defRPr/>
              </a:pPr>
              <a:r>
                <a:rPr lang="it-IT" sz="1200"/>
                <a:t>Spaghetti alla carbonara </a:t>
              </a:r>
              <a:endParaRPr/>
            </a:p>
          </p:txBody>
        </p:sp>
      </p:grpSp>
      <p:sp>
        <p:nvSpPr>
          <p:cNvPr id="640368942" name="CasellaDiTesto 74"/>
          <p:cNvSpPr txBox="1"/>
          <p:nvPr/>
        </p:nvSpPr>
        <p:spPr bwMode="auto">
          <a:xfrm>
            <a:off x="9085878" y="184209"/>
            <a:ext cx="2083026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/>
              <a:t>Ciao, </a:t>
            </a:r>
            <a:r>
              <a:rPr lang="it-IT" b="1" i="1"/>
              <a:t>Luca Gasperini</a:t>
            </a:r>
            <a:endParaRPr/>
          </a:p>
        </p:txBody>
      </p:sp>
      <p:grpSp>
        <p:nvGrpSpPr>
          <p:cNvPr id="776140786" name="Gruppo 97"/>
          <p:cNvGrpSpPr/>
          <p:nvPr/>
        </p:nvGrpSpPr>
        <p:grpSpPr bwMode="auto">
          <a:xfrm>
            <a:off x="11357834" y="221713"/>
            <a:ext cx="547191" cy="304938"/>
            <a:chOff x="11307901" y="248603"/>
            <a:chExt cx="547191" cy="304938"/>
          </a:xfrm>
        </p:grpSpPr>
        <p:sp>
          <p:nvSpPr>
            <p:cNvPr id="161063748" name="Rettangolo con angoli arrotondati 91"/>
            <p:cNvSpPr/>
            <p:nvPr/>
          </p:nvSpPr>
          <p:spPr bwMode="auto">
            <a:xfrm>
              <a:off x="11307901" y="248603"/>
              <a:ext cx="547191" cy="304938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>
                <a:defRPr/>
              </a:pPr>
              <a:endParaRPr lang="it-IT"/>
            </a:p>
          </p:txBody>
        </p:sp>
        <p:grpSp>
          <p:nvGrpSpPr>
            <p:cNvPr id="1317088380" name="Gruppo 92"/>
            <p:cNvGrpSpPr/>
            <p:nvPr/>
          </p:nvGrpSpPr>
          <p:grpSpPr bwMode="auto">
            <a:xfrm>
              <a:off x="11366458" y="287692"/>
              <a:ext cx="436966" cy="226758"/>
              <a:chOff x="11370200" y="216945"/>
              <a:chExt cx="579868" cy="303861"/>
            </a:xfrm>
            <a:solidFill>
              <a:schemeClr val="bg1"/>
            </a:solidFill>
          </p:grpSpPr>
          <p:sp>
            <p:nvSpPr>
              <p:cNvPr id="784203057" name="Elemento grafico 76" descr="Accento circonflesso verso il basso con riempimento a tinta unita"/>
              <p:cNvSpPr/>
              <p:nvPr/>
            </p:nvSpPr>
            <p:spPr bwMode="auto">
              <a:xfrm>
                <a:off x="11737449" y="333085"/>
                <a:ext cx="212619" cy="122263"/>
              </a:xfrm>
              <a:custGeom>
                <a:avLst/>
                <a:gdLst>
                  <a:gd name="connsiteX0" fmla="*/ 106321 w 212620"/>
                  <a:gd name="connsiteY0" fmla="*/ 122264 h 122264"/>
                  <a:gd name="connsiteX1" fmla="*/ 0 w 212620"/>
                  <a:gd name="connsiteY1" fmla="*/ 15966 h 122264"/>
                  <a:gd name="connsiteX2" fmla="*/ 15962 w 212620"/>
                  <a:gd name="connsiteY2" fmla="*/ 0 h 122264"/>
                  <a:gd name="connsiteX3" fmla="*/ 106321 w 212620"/>
                  <a:gd name="connsiteY3" fmla="*/ 90341 h 122264"/>
                  <a:gd name="connsiteX4" fmla="*/ 196659 w 212620"/>
                  <a:gd name="connsiteY4" fmla="*/ 4 h 122264"/>
                  <a:gd name="connsiteX5" fmla="*/ 212620 w 212620"/>
                  <a:gd name="connsiteY5" fmla="*/ 15966 h 122264"/>
                  <a:gd name="connsiteX6" fmla="*/ 106321 w 212620"/>
                  <a:gd name="connsiteY6" fmla="*/ 122264 h 1222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2620" h="122264" fill="norm" stroke="1" extrusionOk="0">
                    <a:moveTo>
                      <a:pt x="106321" y="122264"/>
                    </a:moveTo>
                    <a:lnTo>
                      <a:pt x="0" y="15966"/>
                    </a:lnTo>
                    <a:lnTo>
                      <a:pt x="15962" y="0"/>
                    </a:lnTo>
                    <a:lnTo>
                      <a:pt x="106321" y="90341"/>
                    </a:lnTo>
                    <a:lnTo>
                      <a:pt x="196659" y="4"/>
                    </a:lnTo>
                    <a:lnTo>
                      <a:pt x="212620" y="15966"/>
                    </a:lnTo>
                    <a:lnTo>
                      <a:pt x="106321" y="122264"/>
                    </a:lnTo>
                    <a:close/>
                  </a:path>
                </a:pathLst>
              </a:custGeom>
              <a:grpFill/>
              <a:ln w="36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it-IT"/>
              </a:p>
            </p:txBody>
          </p:sp>
          <p:grpSp>
            <p:nvGrpSpPr>
              <p:cNvPr id="1618462774" name="Elemento grafico 78" descr="Utente con riempimento a tinta unita"/>
              <p:cNvGrpSpPr/>
              <p:nvPr/>
            </p:nvGrpSpPr>
            <p:grpSpPr bwMode="auto">
              <a:xfrm>
                <a:off x="11370200" y="216945"/>
                <a:ext cx="285987" cy="303861"/>
                <a:chOff x="11370200" y="216945"/>
                <a:chExt cx="285987" cy="303861"/>
              </a:xfrm>
              <a:grpFill/>
            </p:grpSpPr>
            <p:sp>
              <p:nvSpPr>
                <p:cNvPr id="1976771849" name="Figura a mano libera: forma 95"/>
                <p:cNvSpPr/>
                <p:nvPr/>
              </p:nvSpPr>
              <p:spPr bwMode="auto">
                <a:xfrm>
                  <a:off x="11441696" y="216945"/>
                  <a:ext cx="142993" cy="142993"/>
                </a:xfrm>
                <a:custGeom>
                  <a:avLst/>
                  <a:gdLst>
                    <a:gd name="connsiteX0" fmla="*/ 142994 w 142994"/>
                    <a:gd name="connsiteY0" fmla="*/ 71497 h 142994"/>
                    <a:gd name="connsiteX1" fmla="*/ 71497 w 142994"/>
                    <a:gd name="connsiteY1" fmla="*/ 142994 h 142994"/>
                    <a:gd name="connsiteX2" fmla="*/ 0 w 142994"/>
                    <a:gd name="connsiteY2" fmla="*/ 71497 h 142994"/>
                    <a:gd name="connsiteX3" fmla="*/ 71497 w 142994"/>
                    <a:gd name="connsiteY3" fmla="*/ 0 h 142994"/>
                    <a:gd name="connsiteX4" fmla="*/ 142994 w 142994"/>
                    <a:gd name="connsiteY4" fmla="*/ 71497 h 142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2994" h="142994" fill="norm" stroke="1" extrusionOk="0">
                      <a:moveTo>
                        <a:pt x="142994" y="71497"/>
                      </a:moveTo>
                      <a:cubicBezTo>
                        <a:pt x="142994" y="110984"/>
                        <a:pt x="110984" y="142994"/>
                        <a:pt x="71497" y="142994"/>
                      </a:cubicBezTo>
                      <a:cubicBezTo>
                        <a:pt x="32010" y="142994"/>
                        <a:pt x="0" y="110984"/>
                        <a:pt x="0" y="71497"/>
                      </a:cubicBezTo>
                      <a:cubicBezTo>
                        <a:pt x="0" y="32010"/>
                        <a:pt x="32010" y="0"/>
                        <a:pt x="71497" y="0"/>
                      </a:cubicBezTo>
                      <a:cubicBezTo>
                        <a:pt x="110984" y="0"/>
                        <a:pt x="142994" y="32010"/>
                        <a:pt x="142994" y="71497"/>
                      </a:cubicBezTo>
                      <a:close/>
                    </a:path>
                  </a:pathLst>
                </a:custGeom>
                <a:grpFill/>
                <a:ln w="44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it-IT"/>
                </a:p>
              </p:txBody>
            </p:sp>
            <p:sp>
              <p:nvSpPr>
                <p:cNvPr id="394516578" name="Figura a mano libera: forma 96"/>
                <p:cNvSpPr/>
                <p:nvPr/>
              </p:nvSpPr>
              <p:spPr bwMode="auto">
                <a:xfrm>
                  <a:off x="11370200" y="377812"/>
                  <a:ext cx="285987" cy="142993"/>
                </a:xfrm>
                <a:custGeom>
                  <a:avLst/>
                  <a:gdLst>
                    <a:gd name="connsiteX0" fmla="*/ 285989 w 285988"/>
                    <a:gd name="connsiteY0" fmla="*/ 142994 h 142994"/>
                    <a:gd name="connsiteX1" fmla="*/ 285989 w 285988"/>
                    <a:gd name="connsiteY1" fmla="*/ 71497 h 142994"/>
                    <a:gd name="connsiteX2" fmla="*/ 271689 w 285988"/>
                    <a:gd name="connsiteY2" fmla="*/ 42898 h 142994"/>
                    <a:gd name="connsiteX3" fmla="*/ 201980 w 285988"/>
                    <a:gd name="connsiteY3" fmla="*/ 8937 h 142994"/>
                    <a:gd name="connsiteX4" fmla="*/ 142994 w 285988"/>
                    <a:gd name="connsiteY4" fmla="*/ 0 h 142994"/>
                    <a:gd name="connsiteX5" fmla="*/ 84009 w 285988"/>
                    <a:gd name="connsiteY5" fmla="*/ 8937 h 142994"/>
                    <a:gd name="connsiteX6" fmla="*/ 14299 w 285988"/>
                    <a:gd name="connsiteY6" fmla="*/ 42898 h 142994"/>
                    <a:gd name="connsiteX7" fmla="*/ 0 w 285988"/>
                    <a:gd name="connsiteY7" fmla="*/ 71497 h 142994"/>
                    <a:gd name="connsiteX8" fmla="*/ 0 w 285988"/>
                    <a:gd name="connsiteY8" fmla="*/ 142994 h 142994"/>
                    <a:gd name="connsiteX9" fmla="*/ 285989 w 285988"/>
                    <a:gd name="connsiteY9" fmla="*/ 142994 h 142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85988" h="142994" fill="norm" stroke="1" extrusionOk="0">
                      <a:moveTo>
                        <a:pt x="285989" y="142994"/>
                      </a:moveTo>
                      <a:lnTo>
                        <a:pt x="285989" y="71497"/>
                      </a:lnTo>
                      <a:cubicBezTo>
                        <a:pt x="285989" y="60773"/>
                        <a:pt x="280626" y="50048"/>
                        <a:pt x="271689" y="42898"/>
                      </a:cubicBezTo>
                      <a:cubicBezTo>
                        <a:pt x="252028" y="26811"/>
                        <a:pt x="227004" y="16087"/>
                        <a:pt x="201980" y="8937"/>
                      </a:cubicBezTo>
                      <a:cubicBezTo>
                        <a:pt x="184105" y="3575"/>
                        <a:pt x="164443" y="0"/>
                        <a:pt x="142994" y="0"/>
                      </a:cubicBezTo>
                      <a:cubicBezTo>
                        <a:pt x="123333" y="0"/>
                        <a:pt x="103671" y="3575"/>
                        <a:pt x="84009" y="8937"/>
                      </a:cubicBezTo>
                      <a:cubicBezTo>
                        <a:pt x="58985" y="16087"/>
                        <a:pt x="33961" y="28599"/>
                        <a:pt x="14299" y="42898"/>
                      </a:cubicBezTo>
                      <a:cubicBezTo>
                        <a:pt x="5362" y="50048"/>
                        <a:pt x="0" y="60773"/>
                        <a:pt x="0" y="71497"/>
                      </a:cubicBezTo>
                      <a:lnTo>
                        <a:pt x="0" y="142994"/>
                      </a:lnTo>
                      <a:lnTo>
                        <a:pt x="285989" y="142994"/>
                      </a:lnTo>
                      <a:close/>
                    </a:path>
                  </a:pathLst>
                </a:custGeom>
                <a:grpFill/>
                <a:ln w="44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it-IT"/>
                </a:p>
              </p:txBody>
            </p:sp>
          </p:grpSp>
        </p:grpSp>
      </p:grpSp>
      <p:grpSp>
        <p:nvGrpSpPr>
          <p:cNvPr id="1560592853" name="Gruppo 144"/>
          <p:cNvGrpSpPr/>
          <p:nvPr/>
        </p:nvGrpSpPr>
        <p:grpSpPr bwMode="auto">
          <a:xfrm>
            <a:off x="5306305" y="6229678"/>
            <a:ext cx="1579386" cy="369331"/>
            <a:chOff x="5278057" y="6199535"/>
            <a:chExt cx="1635882" cy="382542"/>
          </a:xfrm>
        </p:grpSpPr>
        <p:sp>
          <p:nvSpPr>
            <p:cNvPr id="998215085" name="Rettangolo 79"/>
            <p:cNvSpPr/>
            <p:nvPr/>
          </p:nvSpPr>
          <p:spPr bwMode="auto">
            <a:xfrm>
              <a:off x="5278057" y="6199535"/>
              <a:ext cx="1635882" cy="3825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>
                <a:defRPr/>
              </a:pPr>
              <a:r>
                <a:rPr lang="it-IT" b="1"/>
                <a:t>Salva piatto</a:t>
              </a:r>
              <a:endParaRPr/>
            </a:p>
          </p:txBody>
        </p:sp>
        <p:sp>
          <p:nvSpPr>
            <p:cNvPr id="1490186220" name="Figura a mano libera: forma 117"/>
            <p:cNvSpPr/>
            <p:nvPr/>
          </p:nvSpPr>
          <p:spPr bwMode="auto">
            <a:xfrm>
              <a:off x="6602186" y="6287787"/>
              <a:ext cx="246819" cy="188139"/>
            </a:xfrm>
            <a:custGeom>
              <a:avLst/>
              <a:gdLst>
                <a:gd name="connsiteX0" fmla="*/ 336099 w 336099"/>
                <a:gd name="connsiteY0" fmla="*/ 40815 h 256193"/>
                <a:gd name="connsiteX1" fmla="*/ 296094 w 336099"/>
                <a:gd name="connsiteY1" fmla="*/ 0 h 256193"/>
                <a:gd name="connsiteX2" fmla="*/ 116710 w 336099"/>
                <a:gd name="connsiteY2" fmla="*/ 175784 h 256193"/>
                <a:gd name="connsiteX3" fmla="*/ 40415 w 336099"/>
                <a:gd name="connsiteY3" fmla="*/ 99489 h 256193"/>
                <a:gd name="connsiteX4" fmla="*/ 0 w 336099"/>
                <a:gd name="connsiteY4" fmla="*/ 139894 h 256193"/>
                <a:gd name="connsiteX5" fmla="*/ 116300 w 336099"/>
                <a:gd name="connsiteY5" fmla="*/ 256194 h 256193"/>
                <a:gd name="connsiteX6" fmla="*/ 336099 w 336099"/>
                <a:gd name="connsiteY6" fmla="*/ 40815 h 256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6099" h="256193" fill="norm" stroke="1" extrusionOk="0">
                  <a:moveTo>
                    <a:pt x="336099" y="40815"/>
                  </a:moveTo>
                  <a:lnTo>
                    <a:pt x="296094" y="0"/>
                  </a:lnTo>
                  <a:lnTo>
                    <a:pt x="116710" y="175784"/>
                  </a:lnTo>
                  <a:lnTo>
                    <a:pt x="40415" y="99489"/>
                  </a:lnTo>
                  <a:lnTo>
                    <a:pt x="0" y="139894"/>
                  </a:lnTo>
                  <a:lnTo>
                    <a:pt x="116300" y="256194"/>
                  </a:lnTo>
                  <a:lnTo>
                    <a:pt x="336099" y="4081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it-IT"/>
            </a:p>
          </p:txBody>
        </p:sp>
      </p:grpSp>
      <p:grpSp>
        <p:nvGrpSpPr>
          <p:cNvPr id="578623351" name="Gruppo 23"/>
          <p:cNvGrpSpPr/>
          <p:nvPr/>
        </p:nvGrpSpPr>
        <p:grpSpPr bwMode="auto">
          <a:xfrm>
            <a:off x="534611" y="3371594"/>
            <a:ext cx="3686986" cy="1754147"/>
            <a:chOff x="6686555" y="1228717"/>
            <a:chExt cx="3686986" cy="1754147"/>
          </a:xfrm>
        </p:grpSpPr>
        <p:sp>
          <p:nvSpPr>
            <p:cNvPr id="1080134142" name="CasellaDiTesto 3"/>
            <p:cNvSpPr txBox="1"/>
            <p:nvPr/>
          </p:nvSpPr>
          <p:spPr bwMode="auto">
            <a:xfrm>
              <a:off x="6686555" y="1228717"/>
              <a:ext cx="3686986" cy="1754147"/>
            </a:xfrm>
            <a:custGeom>
              <a:avLst/>
              <a:gdLst>
                <a:gd name="connsiteX0" fmla="*/ 0 w 3686987"/>
                <a:gd name="connsiteY0" fmla="*/ 0 h 1754148"/>
                <a:gd name="connsiteX1" fmla="*/ 452973 w 3686987"/>
                <a:gd name="connsiteY1" fmla="*/ 0 h 1754148"/>
                <a:gd name="connsiteX2" fmla="*/ 979685 w 3686987"/>
                <a:gd name="connsiteY2" fmla="*/ 0 h 1754148"/>
                <a:gd name="connsiteX3" fmla="*/ 1506398 w 3686987"/>
                <a:gd name="connsiteY3" fmla="*/ 0 h 1754148"/>
                <a:gd name="connsiteX4" fmla="*/ 1996240 w 3686987"/>
                <a:gd name="connsiteY4" fmla="*/ 0 h 1754148"/>
                <a:gd name="connsiteX5" fmla="*/ 2522953 w 3686987"/>
                <a:gd name="connsiteY5" fmla="*/ 0 h 1754148"/>
                <a:gd name="connsiteX6" fmla="*/ 3086535 w 3686987"/>
                <a:gd name="connsiteY6" fmla="*/ 0 h 1754148"/>
                <a:gd name="connsiteX7" fmla="*/ 3686987 w 3686987"/>
                <a:gd name="connsiteY7" fmla="*/ 0 h 1754148"/>
                <a:gd name="connsiteX8" fmla="*/ 3686987 w 3686987"/>
                <a:gd name="connsiteY8" fmla="*/ 532092 h 1754148"/>
                <a:gd name="connsiteX9" fmla="*/ 3686987 w 3686987"/>
                <a:gd name="connsiteY9" fmla="*/ 1064183 h 1754148"/>
                <a:gd name="connsiteX10" fmla="*/ 3686987 w 3686987"/>
                <a:gd name="connsiteY10" fmla="*/ 1754148 h 1754148"/>
                <a:gd name="connsiteX11" fmla="*/ 3234014 w 3686987"/>
                <a:gd name="connsiteY11" fmla="*/ 1754148 h 1754148"/>
                <a:gd name="connsiteX12" fmla="*/ 2670432 w 3686987"/>
                <a:gd name="connsiteY12" fmla="*/ 1754148 h 1754148"/>
                <a:gd name="connsiteX13" fmla="*/ 2180589 w 3686987"/>
                <a:gd name="connsiteY13" fmla="*/ 1754148 h 1754148"/>
                <a:gd name="connsiteX14" fmla="*/ 1727617 w 3686987"/>
                <a:gd name="connsiteY14" fmla="*/ 1754148 h 1754148"/>
                <a:gd name="connsiteX15" fmla="*/ 1274644 w 3686987"/>
                <a:gd name="connsiteY15" fmla="*/ 1754148 h 1754148"/>
                <a:gd name="connsiteX16" fmla="*/ 711062 w 3686987"/>
                <a:gd name="connsiteY16" fmla="*/ 1754148 h 1754148"/>
                <a:gd name="connsiteX17" fmla="*/ 0 w 3686987"/>
                <a:gd name="connsiteY17" fmla="*/ 1754148 h 1754148"/>
                <a:gd name="connsiteX18" fmla="*/ 0 w 3686987"/>
                <a:gd name="connsiteY18" fmla="*/ 1204515 h 1754148"/>
                <a:gd name="connsiteX19" fmla="*/ 0 w 3686987"/>
                <a:gd name="connsiteY19" fmla="*/ 637340 h 1754148"/>
                <a:gd name="connsiteX20" fmla="*/ 0 w 3686987"/>
                <a:gd name="connsiteY20" fmla="*/ 0 h 1754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86987" h="1754148" fill="none" stroke="1" extrusionOk="0">
                  <a:moveTo>
                    <a:pt x="0" y="0"/>
                  </a:moveTo>
                  <a:cubicBezTo>
                    <a:pt x="129934" y="-43702"/>
                    <a:pt x="286924" y="9096"/>
                    <a:pt x="452973" y="0"/>
                  </a:cubicBezTo>
                  <a:cubicBezTo>
                    <a:pt x="619022" y="-9096"/>
                    <a:pt x="740879" y="21527"/>
                    <a:pt x="979685" y="0"/>
                  </a:cubicBezTo>
                  <a:cubicBezTo>
                    <a:pt x="1218491" y="-21527"/>
                    <a:pt x="1246574" y="41589"/>
                    <a:pt x="1506398" y="0"/>
                  </a:cubicBezTo>
                  <a:cubicBezTo>
                    <a:pt x="1766222" y="-41589"/>
                    <a:pt x="1807060" y="19017"/>
                    <a:pt x="1996240" y="0"/>
                  </a:cubicBezTo>
                  <a:cubicBezTo>
                    <a:pt x="2185420" y="-19017"/>
                    <a:pt x="2321121" y="28337"/>
                    <a:pt x="2522953" y="0"/>
                  </a:cubicBezTo>
                  <a:cubicBezTo>
                    <a:pt x="2724785" y="-28337"/>
                    <a:pt x="2857727" y="1235"/>
                    <a:pt x="3086535" y="0"/>
                  </a:cubicBezTo>
                  <a:cubicBezTo>
                    <a:pt x="3315343" y="-1235"/>
                    <a:pt x="3469423" y="61880"/>
                    <a:pt x="3686987" y="0"/>
                  </a:cubicBezTo>
                  <a:cubicBezTo>
                    <a:pt x="3746168" y="248166"/>
                    <a:pt x="3650318" y="351662"/>
                    <a:pt x="3686987" y="532092"/>
                  </a:cubicBezTo>
                  <a:cubicBezTo>
                    <a:pt x="3723656" y="712522"/>
                    <a:pt x="3666451" y="840838"/>
                    <a:pt x="3686987" y="1064183"/>
                  </a:cubicBezTo>
                  <a:cubicBezTo>
                    <a:pt x="3707523" y="1287528"/>
                    <a:pt x="3607977" y="1457305"/>
                    <a:pt x="3686987" y="1754148"/>
                  </a:cubicBezTo>
                  <a:cubicBezTo>
                    <a:pt x="3471077" y="1800156"/>
                    <a:pt x="3448594" y="1736836"/>
                    <a:pt x="3234014" y="1754148"/>
                  </a:cubicBezTo>
                  <a:cubicBezTo>
                    <a:pt x="3019434" y="1771460"/>
                    <a:pt x="2787630" y="1733171"/>
                    <a:pt x="2670432" y="1754148"/>
                  </a:cubicBezTo>
                  <a:cubicBezTo>
                    <a:pt x="2553234" y="1775125"/>
                    <a:pt x="2422499" y="1709984"/>
                    <a:pt x="2180589" y="1754148"/>
                  </a:cubicBezTo>
                  <a:cubicBezTo>
                    <a:pt x="1938679" y="1798312"/>
                    <a:pt x="1944906" y="1747137"/>
                    <a:pt x="1727617" y="1754148"/>
                  </a:cubicBezTo>
                  <a:cubicBezTo>
                    <a:pt x="1510328" y="1761159"/>
                    <a:pt x="1394936" y="1748683"/>
                    <a:pt x="1274644" y="1754148"/>
                  </a:cubicBezTo>
                  <a:cubicBezTo>
                    <a:pt x="1154352" y="1759613"/>
                    <a:pt x="846465" y="1687997"/>
                    <a:pt x="711062" y="1754148"/>
                  </a:cubicBezTo>
                  <a:cubicBezTo>
                    <a:pt x="575659" y="1820299"/>
                    <a:pt x="325161" y="1745013"/>
                    <a:pt x="0" y="1754148"/>
                  </a:cubicBezTo>
                  <a:cubicBezTo>
                    <a:pt x="-32283" y="1489626"/>
                    <a:pt x="52974" y="1415188"/>
                    <a:pt x="0" y="1204515"/>
                  </a:cubicBezTo>
                  <a:cubicBezTo>
                    <a:pt x="-52974" y="993842"/>
                    <a:pt x="27051" y="819127"/>
                    <a:pt x="0" y="637340"/>
                  </a:cubicBezTo>
                  <a:cubicBezTo>
                    <a:pt x="-27051" y="455553"/>
                    <a:pt x="21282" y="254298"/>
                    <a:pt x="0" y="0"/>
                  </a:cubicBezTo>
                  <a:close/>
                </a:path>
                <a:path w="3686987" h="1754148" fill="norm" stroke="0" extrusionOk="0">
                  <a:moveTo>
                    <a:pt x="0" y="0"/>
                  </a:moveTo>
                  <a:cubicBezTo>
                    <a:pt x="152296" y="-692"/>
                    <a:pt x="332954" y="5869"/>
                    <a:pt x="489843" y="0"/>
                  </a:cubicBezTo>
                  <a:cubicBezTo>
                    <a:pt x="646732" y="-5869"/>
                    <a:pt x="767879" y="20724"/>
                    <a:pt x="1016555" y="0"/>
                  </a:cubicBezTo>
                  <a:cubicBezTo>
                    <a:pt x="1265231" y="-20724"/>
                    <a:pt x="1287666" y="28693"/>
                    <a:pt x="1543267" y="0"/>
                  </a:cubicBezTo>
                  <a:cubicBezTo>
                    <a:pt x="1798868" y="-28693"/>
                    <a:pt x="1793946" y="1083"/>
                    <a:pt x="1959370" y="0"/>
                  </a:cubicBezTo>
                  <a:cubicBezTo>
                    <a:pt x="2124794" y="-1083"/>
                    <a:pt x="2228765" y="57811"/>
                    <a:pt x="2486083" y="0"/>
                  </a:cubicBezTo>
                  <a:cubicBezTo>
                    <a:pt x="2743401" y="-57811"/>
                    <a:pt x="2959520" y="69337"/>
                    <a:pt x="3086535" y="0"/>
                  </a:cubicBezTo>
                  <a:cubicBezTo>
                    <a:pt x="3213550" y="-69337"/>
                    <a:pt x="3551423" y="71545"/>
                    <a:pt x="3686987" y="0"/>
                  </a:cubicBezTo>
                  <a:cubicBezTo>
                    <a:pt x="3742723" y="286966"/>
                    <a:pt x="3686180" y="368708"/>
                    <a:pt x="3686987" y="584716"/>
                  </a:cubicBezTo>
                  <a:cubicBezTo>
                    <a:pt x="3687794" y="800724"/>
                    <a:pt x="3656751" y="923442"/>
                    <a:pt x="3686987" y="1169432"/>
                  </a:cubicBezTo>
                  <a:cubicBezTo>
                    <a:pt x="3717223" y="1415422"/>
                    <a:pt x="3669684" y="1601925"/>
                    <a:pt x="3686987" y="1754148"/>
                  </a:cubicBezTo>
                  <a:cubicBezTo>
                    <a:pt x="3549815" y="1762940"/>
                    <a:pt x="3472153" y="1738774"/>
                    <a:pt x="3270884" y="1754148"/>
                  </a:cubicBezTo>
                  <a:cubicBezTo>
                    <a:pt x="3069615" y="1769522"/>
                    <a:pt x="2828117" y="1724844"/>
                    <a:pt x="2670432" y="1754148"/>
                  </a:cubicBezTo>
                  <a:cubicBezTo>
                    <a:pt x="2512747" y="1783452"/>
                    <a:pt x="2311793" y="1702707"/>
                    <a:pt x="2217459" y="1754148"/>
                  </a:cubicBezTo>
                  <a:cubicBezTo>
                    <a:pt x="2123125" y="1805589"/>
                    <a:pt x="1956863" y="1724861"/>
                    <a:pt x="1764487" y="1754148"/>
                  </a:cubicBezTo>
                  <a:cubicBezTo>
                    <a:pt x="1572111" y="1783435"/>
                    <a:pt x="1433755" y="1714338"/>
                    <a:pt x="1311514" y="1754148"/>
                  </a:cubicBezTo>
                  <a:cubicBezTo>
                    <a:pt x="1189273" y="1793958"/>
                    <a:pt x="1008380" y="1712792"/>
                    <a:pt x="784802" y="1754148"/>
                  </a:cubicBezTo>
                  <a:cubicBezTo>
                    <a:pt x="561224" y="1795504"/>
                    <a:pt x="176838" y="1744808"/>
                    <a:pt x="0" y="1754148"/>
                  </a:cubicBezTo>
                  <a:cubicBezTo>
                    <a:pt x="-36299" y="1559233"/>
                    <a:pt x="5385" y="1370594"/>
                    <a:pt x="0" y="1169432"/>
                  </a:cubicBezTo>
                  <a:cubicBezTo>
                    <a:pt x="-5385" y="968270"/>
                    <a:pt x="26800" y="850003"/>
                    <a:pt x="0" y="584716"/>
                  </a:cubicBezTo>
                  <a:cubicBezTo>
                    <a:pt x="-26800" y="319429"/>
                    <a:pt x="29227" y="225033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pPr>
                <a:defRPr/>
              </a:pPr>
              <a:r>
                <a:rPr lang="it-IT" sz="1400" b="1">
                  <a:solidFill>
                    <a:schemeClr val="bg1"/>
                  </a:solidFill>
                </a:rPr>
                <a:t>Descrizione</a:t>
              </a:r>
              <a:endParaRPr/>
            </a:p>
          </p:txBody>
        </p:sp>
        <p:sp>
          <p:nvSpPr>
            <p:cNvPr id="467969122" name="Rettangolo con angoli arrotondati 5"/>
            <p:cNvSpPr/>
            <p:nvPr/>
          </p:nvSpPr>
          <p:spPr bwMode="auto">
            <a:xfrm>
              <a:off x="6834497" y="1526490"/>
              <a:ext cx="3477307" cy="1152916"/>
            </a:xfrm>
            <a:prstGeom prst="roundRect">
              <a:avLst>
                <a:gd name="adj" fmla="val 16667"/>
              </a:avLst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>
                <a:defRPr/>
              </a:pPr>
              <a:r>
                <a:rPr lang="it-IT" sz="1200"/>
                <a:t>Spaghetti di grano 100% italiano trafilati al bronzo, croccante guanciale amatriciano d’allevamento biologico, avvolgente crema di uova laziali a KM 0, pecorino romano DOP ed aromatico pepe nero appena macinato.</a:t>
              </a:r>
              <a:endParaRPr/>
            </a:p>
          </p:txBody>
        </p:sp>
      </p:grpSp>
      <p:sp>
        <p:nvSpPr>
          <p:cNvPr id="550745820" name="CasellaDiTesto 40"/>
          <p:cNvSpPr txBox="1"/>
          <p:nvPr/>
        </p:nvSpPr>
        <p:spPr bwMode="auto">
          <a:xfrm flipH="0" flipV="0">
            <a:off x="534613" y="5199725"/>
            <a:ext cx="3686986" cy="587249"/>
          </a:xfrm>
          <a:custGeom>
            <a:avLst/>
            <a:gdLst>
              <a:gd name="connsiteX0" fmla="*/ 0 w 3686987"/>
              <a:gd name="connsiteY0" fmla="*/ 0 h 1861664"/>
              <a:gd name="connsiteX1" fmla="*/ 452973 w 3686987"/>
              <a:gd name="connsiteY1" fmla="*/ 0 h 1861664"/>
              <a:gd name="connsiteX2" fmla="*/ 942815 w 3686987"/>
              <a:gd name="connsiteY2" fmla="*/ 0 h 1861664"/>
              <a:gd name="connsiteX3" fmla="*/ 1469528 w 3686987"/>
              <a:gd name="connsiteY3" fmla="*/ 0 h 1861664"/>
              <a:gd name="connsiteX4" fmla="*/ 2033110 w 3686987"/>
              <a:gd name="connsiteY4" fmla="*/ 0 h 1861664"/>
              <a:gd name="connsiteX5" fmla="*/ 2449213 w 3686987"/>
              <a:gd name="connsiteY5" fmla="*/ 0 h 1861664"/>
              <a:gd name="connsiteX6" fmla="*/ 2865316 w 3686987"/>
              <a:gd name="connsiteY6" fmla="*/ 0 h 1861664"/>
              <a:gd name="connsiteX7" fmla="*/ 3686987 w 3686987"/>
              <a:gd name="connsiteY7" fmla="*/ 0 h 1861664"/>
              <a:gd name="connsiteX8" fmla="*/ 3686987 w 3686987"/>
              <a:gd name="connsiteY8" fmla="*/ 409566 h 1861664"/>
              <a:gd name="connsiteX9" fmla="*/ 3686987 w 3686987"/>
              <a:gd name="connsiteY9" fmla="*/ 837749 h 1861664"/>
              <a:gd name="connsiteX10" fmla="*/ 3686987 w 3686987"/>
              <a:gd name="connsiteY10" fmla="*/ 1284548 h 1861664"/>
              <a:gd name="connsiteX11" fmla="*/ 3686987 w 3686987"/>
              <a:gd name="connsiteY11" fmla="*/ 1861664 h 1861664"/>
              <a:gd name="connsiteX12" fmla="*/ 3234014 w 3686987"/>
              <a:gd name="connsiteY12" fmla="*/ 1861664 h 1861664"/>
              <a:gd name="connsiteX13" fmla="*/ 2781042 w 3686987"/>
              <a:gd name="connsiteY13" fmla="*/ 1861664 h 1861664"/>
              <a:gd name="connsiteX14" fmla="*/ 2217459 w 3686987"/>
              <a:gd name="connsiteY14" fmla="*/ 1861664 h 1861664"/>
              <a:gd name="connsiteX15" fmla="*/ 1653877 w 3686987"/>
              <a:gd name="connsiteY15" fmla="*/ 1861664 h 1861664"/>
              <a:gd name="connsiteX16" fmla="*/ 1200904 w 3686987"/>
              <a:gd name="connsiteY16" fmla="*/ 1861664 h 1861664"/>
              <a:gd name="connsiteX17" fmla="*/ 711062 w 3686987"/>
              <a:gd name="connsiteY17" fmla="*/ 1861664 h 1861664"/>
              <a:gd name="connsiteX18" fmla="*/ 0 w 3686987"/>
              <a:gd name="connsiteY18" fmla="*/ 1861664 h 1861664"/>
              <a:gd name="connsiteX19" fmla="*/ 0 w 3686987"/>
              <a:gd name="connsiteY19" fmla="*/ 1359015 h 1861664"/>
              <a:gd name="connsiteX20" fmla="*/ 0 w 3686987"/>
              <a:gd name="connsiteY20" fmla="*/ 893599 h 1861664"/>
              <a:gd name="connsiteX21" fmla="*/ 0 w 3686987"/>
              <a:gd name="connsiteY21" fmla="*/ 484033 h 1861664"/>
              <a:gd name="connsiteX22" fmla="*/ 0 w 3686987"/>
              <a:gd name="connsiteY22" fmla="*/ 0 h 1861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686987" h="1861664" fill="none" stroke="1" extrusionOk="0">
                <a:moveTo>
                  <a:pt x="0" y="0"/>
                </a:moveTo>
                <a:cubicBezTo>
                  <a:pt x="124882" y="-33618"/>
                  <a:pt x="301111" y="44737"/>
                  <a:pt x="452973" y="0"/>
                </a:cubicBezTo>
                <a:cubicBezTo>
                  <a:pt x="604835" y="-44737"/>
                  <a:pt x="753635" y="19017"/>
                  <a:pt x="942815" y="0"/>
                </a:cubicBezTo>
                <a:cubicBezTo>
                  <a:pt x="1131995" y="-19017"/>
                  <a:pt x="1267696" y="28337"/>
                  <a:pt x="1469528" y="0"/>
                </a:cubicBezTo>
                <a:cubicBezTo>
                  <a:pt x="1671360" y="-28337"/>
                  <a:pt x="1804302" y="1235"/>
                  <a:pt x="2033110" y="0"/>
                </a:cubicBezTo>
                <a:cubicBezTo>
                  <a:pt x="2261918" y="-1235"/>
                  <a:pt x="2288696" y="42015"/>
                  <a:pt x="2449213" y="0"/>
                </a:cubicBezTo>
                <a:cubicBezTo>
                  <a:pt x="2609730" y="-42015"/>
                  <a:pt x="2764105" y="15917"/>
                  <a:pt x="2865316" y="0"/>
                </a:cubicBezTo>
                <a:cubicBezTo>
                  <a:pt x="2966527" y="-15917"/>
                  <a:pt x="3373033" y="622"/>
                  <a:pt x="3686987" y="0"/>
                </a:cubicBezTo>
                <a:cubicBezTo>
                  <a:pt x="3717474" y="121686"/>
                  <a:pt x="3656586" y="307913"/>
                  <a:pt x="3686987" y="409566"/>
                </a:cubicBezTo>
                <a:cubicBezTo>
                  <a:pt x="3717388" y="511219"/>
                  <a:pt x="3652326" y="697421"/>
                  <a:pt x="3686987" y="837749"/>
                </a:cubicBezTo>
                <a:cubicBezTo>
                  <a:pt x="3721648" y="978077"/>
                  <a:pt x="3636732" y="1182396"/>
                  <a:pt x="3686987" y="1284548"/>
                </a:cubicBezTo>
                <a:cubicBezTo>
                  <a:pt x="3737242" y="1386700"/>
                  <a:pt x="3681295" y="1710091"/>
                  <a:pt x="3686987" y="1861664"/>
                </a:cubicBezTo>
                <a:cubicBezTo>
                  <a:pt x="3474786" y="1876587"/>
                  <a:pt x="3456356" y="1859253"/>
                  <a:pt x="3234014" y="1861664"/>
                </a:cubicBezTo>
                <a:cubicBezTo>
                  <a:pt x="3011672" y="1864075"/>
                  <a:pt x="2899754" y="1852177"/>
                  <a:pt x="2781042" y="1861664"/>
                </a:cubicBezTo>
                <a:cubicBezTo>
                  <a:pt x="2662330" y="1871151"/>
                  <a:pt x="2359930" y="1798148"/>
                  <a:pt x="2217459" y="1861664"/>
                </a:cubicBezTo>
                <a:cubicBezTo>
                  <a:pt x="2074988" y="1925180"/>
                  <a:pt x="1814277" y="1856769"/>
                  <a:pt x="1653877" y="1861664"/>
                </a:cubicBezTo>
                <a:cubicBezTo>
                  <a:pt x="1493477" y="1866559"/>
                  <a:pt x="1390264" y="1861048"/>
                  <a:pt x="1200904" y="1861664"/>
                </a:cubicBezTo>
                <a:cubicBezTo>
                  <a:pt x="1011544" y="1862280"/>
                  <a:pt x="896329" y="1839178"/>
                  <a:pt x="711062" y="1861664"/>
                </a:cubicBezTo>
                <a:cubicBezTo>
                  <a:pt x="525795" y="1884150"/>
                  <a:pt x="260213" y="1780405"/>
                  <a:pt x="0" y="1861664"/>
                </a:cubicBezTo>
                <a:cubicBezTo>
                  <a:pt x="-17140" y="1705143"/>
                  <a:pt x="54146" y="1602233"/>
                  <a:pt x="0" y="1359015"/>
                </a:cubicBezTo>
                <a:cubicBezTo>
                  <a:pt x="-54146" y="1115797"/>
                  <a:pt x="48865" y="999127"/>
                  <a:pt x="0" y="893599"/>
                </a:cubicBezTo>
                <a:cubicBezTo>
                  <a:pt x="-48865" y="788071"/>
                  <a:pt x="36330" y="605323"/>
                  <a:pt x="0" y="484033"/>
                </a:cubicBezTo>
                <a:cubicBezTo>
                  <a:pt x="-36330" y="362743"/>
                  <a:pt x="35957" y="162900"/>
                  <a:pt x="0" y="0"/>
                </a:cubicBezTo>
                <a:close/>
              </a:path>
              <a:path w="3686987" h="1861664" fill="norm" stroke="0" extrusionOk="0">
                <a:moveTo>
                  <a:pt x="0" y="0"/>
                </a:moveTo>
                <a:cubicBezTo>
                  <a:pt x="152296" y="-692"/>
                  <a:pt x="332954" y="5869"/>
                  <a:pt x="489843" y="0"/>
                </a:cubicBezTo>
                <a:cubicBezTo>
                  <a:pt x="646732" y="-5869"/>
                  <a:pt x="767879" y="20724"/>
                  <a:pt x="1016555" y="0"/>
                </a:cubicBezTo>
                <a:cubicBezTo>
                  <a:pt x="1265231" y="-20724"/>
                  <a:pt x="1287666" y="28693"/>
                  <a:pt x="1543267" y="0"/>
                </a:cubicBezTo>
                <a:cubicBezTo>
                  <a:pt x="1798868" y="-28693"/>
                  <a:pt x="1793946" y="1083"/>
                  <a:pt x="1959370" y="0"/>
                </a:cubicBezTo>
                <a:cubicBezTo>
                  <a:pt x="2124794" y="-1083"/>
                  <a:pt x="2228765" y="57811"/>
                  <a:pt x="2486083" y="0"/>
                </a:cubicBezTo>
                <a:cubicBezTo>
                  <a:pt x="2743401" y="-57811"/>
                  <a:pt x="2959520" y="69337"/>
                  <a:pt x="3086535" y="0"/>
                </a:cubicBezTo>
                <a:cubicBezTo>
                  <a:pt x="3213550" y="-69337"/>
                  <a:pt x="3551423" y="71545"/>
                  <a:pt x="3686987" y="0"/>
                </a:cubicBezTo>
                <a:cubicBezTo>
                  <a:pt x="3724680" y="199738"/>
                  <a:pt x="3683091" y="315379"/>
                  <a:pt x="3686987" y="465416"/>
                </a:cubicBezTo>
                <a:cubicBezTo>
                  <a:pt x="3690883" y="615453"/>
                  <a:pt x="3637222" y="813433"/>
                  <a:pt x="3686987" y="930832"/>
                </a:cubicBezTo>
                <a:cubicBezTo>
                  <a:pt x="3736752" y="1048231"/>
                  <a:pt x="3637575" y="1242298"/>
                  <a:pt x="3686987" y="1396248"/>
                </a:cubicBezTo>
                <a:cubicBezTo>
                  <a:pt x="3736399" y="1550198"/>
                  <a:pt x="3680098" y="1688107"/>
                  <a:pt x="3686987" y="1861664"/>
                </a:cubicBezTo>
                <a:cubicBezTo>
                  <a:pt x="3586317" y="1876876"/>
                  <a:pt x="3420479" y="1850487"/>
                  <a:pt x="3270884" y="1861664"/>
                </a:cubicBezTo>
                <a:cubicBezTo>
                  <a:pt x="3121289" y="1872841"/>
                  <a:pt x="2912245" y="1810223"/>
                  <a:pt x="2817911" y="1861664"/>
                </a:cubicBezTo>
                <a:cubicBezTo>
                  <a:pt x="2723577" y="1913105"/>
                  <a:pt x="2557315" y="1832377"/>
                  <a:pt x="2364939" y="1861664"/>
                </a:cubicBezTo>
                <a:cubicBezTo>
                  <a:pt x="2172563" y="1890951"/>
                  <a:pt x="2034207" y="1821854"/>
                  <a:pt x="1911966" y="1861664"/>
                </a:cubicBezTo>
                <a:cubicBezTo>
                  <a:pt x="1789725" y="1901474"/>
                  <a:pt x="1608832" y="1820308"/>
                  <a:pt x="1385254" y="1861664"/>
                </a:cubicBezTo>
                <a:cubicBezTo>
                  <a:pt x="1161676" y="1903020"/>
                  <a:pt x="1010616" y="1804196"/>
                  <a:pt x="858541" y="1861664"/>
                </a:cubicBezTo>
                <a:cubicBezTo>
                  <a:pt x="706466" y="1919132"/>
                  <a:pt x="351619" y="1799034"/>
                  <a:pt x="0" y="1861664"/>
                </a:cubicBezTo>
                <a:cubicBezTo>
                  <a:pt x="-11432" y="1620778"/>
                  <a:pt x="52838" y="1553047"/>
                  <a:pt x="0" y="1377631"/>
                </a:cubicBezTo>
                <a:cubicBezTo>
                  <a:pt x="-52838" y="1202215"/>
                  <a:pt x="36353" y="1085450"/>
                  <a:pt x="0" y="949449"/>
                </a:cubicBezTo>
                <a:cubicBezTo>
                  <a:pt x="-36353" y="813448"/>
                  <a:pt x="4914" y="616546"/>
                  <a:pt x="0" y="521266"/>
                </a:cubicBezTo>
                <a:cubicBezTo>
                  <a:pt x="-4914" y="425986"/>
                  <a:pt x="23622" y="25614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square" rtlCol="0">
            <a:normAutofit/>
          </a:bodyPr>
          <a:lstStyle/>
          <a:p>
            <a:pPr>
              <a:defRPr/>
            </a:pPr>
            <a:r>
              <a:rPr lang="it-IT" sz="1400" b="1">
                <a:solidFill>
                  <a:schemeClr val="bg1"/>
                </a:solidFill>
              </a:rPr>
              <a:t>Categoria</a:t>
            </a:r>
            <a:endParaRPr/>
          </a:p>
        </p:txBody>
      </p:sp>
      <p:grpSp>
        <p:nvGrpSpPr>
          <p:cNvPr id="1814508577" name="Gruppo 19"/>
          <p:cNvGrpSpPr/>
          <p:nvPr/>
        </p:nvGrpSpPr>
        <p:grpSpPr bwMode="auto">
          <a:xfrm>
            <a:off x="4382764" y="2554088"/>
            <a:ext cx="3686986" cy="3245073"/>
            <a:chOff x="0" y="0"/>
            <a:chExt cx="3686986" cy="3245073"/>
          </a:xfrm>
        </p:grpSpPr>
        <p:sp>
          <p:nvSpPr>
            <p:cNvPr id="22183685" name="CasellaDiTesto 39"/>
            <p:cNvSpPr txBox="1"/>
            <p:nvPr/>
          </p:nvSpPr>
          <p:spPr bwMode="auto">
            <a:xfrm>
              <a:off x="0" y="0"/>
              <a:ext cx="3686986" cy="3245073"/>
            </a:xfrm>
            <a:custGeom>
              <a:avLst/>
              <a:gdLst>
                <a:gd name="connsiteX0" fmla="*/ 0 w 3686987"/>
                <a:gd name="connsiteY0" fmla="*/ 0 h 3245074"/>
                <a:gd name="connsiteX1" fmla="*/ 526712 w 3686987"/>
                <a:gd name="connsiteY1" fmla="*/ 0 h 3245074"/>
                <a:gd name="connsiteX2" fmla="*/ 942815 w 3686987"/>
                <a:gd name="connsiteY2" fmla="*/ 0 h 3245074"/>
                <a:gd name="connsiteX3" fmla="*/ 1543267 w 3686987"/>
                <a:gd name="connsiteY3" fmla="*/ 0 h 3245074"/>
                <a:gd name="connsiteX4" fmla="*/ 1959370 w 3686987"/>
                <a:gd name="connsiteY4" fmla="*/ 0 h 3245074"/>
                <a:gd name="connsiteX5" fmla="*/ 2449213 w 3686987"/>
                <a:gd name="connsiteY5" fmla="*/ 0 h 3245074"/>
                <a:gd name="connsiteX6" fmla="*/ 2975925 w 3686987"/>
                <a:gd name="connsiteY6" fmla="*/ 0 h 3245074"/>
                <a:gd name="connsiteX7" fmla="*/ 3686987 w 3686987"/>
                <a:gd name="connsiteY7" fmla="*/ 0 h 3245074"/>
                <a:gd name="connsiteX8" fmla="*/ 3686987 w 3686987"/>
                <a:gd name="connsiteY8" fmla="*/ 508395 h 3245074"/>
                <a:gd name="connsiteX9" fmla="*/ 3686987 w 3686987"/>
                <a:gd name="connsiteY9" fmla="*/ 1081691 h 3245074"/>
                <a:gd name="connsiteX10" fmla="*/ 3686987 w 3686987"/>
                <a:gd name="connsiteY10" fmla="*/ 1654988 h 3245074"/>
                <a:gd name="connsiteX11" fmla="*/ 3686987 w 3686987"/>
                <a:gd name="connsiteY11" fmla="*/ 2130932 h 3245074"/>
                <a:gd name="connsiteX12" fmla="*/ 3686987 w 3686987"/>
                <a:gd name="connsiteY12" fmla="*/ 2606876 h 3245074"/>
                <a:gd name="connsiteX13" fmla="*/ 3686987 w 3686987"/>
                <a:gd name="connsiteY13" fmla="*/ 3245074 h 3245074"/>
                <a:gd name="connsiteX14" fmla="*/ 3123405 w 3686987"/>
                <a:gd name="connsiteY14" fmla="*/ 3245074 h 3245074"/>
                <a:gd name="connsiteX15" fmla="*/ 2522953 w 3686987"/>
                <a:gd name="connsiteY15" fmla="*/ 3245074 h 3245074"/>
                <a:gd name="connsiteX16" fmla="*/ 1959370 w 3686987"/>
                <a:gd name="connsiteY16" fmla="*/ 3245074 h 3245074"/>
                <a:gd name="connsiteX17" fmla="*/ 1469528 w 3686987"/>
                <a:gd name="connsiteY17" fmla="*/ 3245074 h 3245074"/>
                <a:gd name="connsiteX18" fmla="*/ 979685 w 3686987"/>
                <a:gd name="connsiteY18" fmla="*/ 3245074 h 3245074"/>
                <a:gd name="connsiteX19" fmla="*/ 0 w 3686987"/>
                <a:gd name="connsiteY19" fmla="*/ 3245074 h 3245074"/>
                <a:gd name="connsiteX20" fmla="*/ 0 w 3686987"/>
                <a:gd name="connsiteY20" fmla="*/ 2639327 h 3245074"/>
                <a:gd name="connsiteX21" fmla="*/ 0 w 3686987"/>
                <a:gd name="connsiteY21" fmla="*/ 2130932 h 3245074"/>
                <a:gd name="connsiteX22" fmla="*/ 0 w 3686987"/>
                <a:gd name="connsiteY22" fmla="*/ 1525185 h 3245074"/>
                <a:gd name="connsiteX23" fmla="*/ 0 w 3686987"/>
                <a:gd name="connsiteY23" fmla="*/ 1016790 h 3245074"/>
                <a:gd name="connsiteX24" fmla="*/ 0 w 3686987"/>
                <a:gd name="connsiteY24" fmla="*/ 540846 h 3245074"/>
                <a:gd name="connsiteX25" fmla="*/ 0 w 3686987"/>
                <a:gd name="connsiteY25" fmla="*/ 0 h 3245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686987" h="3245074" fill="none" stroke="1" extrusionOk="0">
                  <a:moveTo>
                    <a:pt x="0" y="0"/>
                  </a:moveTo>
                  <a:cubicBezTo>
                    <a:pt x="112289" y="-20948"/>
                    <a:pt x="364223" y="57965"/>
                    <a:pt x="526712" y="0"/>
                  </a:cubicBezTo>
                  <a:cubicBezTo>
                    <a:pt x="689201" y="-57965"/>
                    <a:pt x="841604" y="15917"/>
                    <a:pt x="942815" y="0"/>
                  </a:cubicBezTo>
                  <a:cubicBezTo>
                    <a:pt x="1044026" y="-15917"/>
                    <a:pt x="1402346" y="18993"/>
                    <a:pt x="1543267" y="0"/>
                  </a:cubicBezTo>
                  <a:cubicBezTo>
                    <a:pt x="1684188" y="-18993"/>
                    <a:pt x="1773745" y="12259"/>
                    <a:pt x="1959370" y="0"/>
                  </a:cubicBezTo>
                  <a:cubicBezTo>
                    <a:pt x="2144995" y="-12259"/>
                    <a:pt x="2292178" y="50293"/>
                    <a:pt x="2449213" y="0"/>
                  </a:cubicBezTo>
                  <a:cubicBezTo>
                    <a:pt x="2606248" y="-50293"/>
                    <a:pt x="2860442" y="29996"/>
                    <a:pt x="2975925" y="0"/>
                  </a:cubicBezTo>
                  <a:cubicBezTo>
                    <a:pt x="3091408" y="-29996"/>
                    <a:pt x="3441445" y="1779"/>
                    <a:pt x="3686987" y="0"/>
                  </a:cubicBezTo>
                  <a:cubicBezTo>
                    <a:pt x="3728225" y="209158"/>
                    <a:pt x="3677660" y="267845"/>
                    <a:pt x="3686987" y="508395"/>
                  </a:cubicBezTo>
                  <a:cubicBezTo>
                    <a:pt x="3696314" y="748945"/>
                    <a:pt x="3659638" y="807628"/>
                    <a:pt x="3686987" y="1081691"/>
                  </a:cubicBezTo>
                  <a:cubicBezTo>
                    <a:pt x="3714336" y="1355754"/>
                    <a:pt x="3656689" y="1412557"/>
                    <a:pt x="3686987" y="1654988"/>
                  </a:cubicBezTo>
                  <a:cubicBezTo>
                    <a:pt x="3717285" y="1897419"/>
                    <a:pt x="3660942" y="1959352"/>
                    <a:pt x="3686987" y="2130932"/>
                  </a:cubicBezTo>
                  <a:cubicBezTo>
                    <a:pt x="3713032" y="2302512"/>
                    <a:pt x="3669954" y="2484500"/>
                    <a:pt x="3686987" y="2606876"/>
                  </a:cubicBezTo>
                  <a:cubicBezTo>
                    <a:pt x="3704020" y="2729252"/>
                    <a:pt x="3615112" y="2931980"/>
                    <a:pt x="3686987" y="3245074"/>
                  </a:cubicBezTo>
                  <a:cubicBezTo>
                    <a:pt x="3491393" y="3248972"/>
                    <a:pt x="3293233" y="3223662"/>
                    <a:pt x="3123405" y="3245074"/>
                  </a:cubicBezTo>
                  <a:cubicBezTo>
                    <a:pt x="2953577" y="3266486"/>
                    <a:pt x="2732213" y="3185894"/>
                    <a:pt x="2522953" y="3245074"/>
                  </a:cubicBezTo>
                  <a:cubicBezTo>
                    <a:pt x="2313693" y="3304254"/>
                    <a:pt x="2107251" y="3238350"/>
                    <a:pt x="1959370" y="3245074"/>
                  </a:cubicBezTo>
                  <a:cubicBezTo>
                    <a:pt x="1811489" y="3251798"/>
                    <a:pt x="1639457" y="3241086"/>
                    <a:pt x="1469528" y="3245074"/>
                  </a:cubicBezTo>
                  <a:cubicBezTo>
                    <a:pt x="1299599" y="3249062"/>
                    <a:pt x="1186331" y="3214868"/>
                    <a:pt x="979685" y="3245074"/>
                  </a:cubicBezTo>
                  <a:cubicBezTo>
                    <a:pt x="773039" y="3275280"/>
                    <a:pt x="440271" y="3196392"/>
                    <a:pt x="0" y="3245074"/>
                  </a:cubicBezTo>
                  <a:cubicBezTo>
                    <a:pt x="-11265" y="3074145"/>
                    <a:pt x="42452" y="2936612"/>
                    <a:pt x="0" y="2639327"/>
                  </a:cubicBezTo>
                  <a:cubicBezTo>
                    <a:pt x="-42452" y="2342042"/>
                    <a:pt x="17728" y="2380662"/>
                    <a:pt x="0" y="2130932"/>
                  </a:cubicBezTo>
                  <a:cubicBezTo>
                    <a:pt x="-17728" y="1881202"/>
                    <a:pt x="52833" y="1763900"/>
                    <a:pt x="0" y="1525185"/>
                  </a:cubicBezTo>
                  <a:cubicBezTo>
                    <a:pt x="-52833" y="1286470"/>
                    <a:pt x="39848" y="1182473"/>
                    <a:pt x="0" y="1016790"/>
                  </a:cubicBezTo>
                  <a:cubicBezTo>
                    <a:pt x="-39848" y="851108"/>
                    <a:pt x="16929" y="697112"/>
                    <a:pt x="0" y="540846"/>
                  </a:cubicBezTo>
                  <a:cubicBezTo>
                    <a:pt x="-16929" y="384580"/>
                    <a:pt x="3359" y="186462"/>
                    <a:pt x="0" y="0"/>
                  </a:cubicBezTo>
                  <a:close/>
                </a:path>
                <a:path w="3686987" h="3245074" fill="norm" stroke="0" extrusionOk="0">
                  <a:moveTo>
                    <a:pt x="0" y="0"/>
                  </a:moveTo>
                  <a:cubicBezTo>
                    <a:pt x="152296" y="-692"/>
                    <a:pt x="332954" y="5869"/>
                    <a:pt x="489843" y="0"/>
                  </a:cubicBezTo>
                  <a:cubicBezTo>
                    <a:pt x="646732" y="-5869"/>
                    <a:pt x="767879" y="20724"/>
                    <a:pt x="1016555" y="0"/>
                  </a:cubicBezTo>
                  <a:cubicBezTo>
                    <a:pt x="1265231" y="-20724"/>
                    <a:pt x="1287666" y="28693"/>
                    <a:pt x="1543267" y="0"/>
                  </a:cubicBezTo>
                  <a:cubicBezTo>
                    <a:pt x="1798868" y="-28693"/>
                    <a:pt x="1793946" y="1083"/>
                    <a:pt x="1959370" y="0"/>
                  </a:cubicBezTo>
                  <a:cubicBezTo>
                    <a:pt x="2124794" y="-1083"/>
                    <a:pt x="2228765" y="57811"/>
                    <a:pt x="2486083" y="0"/>
                  </a:cubicBezTo>
                  <a:cubicBezTo>
                    <a:pt x="2743401" y="-57811"/>
                    <a:pt x="2959520" y="69337"/>
                    <a:pt x="3086535" y="0"/>
                  </a:cubicBezTo>
                  <a:cubicBezTo>
                    <a:pt x="3213550" y="-69337"/>
                    <a:pt x="3551423" y="71545"/>
                    <a:pt x="3686987" y="0"/>
                  </a:cubicBezTo>
                  <a:cubicBezTo>
                    <a:pt x="3727921" y="222702"/>
                    <a:pt x="3625191" y="374379"/>
                    <a:pt x="3686987" y="540846"/>
                  </a:cubicBezTo>
                  <a:cubicBezTo>
                    <a:pt x="3748783" y="707313"/>
                    <a:pt x="3623747" y="873030"/>
                    <a:pt x="3686987" y="1081691"/>
                  </a:cubicBezTo>
                  <a:cubicBezTo>
                    <a:pt x="3750227" y="1290352"/>
                    <a:pt x="3626145" y="1477654"/>
                    <a:pt x="3686987" y="1622537"/>
                  </a:cubicBezTo>
                  <a:cubicBezTo>
                    <a:pt x="3747829" y="1767420"/>
                    <a:pt x="3655329" y="1856251"/>
                    <a:pt x="3686987" y="2066030"/>
                  </a:cubicBezTo>
                  <a:cubicBezTo>
                    <a:pt x="3718645" y="2275809"/>
                    <a:pt x="3652712" y="2334581"/>
                    <a:pt x="3686987" y="2509524"/>
                  </a:cubicBezTo>
                  <a:cubicBezTo>
                    <a:pt x="3721262" y="2684467"/>
                    <a:pt x="3619816" y="3010479"/>
                    <a:pt x="3686987" y="3245074"/>
                  </a:cubicBezTo>
                  <a:cubicBezTo>
                    <a:pt x="3478083" y="3260693"/>
                    <a:pt x="3433854" y="3208946"/>
                    <a:pt x="3197144" y="3245074"/>
                  </a:cubicBezTo>
                  <a:cubicBezTo>
                    <a:pt x="2960434" y="3281202"/>
                    <a:pt x="2863949" y="3204155"/>
                    <a:pt x="2744172" y="3245074"/>
                  </a:cubicBezTo>
                  <a:cubicBezTo>
                    <a:pt x="2624395" y="3285993"/>
                    <a:pt x="2441092" y="3211358"/>
                    <a:pt x="2217459" y="3245074"/>
                  </a:cubicBezTo>
                  <a:cubicBezTo>
                    <a:pt x="1993826" y="3278790"/>
                    <a:pt x="1841652" y="3185429"/>
                    <a:pt x="1690747" y="3245074"/>
                  </a:cubicBezTo>
                  <a:cubicBezTo>
                    <a:pt x="1539842" y="3304719"/>
                    <a:pt x="1326239" y="3226890"/>
                    <a:pt x="1164034" y="3245074"/>
                  </a:cubicBezTo>
                  <a:cubicBezTo>
                    <a:pt x="1001829" y="3263258"/>
                    <a:pt x="728958" y="3202856"/>
                    <a:pt x="600452" y="3245074"/>
                  </a:cubicBezTo>
                  <a:cubicBezTo>
                    <a:pt x="471946" y="3287292"/>
                    <a:pt x="294398" y="3183399"/>
                    <a:pt x="0" y="3245074"/>
                  </a:cubicBezTo>
                  <a:cubicBezTo>
                    <a:pt x="-40914" y="3101094"/>
                    <a:pt x="5051" y="2934101"/>
                    <a:pt x="0" y="2769130"/>
                  </a:cubicBezTo>
                  <a:cubicBezTo>
                    <a:pt x="-5051" y="2604159"/>
                    <a:pt x="54787" y="2501544"/>
                    <a:pt x="0" y="2260735"/>
                  </a:cubicBezTo>
                  <a:cubicBezTo>
                    <a:pt x="-54787" y="2019927"/>
                    <a:pt x="8978" y="1892466"/>
                    <a:pt x="0" y="1784791"/>
                  </a:cubicBezTo>
                  <a:cubicBezTo>
                    <a:pt x="-8978" y="1677116"/>
                    <a:pt x="22968" y="1437635"/>
                    <a:pt x="0" y="1211494"/>
                  </a:cubicBezTo>
                  <a:cubicBezTo>
                    <a:pt x="-22968" y="985353"/>
                    <a:pt x="22742" y="801348"/>
                    <a:pt x="0" y="670649"/>
                  </a:cubicBezTo>
                  <a:cubicBezTo>
                    <a:pt x="-22742" y="539951"/>
                    <a:pt x="6052" y="175702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pPr>
                <a:defRPr/>
              </a:pPr>
              <a:r>
                <a:rPr lang="it-IT" sz="1400" b="1">
                  <a:solidFill>
                    <a:schemeClr val="bg1"/>
                  </a:solidFill>
                </a:rPr>
                <a:t>Ingredienti</a:t>
              </a:r>
              <a:endParaRPr/>
            </a:p>
          </p:txBody>
        </p:sp>
        <p:graphicFrame>
          <p:nvGraphicFramePr>
            <p:cNvPr id="407904821" name="Diagramma 66"/>
            <p:cNvGraphicFramePr>
              <a:graphicFrameLocks xmlns:a="http://schemas.openxmlformats.org/drawingml/2006/main"/>
            </p:cNvGraphicFramePr>
            <p:nvPr/>
          </p:nvGraphicFramePr>
          <p:xfrm rot="0">
            <a:off x="215413" y="552707"/>
            <a:ext cx="3088718" cy="2619297"/>
            <a:chOff x="0" y="0"/>
            <a:chExt cx="3088718" cy="261929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5" r:lo="rId7" r:qs="rId8" r:cs="rId6"/>
            </a:graphicData>
          </a:graphic>
        </p:graphicFrame>
        <p:cxnSp>
          <p:nvCxnSpPr>
            <p:cNvPr id="944340549" name="Connettore diritto 68"/>
            <p:cNvCxnSpPr/>
            <p:nvPr/>
          </p:nvCxnSpPr>
          <p:spPr bwMode="auto">
            <a:xfrm flipV="1">
              <a:off x="60724" y="2865066"/>
              <a:ext cx="3525810" cy="6894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711949962" name="Rettangolo 17"/>
            <p:cNvSpPr/>
            <p:nvPr/>
          </p:nvSpPr>
          <p:spPr bwMode="auto">
            <a:xfrm rot="5400000">
              <a:off x="1751130" y="1013116"/>
              <a:ext cx="184725" cy="3408925"/>
            </a:xfrm>
            <a:prstGeom prst="rect">
              <a:avLst/>
            </a:prstGeom>
            <a:solidFill>
              <a:srgbClr val="FBE5D6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435304941" name="Rettangolo 18"/>
            <p:cNvSpPr/>
            <p:nvPr/>
          </p:nvSpPr>
          <p:spPr bwMode="auto">
            <a:xfrm rot="5400000">
              <a:off x="1751130" y="-1338260"/>
              <a:ext cx="184725" cy="3408925"/>
            </a:xfrm>
            <a:prstGeom prst="rect">
              <a:avLst/>
            </a:prstGeom>
            <a:solidFill>
              <a:srgbClr val="FBE5D6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1911415327" name="Triangolo isoscele 12"/>
            <p:cNvSpPr/>
            <p:nvPr/>
          </p:nvSpPr>
          <p:spPr bwMode="auto">
            <a:xfrm>
              <a:off x="1750772" y="324185"/>
              <a:ext cx="145708" cy="84030"/>
            </a:xfrm>
            <a:prstGeom prst="triangle">
              <a:avLst>
                <a:gd name="adj" fmla="val 50000"/>
              </a:avLst>
            </a:prstGeom>
            <a:solidFill>
              <a:srgbClr val="843C0C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1661538291" name="Triangolo isoscele 14"/>
            <p:cNvSpPr/>
            <p:nvPr/>
          </p:nvSpPr>
          <p:spPr bwMode="auto">
            <a:xfrm rot="10800000">
              <a:off x="1750773" y="2679411"/>
              <a:ext cx="145708" cy="84030"/>
            </a:xfrm>
            <a:prstGeom prst="triangle">
              <a:avLst>
                <a:gd name="adj" fmla="val 50000"/>
              </a:avLst>
            </a:prstGeom>
            <a:solidFill>
              <a:srgbClr val="843C0C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</p:grpSp>
      <p:grpSp>
        <p:nvGrpSpPr>
          <p:cNvPr id="1171406779" name="Gruppo 64"/>
          <p:cNvGrpSpPr/>
          <p:nvPr/>
        </p:nvGrpSpPr>
        <p:grpSpPr bwMode="auto">
          <a:xfrm>
            <a:off x="8213881" y="2568731"/>
            <a:ext cx="3686985" cy="3245072"/>
            <a:chOff x="0" y="0"/>
            <a:chExt cx="3686985" cy="3245072"/>
          </a:xfrm>
        </p:grpSpPr>
        <p:sp>
          <p:nvSpPr>
            <p:cNvPr id="407323712" name="CasellaDiTesto 65"/>
            <p:cNvSpPr txBox="1"/>
            <p:nvPr/>
          </p:nvSpPr>
          <p:spPr bwMode="auto">
            <a:xfrm>
              <a:off x="0" y="0"/>
              <a:ext cx="3686986" cy="3245073"/>
            </a:xfrm>
            <a:custGeom>
              <a:avLst/>
              <a:gdLst>
                <a:gd name="connsiteX0" fmla="*/ 0 w 3686987"/>
                <a:gd name="connsiteY0" fmla="*/ 0 h 3245074"/>
                <a:gd name="connsiteX1" fmla="*/ 526712 w 3686987"/>
                <a:gd name="connsiteY1" fmla="*/ 0 h 3245074"/>
                <a:gd name="connsiteX2" fmla="*/ 942815 w 3686987"/>
                <a:gd name="connsiteY2" fmla="*/ 0 h 3245074"/>
                <a:gd name="connsiteX3" fmla="*/ 1543267 w 3686987"/>
                <a:gd name="connsiteY3" fmla="*/ 0 h 3245074"/>
                <a:gd name="connsiteX4" fmla="*/ 1959370 w 3686987"/>
                <a:gd name="connsiteY4" fmla="*/ 0 h 3245074"/>
                <a:gd name="connsiteX5" fmla="*/ 2449213 w 3686987"/>
                <a:gd name="connsiteY5" fmla="*/ 0 h 3245074"/>
                <a:gd name="connsiteX6" fmla="*/ 2975925 w 3686987"/>
                <a:gd name="connsiteY6" fmla="*/ 0 h 3245074"/>
                <a:gd name="connsiteX7" fmla="*/ 3686987 w 3686987"/>
                <a:gd name="connsiteY7" fmla="*/ 0 h 3245074"/>
                <a:gd name="connsiteX8" fmla="*/ 3686987 w 3686987"/>
                <a:gd name="connsiteY8" fmla="*/ 508395 h 3245074"/>
                <a:gd name="connsiteX9" fmla="*/ 3686987 w 3686987"/>
                <a:gd name="connsiteY9" fmla="*/ 1081691 h 3245074"/>
                <a:gd name="connsiteX10" fmla="*/ 3686987 w 3686987"/>
                <a:gd name="connsiteY10" fmla="*/ 1654988 h 3245074"/>
                <a:gd name="connsiteX11" fmla="*/ 3686987 w 3686987"/>
                <a:gd name="connsiteY11" fmla="*/ 2130932 h 3245074"/>
                <a:gd name="connsiteX12" fmla="*/ 3686987 w 3686987"/>
                <a:gd name="connsiteY12" fmla="*/ 2606876 h 3245074"/>
                <a:gd name="connsiteX13" fmla="*/ 3686987 w 3686987"/>
                <a:gd name="connsiteY13" fmla="*/ 3245074 h 3245074"/>
                <a:gd name="connsiteX14" fmla="*/ 3123405 w 3686987"/>
                <a:gd name="connsiteY14" fmla="*/ 3245074 h 3245074"/>
                <a:gd name="connsiteX15" fmla="*/ 2522953 w 3686987"/>
                <a:gd name="connsiteY15" fmla="*/ 3245074 h 3245074"/>
                <a:gd name="connsiteX16" fmla="*/ 1959370 w 3686987"/>
                <a:gd name="connsiteY16" fmla="*/ 3245074 h 3245074"/>
                <a:gd name="connsiteX17" fmla="*/ 1469528 w 3686987"/>
                <a:gd name="connsiteY17" fmla="*/ 3245074 h 3245074"/>
                <a:gd name="connsiteX18" fmla="*/ 979685 w 3686987"/>
                <a:gd name="connsiteY18" fmla="*/ 3245074 h 3245074"/>
                <a:gd name="connsiteX19" fmla="*/ 0 w 3686987"/>
                <a:gd name="connsiteY19" fmla="*/ 3245074 h 3245074"/>
                <a:gd name="connsiteX20" fmla="*/ 0 w 3686987"/>
                <a:gd name="connsiteY20" fmla="*/ 2639327 h 3245074"/>
                <a:gd name="connsiteX21" fmla="*/ 0 w 3686987"/>
                <a:gd name="connsiteY21" fmla="*/ 2130932 h 3245074"/>
                <a:gd name="connsiteX22" fmla="*/ 0 w 3686987"/>
                <a:gd name="connsiteY22" fmla="*/ 1525185 h 3245074"/>
                <a:gd name="connsiteX23" fmla="*/ 0 w 3686987"/>
                <a:gd name="connsiteY23" fmla="*/ 1016790 h 3245074"/>
                <a:gd name="connsiteX24" fmla="*/ 0 w 3686987"/>
                <a:gd name="connsiteY24" fmla="*/ 540846 h 3245074"/>
                <a:gd name="connsiteX25" fmla="*/ 0 w 3686987"/>
                <a:gd name="connsiteY25" fmla="*/ 0 h 3245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686987" h="3245074" fill="none" stroke="1" extrusionOk="0">
                  <a:moveTo>
                    <a:pt x="0" y="0"/>
                  </a:moveTo>
                  <a:cubicBezTo>
                    <a:pt x="112289" y="-20948"/>
                    <a:pt x="364223" y="57965"/>
                    <a:pt x="526712" y="0"/>
                  </a:cubicBezTo>
                  <a:cubicBezTo>
                    <a:pt x="689201" y="-57965"/>
                    <a:pt x="841604" y="15917"/>
                    <a:pt x="942815" y="0"/>
                  </a:cubicBezTo>
                  <a:cubicBezTo>
                    <a:pt x="1044026" y="-15917"/>
                    <a:pt x="1402346" y="18993"/>
                    <a:pt x="1543267" y="0"/>
                  </a:cubicBezTo>
                  <a:cubicBezTo>
                    <a:pt x="1684188" y="-18993"/>
                    <a:pt x="1773745" y="12259"/>
                    <a:pt x="1959370" y="0"/>
                  </a:cubicBezTo>
                  <a:cubicBezTo>
                    <a:pt x="2144995" y="-12259"/>
                    <a:pt x="2292178" y="50293"/>
                    <a:pt x="2449213" y="0"/>
                  </a:cubicBezTo>
                  <a:cubicBezTo>
                    <a:pt x="2606248" y="-50293"/>
                    <a:pt x="2860442" y="29996"/>
                    <a:pt x="2975925" y="0"/>
                  </a:cubicBezTo>
                  <a:cubicBezTo>
                    <a:pt x="3091408" y="-29996"/>
                    <a:pt x="3441445" y="1779"/>
                    <a:pt x="3686987" y="0"/>
                  </a:cubicBezTo>
                  <a:cubicBezTo>
                    <a:pt x="3728225" y="209158"/>
                    <a:pt x="3677660" y="267845"/>
                    <a:pt x="3686987" y="508395"/>
                  </a:cubicBezTo>
                  <a:cubicBezTo>
                    <a:pt x="3696314" y="748945"/>
                    <a:pt x="3659638" y="807628"/>
                    <a:pt x="3686987" y="1081691"/>
                  </a:cubicBezTo>
                  <a:cubicBezTo>
                    <a:pt x="3714336" y="1355754"/>
                    <a:pt x="3656689" y="1412557"/>
                    <a:pt x="3686987" y="1654988"/>
                  </a:cubicBezTo>
                  <a:cubicBezTo>
                    <a:pt x="3717285" y="1897419"/>
                    <a:pt x="3660942" y="1959352"/>
                    <a:pt x="3686987" y="2130932"/>
                  </a:cubicBezTo>
                  <a:cubicBezTo>
                    <a:pt x="3713032" y="2302512"/>
                    <a:pt x="3669954" y="2484500"/>
                    <a:pt x="3686987" y="2606876"/>
                  </a:cubicBezTo>
                  <a:cubicBezTo>
                    <a:pt x="3704020" y="2729252"/>
                    <a:pt x="3615112" y="2931980"/>
                    <a:pt x="3686987" y="3245074"/>
                  </a:cubicBezTo>
                  <a:cubicBezTo>
                    <a:pt x="3491393" y="3248972"/>
                    <a:pt x="3293233" y="3223662"/>
                    <a:pt x="3123405" y="3245074"/>
                  </a:cubicBezTo>
                  <a:cubicBezTo>
                    <a:pt x="2953577" y="3266486"/>
                    <a:pt x="2732213" y="3185894"/>
                    <a:pt x="2522953" y="3245074"/>
                  </a:cubicBezTo>
                  <a:cubicBezTo>
                    <a:pt x="2313693" y="3304254"/>
                    <a:pt x="2107251" y="3238350"/>
                    <a:pt x="1959370" y="3245074"/>
                  </a:cubicBezTo>
                  <a:cubicBezTo>
                    <a:pt x="1811489" y="3251798"/>
                    <a:pt x="1639457" y="3241086"/>
                    <a:pt x="1469528" y="3245074"/>
                  </a:cubicBezTo>
                  <a:cubicBezTo>
                    <a:pt x="1299599" y="3249062"/>
                    <a:pt x="1186331" y="3214868"/>
                    <a:pt x="979685" y="3245074"/>
                  </a:cubicBezTo>
                  <a:cubicBezTo>
                    <a:pt x="773039" y="3275280"/>
                    <a:pt x="440271" y="3196392"/>
                    <a:pt x="0" y="3245074"/>
                  </a:cubicBezTo>
                  <a:cubicBezTo>
                    <a:pt x="-11265" y="3074145"/>
                    <a:pt x="42452" y="2936612"/>
                    <a:pt x="0" y="2639327"/>
                  </a:cubicBezTo>
                  <a:cubicBezTo>
                    <a:pt x="-42452" y="2342042"/>
                    <a:pt x="17728" y="2380662"/>
                    <a:pt x="0" y="2130932"/>
                  </a:cubicBezTo>
                  <a:cubicBezTo>
                    <a:pt x="-17728" y="1881202"/>
                    <a:pt x="52833" y="1763900"/>
                    <a:pt x="0" y="1525185"/>
                  </a:cubicBezTo>
                  <a:cubicBezTo>
                    <a:pt x="-52833" y="1286470"/>
                    <a:pt x="39848" y="1182473"/>
                    <a:pt x="0" y="1016790"/>
                  </a:cubicBezTo>
                  <a:cubicBezTo>
                    <a:pt x="-39848" y="851108"/>
                    <a:pt x="16929" y="697112"/>
                    <a:pt x="0" y="540846"/>
                  </a:cubicBezTo>
                  <a:cubicBezTo>
                    <a:pt x="-16929" y="384580"/>
                    <a:pt x="3359" y="186462"/>
                    <a:pt x="0" y="0"/>
                  </a:cubicBezTo>
                  <a:close/>
                </a:path>
                <a:path w="3686987" h="3245074" fill="norm" stroke="0" extrusionOk="0">
                  <a:moveTo>
                    <a:pt x="0" y="0"/>
                  </a:moveTo>
                  <a:cubicBezTo>
                    <a:pt x="152296" y="-692"/>
                    <a:pt x="332954" y="5869"/>
                    <a:pt x="489843" y="0"/>
                  </a:cubicBezTo>
                  <a:cubicBezTo>
                    <a:pt x="646732" y="-5869"/>
                    <a:pt x="767879" y="20724"/>
                    <a:pt x="1016555" y="0"/>
                  </a:cubicBezTo>
                  <a:cubicBezTo>
                    <a:pt x="1265231" y="-20724"/>
                    <a:pt x="1287666" y="28693"/>
                    <a:pt x="1543267" y="0"/>
                  </a:cubicBezTo>
                  <a:cubicBezTo>
                    <a:pt x="1798868" y="-28693"/>
                    <a:pt x="1793946" y="1083"/>
                    <a:pt x="1959370" y="0"/>
                  </a:cubicBezTo>
                  <a:cubicBezTo>
                    <a:pt x="2124794" y="-1083"/>
                    <a:pt x="2228765" y="57811"/>
                    <a:pt x="2486083" y="0"/>
                  </a:cubicBezTo>
                  <a:cubicBezTo>
                    <a:pt x="2743401" y="-57811"/>
                    <a:pt x="2959520" y="69337"/>
                    <a:pt x="3086535" y="0"/>
                  </a:cubicBezTo>
                  <a:cubicBezTo>
                    <a:pt x="3213550" y="-69337"/>
                    <a:pt x="3551423" y="71545"/>
                    <a:pt x="3686987" y="0"/>
                  </a:cubicBezTo>
                  <a:cubicBezTo>
                    <a:pt x="3727921" y="222702"/>
                    <a:pt x="3625191" y="374379"/>
                    <a:pt x="3686987" y="540846"/>
                  </a:cubicBezTo>
                  <a:cubicBezTo>
                    <a:pt x="3748783" y="707313"/>
                    <a:pt x="3623747" y="873030"/>
                    <a:pt x="3686987" y="1081691"/>
                  </a:cubicBezTo>
                  <a:cubicBezTo>
                    <a:pt x="3750227" y="1290352"/>
                    <a:pt x="3626145" y="1477654"/>
                    <a:pt x="3686987" y="1622537"/>
                  </a:cubicBezTo>
                  <a:cubicBezTo>
                    <a:pt x="3747829" y="1767420"/>
                    <a:pt x="3655329" y="1856251"/>
                    <a:pt x="3686987" y="2066030"/>
                  </a:cubicBezTo>
                  <a:cubicBezTo>
                    <a:pt x="3718645" y="2275809"/>
                    <a:pt x="3652712" y="2334581"/>
                    <a:pt x="3686987" y="2509524"/>
                  </a:cubicBezTo>
                  <a:cubicBezTo>
                    <a:pt x="3721262" y="2684467"/>
                    <a:pt x="3619816" y="3010479"/>
                    <a:pt x="3686987" y="3245074"/>
                  </a:cubicBezTo>
                  <a:cubicBezTo>
                    <a:pt x="3478083" y="3260693"/>
                    <a:pt x="3433854" y="3208946"/>
                    <a:pt x="3197144" y="3245074"/>
                  </a:cubicBezTo>
                  <a:cubicBezTo>
                    <a:pt x="2960434" y="3281202"/>
                    <a:pt x="2863949" y="3204155"/>
                    <a:pt x="2744172" y="3245074"/>
                  </a:cubicBezTo>
                  <a:cubicBezTo>
                    <a:pt x="2624395" y="3285993"/>
                    <a:pt x="2441092" y="3211358"/>
                    <a:pt x="2217459" y="3245074"/>
                  </a:cubicBezTo>
                  <a:cubicBezTo>
                    <a:pt x="1993826" y="3278790"/>
                    <a:pt x="1841652" y="3185429"/>
                    <a:pt x="1690747" y="3245074"/>
                  </a:cubicBezTo>
                  <a:cubicBezTo>
                    <a:pt x="1539842" y="3304719"/>
                    <a:pt x="1326239" y="3226890"/>
                    <a:pt x="1164034" y="3245074"/>
                  </a:cubicBezTo>
                  <a:cubicBezTo>
                    <a:pt x="1001829" y="3263258"/>
                    <a:pt x="728958" y="3202856"/>
                    <a:pt x="600452" y="3245074"/>
                  </a:cubicBezTo>
                  <a:cubicBezTo>
                    <a:pt x="471946" y="3287292"/>
                    <a:pt x="294398" y="3183399"/>
                    <a:pt x="0" y="3245074"/>
                  </a:cubicBezTo>
                  <a:cubicBezTo>
                    <a:pt x="-40914" y="3101094"/>
                    <a:pt x="5051" y="2934101"/>
                    <a:pt x="0" y="2769130"/>
                  </a:cubicBezTo>
                  <a:cubicBezTo>
                    <a:pt x="-5051" y="2604159"/>
                    <a:pt x="54787" y="2501544"/>
                    <a:pt x="0" y="2260735"/>
                  </a:cubicBezTo>
                  <a:cubicBezTo>
                    <a:pt x="-54787" y="2019927"/>
                    <a:pt x="8978" y="1892466"/>
                    <a:pt x="0" y="1784791"/>
                  </a:cubicBezTo>
                  <a:cubicBezTo>
                    <a:pt x="-8978" y="1677116"/>
                    <a:pt x="22968" y="1437635"/>
                    <a:pt x="0" y="1211494"/>
                  </a:cubicBezTo>
                  <a:cubicBezTo>
                    <a:pt x="-22968" y="985353"/>
                    <a:pt x="22742" y="801348"/>
                    <a:pt x="0" y="670649"/>
                  </a:cubicBezTo>
                  <a:cubicBezTo>
                    <a:pt x="-22742" y="539951"/>
                    <a:pt x="6052" y="175702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pPr>
                <a:defRPr/>
              </a:pPr>
              <a:r>
                <a:rPr lang="it-IT" sz="1400" b="1">
                  <a:solidFill>
                    <a:schemeClr val="bg1"/>
                  </a:solidFill>
                </a:rPr>
                <a:t>Allergeni</a:t>
              </a:r>
              <a:endParaRPr/>
            </a:p>
          </p:txBody>
        </p:sp>
        <p:graphicFrame>
          <p:nvGraphicFramePr>
            <p:cNvPr id="993035834" name="Diagramma 67"/>
            <p:cNvGraphicFramePr>
              <a:graphicFrameLocks xmlns:a="http://schemas.openxmlformats.org/drawingml/2006/main"/>
            </p:cNvGraphicFramePr>
            <p:nvPr/>
          </p:nvGraphicFramePr>
          <p:xfrm rot="0">
            <a:off x="215411" y="552706"/>
            <a:ext cx="3088718" cy="2619297"/>
            <a:chOff x="0" y="0"/>
            <a:chExt cx="3088718" cy="261929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0" r:lo="rId12" r:qs="rId13" r:cs="rId11"/>
            </a:graphicData>
          </a:graphic>
        </p:graphicFrame>
        <p:sp>
          <p:nvSpPr>
            <p:cNvPr id="362819388" name="Rettangolo 77"/>
            <p:cNvSpPr/>
            <p:nvPr/>
          </p:nvSpPr>
          <p:spPr bwMode="auto">
            <a:xfrm rot="5400000">
              <a:off x="1751130" y="1339954"/>
              <a:ext cx="184725" cy="3408925"/>
            </a:xfrm>
            <a:prstGeom prst="rect">
              <a:avLst/>
            </a:prstGeom>
            <a:solidFill>
              <a:srgbClr val="FBE5D6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589000405" name="Rettangolo 78"/>
            <p:cNvSpPr/>
            <p:nvPr/>
          </p:nvSpPr>
          <p:spPr bwMode="auto">
            <a:xfrm rot="5400000">
              <a:off x="1751130" y="-1338259"/>
              <a:ext cx="184725" cy="3408925"/>
            </a:xfrm>
            <a:prstGeom prst="rect">
              <a:avLst/>
            </a:prstGeom>
            <a:solidFill>
              <a:srgbClr val="FBE5D6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1546514431" name="Triangolo isoscele 80"/>
            <p:cNvSpPr/>
            <p:nvPr/>
          </p:nvSpPr>
          <p:spPr bwMode="auto">
            <a:xfrm>
              <a:off x="1750770" y="324184"/>
              <a:ext cx="145708" cy="84030"/>
            </a:xfrm>
            <a:prstGeom prst="triangle">
              <a:avLst>
                <a:gd name="adj" fmla="val 50000"/>
              </a:avLst>
            </a:prstGeom>
            <a:solidFill>
              <a:srgbClr val="843C0C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841503437" name="Triangolo isoscele 81"/>
            <p:cNvSpPr/>
            <p:nvPr/>
          </p:nvSpPr>
          <p:spPr bwMode="auto">
            <a:xfrm rot="10800000">
              <a:off x="1750772" y="3006249"/>
              <a:ext cx="145708" cy="84030"/>
            </a:xfrm>
            <a:prstGeom prst="triangle">
              <a:avLst>
                <a:gd name="adj" fmla="val 50000"/>
              </a:avLst>
            </a:prstGeom>
            <a:solidFill>
              <a:srgbClr val="843C0C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</p:grpSp>
      <p:cxnSp>
        <p:nvCxnSpPr>
          <p:cNvPr id="1901178240" name="Connettore diritto 4"/>
          <p:cNvCxnSpPr/>
          <p:nvPr/>
        </p:nvCxnSpPr>
        <p:spPr bwMode="auto">
          <a:xfrm>
            <a:off x="0" y="939799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50682113" name="CasellaDiTesto 24"/>
          <p:cNvSpPr txBox="1"/>
          <p:nvPr/>
        </p:nvSpPr>
        <p:spPr bwMode="auto">
          <a:xfrm>
            <a:off x="5185746" y="1459737"/>
            <a:ext cx="1728268" cy="4575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400" b="1">
                <a:solidFill>
                  <a:schemeClr val="accent2"/>
                </a:solidFill>
                <a:latin typeface="Carlito"/>
                <a:ea typeface="Carlito"/>
                <a:cs typeface="Carlito"/>
              </a:rPr>
              <a:t>Il mio piatto</a:t>
            </a:r>
            <a:endParaRPr>
              <a:latin typeface="Carlito"/>
              <a:cs typeface="Carlito"/>
            </a:endParaRPr>
          </a:p>
        </p:txBody>
      </p:sp>
      <p:sp>
        <p:nvSpPr>
          <p:cNvPr id="577406110" name="CasellaDiTesto 25"/>
          <p:cNvSpPr txBox="1"/>
          <p:nvPr/>
        </p:nvSpPr>
        <p:spPr bwMode="auto">
          <a:xfrm>
            <a:off x="4630892" y="1113459"/>
            <a:ext cx="2895032" cy="5185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800" b="1">
                <a:solidFill>
                  <a:schemeClr val="accent2">
                    <a:lumMod val="50000"/>
                  </a:schemeClr>
                </a:solidFill>
                <a:latin typeface="Carlito"/>
                <a:ea typeface="Carlito"/>
                <a:cs typeface="Carlito"/>
              </a:rPr>
              <a:t>Aggiungi un piatto</a:t>
            </a:r>
            <a:endParaRPr>
              <a:latin typeface="Carlito"/>
              <a:cs typeface="Carlito"/>
            </a:endParaRPr>
          </a:p>
        </p:txBody>
      </p:sp>
      <p:cxnSp>
        <p:nvCxnSpPr>
          <p:cNvPr id="715532781" name="Connettore diritto 4"/>
          <p:cNvCxnSpPr/>
          <p:nvPr/>
        </p:nvCxnSpPr>
        <p:spPr bwMode="auto">
          <a:xfrm>
            <a:off x="0" y="2201907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1891226983" name="Gruppo 143"/>
          <p:cNvGrpSpPr/>
          <p:nvPr/>
        </p:nvGrpSpPr>
        <p:grpSpPr bwMode="auto">
          <a:xfrm>
            <a:off x="482952" y="1326999"/>
            <a:ext cx="960555" cy="305159"/>
            <a:chOff x="0" y="0"/>
            <a:chExt cx="960555" cy="305159"/>
          </a:xfrm>
        </p:grpSpPr>
        <p:sp>
          <p:nvSpPr>
            <p:cNvPr id="1039076604" name="Rettangolo 123"/>
            <p:cNvSpPr/>
            <p:nvPr/>
          </p:nvSpPr>
          <p:spPr bwMode="auto">
            <a:xfrm>
              <a:off x="0" y="0"/>
              <a:ext cx="960555" cy="30515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r">
                <a:defRPr/>
              </a:pPr>
              <a:r>
                <a:rPr lang="it-IT" sz="1400">
                  <a:solidFill>
                    <a:schemeClr val="accent1"/>
                  </a:solidFill>
                </a:rPr>
                <a:t>Indietro</a:t>
              </a:r>
              <a:endParaRPr/>
            </a:p>
          </p:txBody>
        </p:sp>
        <p:pic>
          <p:nvPicPr>
            <p:cNvPr id="657216870" name="Elemento grafico 141" descr="Accento circonflesso verso sinistra con riempimento a tinta unita"/>
            <p:cNvPicPr>
              <a:picLocks noChangeAspect="1"/>
            </p:cNvPicPr>
            <p:nvPr/>
          </p:nvPicPr>
          <p:blipFill rotWithShape="1">
            <a:blip r:embed="rId14"/>
            <a:stretch/>
          </p:blipFill>
          <p:spPr bwMode="auto">
            <a:xfrm>
              <a:off x="55584" y="45719"/>
              <a:ext cx="228315" cy="228315"/>
            </a:xfrm>
            <a:prstGeom prst="rect">
              <a:avLst/>
            </a:prstGeom>
          </p:spPr>
        </p:pic>
      </p:grpSp>
      <p:pic>
        <p:nvPicPr>
          <p:cNvPr id="709499355" name="Elemento grafico 141" descr="Accento circonflesso verso sinistra con riempimento a tinta unita"/>
          <p:cNvPicPr>
            <a:picLocks noChangeAspect="1"/>
          </p:cNvPicPr>
          <p:nvPr/>
        </p:nvPicPr>
        <p:blipFill rotWithShape="1">
          <a:blip r:embed="rId14"/>
          <a:stretch/>
        </p:blipFill>
        <p:spPr bwMode="auto">
          <a:xfrm rot="0" flipH="0" flipV="0">
            <a:off x="709979" y="7357953"/>
            <a:ext cx="228315" cy="228315"/>
          </a:xfrm>
          <a:prstGeom prst="rect">
            <a:avLst/>
          </a:prstGeom>
        </p:spPr>
      </p:pic>
      <p:sp modelId="{A04F6C91-AEBF-4847-980F-C23A5906DCBB}">
        <p:nvSpPr>
          <p:cNvPr id="1143017058" name=""/>
          <p:cNvSpPr/>
          <p:nvPr/>
        </p:nvSpPr>
        <p:spPr bwMode="auto">
          <a:xfrm flipH="0" flipV="0">
            <a:off x="621666" y="5491187"/>
            <a:ext cx="3448932" cy="257113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accent2">
                <a:shade val="80000"/>
                <a:hueOff val="0"/>
                <a:satOff val="0"/>
                <a:lumOff val="0"/>
                <a:alphaOff val="0"/>
              </a:schemeClr>
            </a:solidFill>
            <a:prstDash val="solid"/>
            <a:miter lim="800000"/>
          </a:ln>
          <a:effectLst/>
        </p:spPr>
        <p:style>
          <a:lnRef idx="2">
            <a:srgbClr val="000000"/>
          </a:lnRef>
          <a:fillRef idx="1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spcFirstLastPara="0" vert="horz" wrap="square" lIns="45720" tIns="45720" rIns="45720" bIns="45720" numCol="1" spcCol="1268" anchor="ctr" anchorCtr="0">
            <a:noAutofit/>
          </a:bodyPr>
          <a:lstStyle/>
          <a:p>
            <a:pPr marL="0" lvl="0" indent="0" algn="l" defTabSz="53339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1200" b="1">
                <a:solidFill>
                  <a:schemeClr val="accent2">
                    <a:lumMod val="50000"/>
                  </a:schemeClr>
                </a:solidFill>
              </a:rPr>
              <a:t>    Bevanda</a:t>
            </a:r>
            <a:endParaRPr/>
          </a:p>
        </p:txBody>
      </p:sp>
      <p:pic>
        <p:nvPicPr>
          <p:cNvPr id="46730629" name="Elemento grafico 8" descr="Accento circonflesso verso il basso con riempimento a tinta unita"/>
          <p:cNvPicPr>
            <a:picLocks noChangeAspect="1"/>
          </p:cNvPicPr>
          <p:nvPr/>
        </p:nvPicPr>
        <p:blipFill rotWithShape="1">
          <a:blip r:embed="rId15"/>
          <a:stretch/>
        </p:blipFill>
        <p:spPr bwMode="auto">
          <a:xfrm>
            <a:off x="3775862" y="5495965"/>
            <a:ext cx="252335" cy="252335"/>
          </a:xfrm>
          <a:prstGeom prst="rect">
            <a:avLst/>
          </a:prstGeom>
        </p:spPr>
      </p:pic>
      <p:sp>
        <p:nvSpPr>
          <p:cNvPr id="351112970" name=""/>
          <p:cNvSpPr/>
          <p:nvPr/>
        </p:nvSpPr>
        <p:spPr bwMode="auto">
          <a:xfrm rot="0" flipH="0" flipV="0">
            <a:off x="0" y="1866"/>
            <a:ext cx="12196690" cy="6854264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929496735" name=""/>
          <p:cNvSpPr/>
          <p:nvPr/>
        </p:nvSpPr>
        <p:spPr bwMode="auto">
          <a:xfrm rot="0" flipH="0" flipV="0">
            <a:off x="4221600" y="2325220"/>
            <a:ext cx="3586119" cy="18863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143356521" name="CasellaDiTesto 24"/>
          <p:cNvSpPr txBox="1"/>
          <p:nvPr/>
        </p:nvSpPr>
        <p:spPr bwMode="auto">
          <a:xfrm>
            <a:off x="4503145" y="2732725"/>
            <a:ext cx="3233388" cy="640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1800" b="1">
                <a:solidFill>
                  <a:schemeClr val="accent2"/>
                </a:solidFill>
                <a:latin typeface="Carlito"/>
                <a:ea typeface="Carlito"/>
                <a:cs typeface="Carlito"/>
              </a:rPr>
              <a:t>Il piatto deve prevedere almeno</a:t>
            </a:r>
            <a:endParaRPr lang="it-IT" sz="1800" b="1">
              <a:solidFill>
                <a:schemeClr val="accent2"/>
              </a:solidFill>
              <a:latin typeface="Carlito"/>
              <a:ea typeface="Carlito"/>
              <a:cs typeface="Carlito"/>
            </a:endParaRPr>
          </a:p>
          <a:p>
            <a:pPr>
              <a:defRPr/>
            </a:pPr>
            <a:r>
              <a:rPr lang="it-IT" sz="1800" b="1">
                <a:solidFill>
                  <a:schemeClr val="accent2"/>
                </a:solidFill>
                <a:latin typeface="Carlito"/>
                <a:ea typeface="Carlito"/>
                <a:cs typeface="Carlito"/>
              </a:rPr>
              <a:t>un ingrediente!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664700536" name="CasellaDiTesto 25"/>
          <p:cNvSpPr txBox="1"/>
          <p:nvPr/>
        </p:nvSpPr>
        <p:spPr bwMode="auto">
          <a:xfrm>
            <a:off x="4503145" y="2386447"/>
            <a:ext cx="2870029" cy="5185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800" b="1">
                <a:solidFill>
                  <a:schemeClr val="accent2">
                    <a:lumMod val="50000"/>
                  </a:schemeClr>
                </a:solidFill>
                <a:latin typeface="Carlito"/>
                <a:ea typeface="Carlito"/>
                <a:cs typeface="Carlito"/>
              </a:rPr>
              <a:t>Piatto non salvato</a:t>
            </a:r>
            <a:endParaRPr>
              <a:latin typeface="Carlito"/>
              <a:cs typeface="Carlito"/>
            </a:endParaRPr>
          </a:p>
        </p:txBody>
      </p:sp>
      <p:sp>
        <p:nvSpPr>
          <p:cNvPr id="948353652" name="Rettangolo 79"/>
          <p:cNvSpPr/>
          <p:nvPr/>
        </p:nvSpPr>
        <p:spPr bwMode="auto">
          <a:xfrm rot="0" flipH="0" flipV="0">
            <a:off x="5431443" y="3613087"/>
            <a:ext cx="1097658" cy="3661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defRPr/>
            </a:pPr>
            <a:r>
              <a:rPr lang="it-IT" b="1"/>
              <a:t>Continua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762524041" name="Connettore diritto 4"/>
          <p:cNvCxnSpPr/>
          <p:nvPr/>
        </p:nvCxnSpPr>
        <p:spPr bwMode="auto">
          <a:xfrm>
            <a:off x="0" y="939799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237713020" name="CasellaDiTesto 13"/>
          <p:cNvSpPr txBox="1"/>
          <p:nvPr/>
        </p:nvSpPr>
        <p:spPr bwMode="auto">
          <a:xfrm>
            <a:off x="534613" y="137259"/>
            <a:ext cx="3364285" cy="584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it-IT" sz="3200" spc="599">
                <a:solidFill>
                  <a:schemeClr val="accent2"/>
                </a:solidFill>
                <a:latin typeface="Aharoni"/>
                <a:cs typeface="Aharoni"/>
              </a:rPr>
              <a:t>PickyEaters</a:t>
            </a:r>
            <a:endParaRPr lang="it-IT" spc="599">
              <a:solidFill>
                <a:schemeClr val="accent2"/>
              </a:solidFill>
              <a:latin typeface="Aharoni"/>
              <a:cs typeface="Aharoni"/>
            </a:endParaRPr>
          </a:p>
        </p:txBody>
      </p:sp>
      <p:pic>
        <p:nvPicPr>
          <p:cNvPr id="118683533" name="Elemento grafico 20" descr="Cursore con riempimento a tinta unita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1">
            <a:off x="0" y="136738"/>
            <a:ext cx="584775" cy="584775"/>
          </a:xfrm>
          <a:prstGeom prst="rect">
            <a:avLst/>
          </a:prstGeom>
        </p:spPr>
      </p:pic>
      <p:grpSp>
        <p:nvGrpSpPr>
          <p:cNvPr id="164422003" name="Gruppo 21"/>
          <p:cNvGrpSpPr/>
          <p:nvPr/>
        </p:nvGrpSpPr>
        <p:grpSpPr bwMode="auto">
          <a:xfrm>
            <a:off x="311159" y="2554088"/>
            <a:ext cx="4032128" cy="713016"/>
            <a:chOff x="311159" y="2091709"/>
            <a:chExt cx="4032128" cy="713016"/>
          </a:xfrm>
        </p:grpSpPr>
        <p:sp>
          <p:nvSpPr>
            <p:cNvPr id="795260255" name="CasellaDiTesto 22"/>
            <p:cNvSpPr txBox="1"/>
            <p:nvPr/>
          </p:nvSpPr>
          <p:spPr bwMode="auto">
            <a:xfrm>
              <a:off x="311159" y="2422044"/>
              <a:ext cx="4032128" cy="338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it-IT" sz="1600" b="1">
                  <a:solidFill>
                    <a:schemeClr val="bg1"/>
                  </a:solidFill>
                </a:rPr>
                <a:t>A che categoria appartiene il piatto?</a:t>
              </a:r>
              <a:endParaRPr/>
            </a:p>
          </p:txBody>
        </p:sp>
        <p:sp>
          <p:nvSpPr>
            <p:cNvPr id="541620076" name="CasellaDiTesto 41"/>
            <p:cNvSpPr txBox="1"/>
            <p:nvPr/>
          </p:nvSpPr>
          <p:spPr bwMode="auto">
            <a:xfrm>
              <a:off x="542646" y="2091709"/>
              <a:ext cx="3678952" cy="713016"/>
            </a:xfrm>
            <a:custGeom>
              <a:avLst/>
              <a:gdLst>
                <a:gd name="connsiteX0" fmla="*/ 0 w 3678954"/>
                <a:gd name="connsiteY0" fmla="*/ 0 h 713016"/>
                <a:gd name="connsiteX1" fmla="*/ 525565 w 3678954"/>
                <a:gd name="connsiteY1" fmla="*/ 0 h 713016"/>
                <a:gd name="connsiteX2" fmla="*/ 1087919 w 3678954"/>
                <a:gd name="connsiteY2" fmla="*/ 0 h 713016"/>
                <a:gd name="connsiteX3" fmla="*/ 1576695 w 3678954"/>
                <a:gd name="connsiteY3" fmla="*/ 0 h 713016"/>
                <a:gd name="connsiteX4" fmla="*/ 2102259 w 3678954"/>
                <a:gd name="connsiteY4" fmla="*/ 0 h 713016"/>
                <a:gd name="connsiteX5" fmla="*/ 2627824 w 3678954"/>
                <a:gd name="connsiteY5" fmla="*/ 0 h 713016"/>
                <a:gd name="connsiteX6" fmla="*/ 3116600 w 3678954"/>
                <a:gd name="connsiteY6" fmla="*/ 0 h 713016"/>
                <a:gd name="connsiteX7" fmla="*/ 3678954 w 3678954"/>
                <a:gd name="connsiteY7" fmla="*/ 0 h 713016"/>
                <a:gd name="connsiteX8" fmla="*/ 3678954 w 3678954"/>
                <a:gd name="connsiteY8" fmla="*/ 363638 h 713016"/>
                <a:gd name="connsiteX9" fmla="*/ 3678954 w 3678954"/>
                <a:gd name="connsiteY9" fmla="*/ 713016 h 713016"/>
                <a:gd name="connsiteX10" fmla="*/ 3226968 w 3678954"/>
                <a:gd name="connsiteY10" fmla="*/ 713016 h 713016"/>
                <a:gd name="connsiteX11" fmla="*/ 2664614 w 3678954"/>
                <a:gd name="connsiteY11" fmla="*/ 713016 h 713016"/>
                <a:gd name="connsiteX12" fmla="*/ 2212628 w 3678954"/>
                <a:gd name="connsiteY12" fmla="*/ 713016 h 713016"/>
                <a:gd name="connsiteX13" fmla="*/ 1760642 w 3678954"/>
                <a:gd name="connsiteY13" fmla="*/ 713016 h 713016"/>
                <a:gd name="connsiteX14" fmla="*/ 1198288 w 3678954"/>
                <a:gd name="connsiteY14" fmla="*/ 713016 h 713016"/>
                <a:gd name="connsiteX15" fmla="*/ 709513 w 3678954"/>
                <a:gd name="connsiteY15" fmla="*/ 713016 h 713016"/>
                <a:gd name="connsiteX16" fmla="*/ 0 w 3678954"/>
                <a:gd name="connsiteY16" fmla="*/ 713016 h 713016"/>
                <a:gd name="connsiteX17" fmla="*/ 0 w 3678954"/>
                <a:gd name="connsiteY17" fmla="*/ 370768 h 713016"/>
                <a:gd name="connsiteX18" fmla="*/ 0 w 3678954"/>
                <a:gd name="connsiteY18" fmla="*/ 0 h 713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678954" h="713016" fill="none" stroke="1" extrusionOk="0">
                  <a:moveTo>
                    <a:pt x="0" y="0"/>
                  </a:moveTo>
                  <a:cubicBezTo>
                    <a:pt x="106438" y="-4997"/>
                    <a:pt x="290281" y="12720"/>
                    <a:pt x="525565" y="0"/>
                  </a:cubicBezTo>
                  <a:cubicBezTo>
                    <a:pt x="760849" y="-12720"/>
                    <a:pt x="944033" y="41878"/>
                    <a:pt x="1087919" y="0"/>
                  </a:cubicBezTo>
                  <a:cubicBezTo>
                    <a:pt x="1231805" y="-41878"/>
                    <a:pt x="1434944" y="36466"/>
                    <a:pt x="1576695" y="0"/>
                  </a:cubicBezTo>
                  <a:cubicBezTo>
                    <a:pt x="1718446" y="-36466"/>
                    <a:pt x="1870168" y="52935"/>
                    <a:pt x="2102259" y="0"/>
                  </a:cubicBezTo>
                  <a:cubicBezTo>
                    <a:pt x="2334350" y="-52935"/>
                    <a:pt x="2498891" y="34467"/>
                    <a:pt x="2627824" y="0"/>
                  </a:cubicBezTo>
                  <a:cubicBezTo>
                    <a:pt x="2756758" y="-34467"/>
                    <a:pt x="2986951" y="19835"/>
                    <a:pt x="3116600" y="0"/>
                  </a:cubicBezTo>
                  <a:cubicBezTo>
                    <a:pt x="3246249" y="-19835"/>
                    <a:pt x="3495103" y="18411"/>
                    <a:pt x="3678954" y="0"/>
                  </a:cubicBezTo>
                  <a:cubicBezTo>
                    <a:pt x="3696401" y="97946"/>
                    <a:pt x="3659628" y="230606"/>
                    <a:pt x="3678954" y="363638"/>
                  </a:cubicBezTo>
                  <a:cubicBezTo>
                    <a:pt x="3698280" y="496670"/>
                    <a:pt x="3675102" y="600816"/>
                    <a:pt x="3678954" y="713016"/>
                  </a:cubicBezTo>
                  <a:cubicBezTo>
                    <a:pt x="3515749" y="735965"/>
                    <a:pt x="3388328" y="679855"/>
                    <a:pt x="3226968" y="713016"/>
                  </a:cubicBezTo>
                  <a:cubicBezTo>
                    <a:pt x="3065608" y="746177"/>
                    <a:pt x="2789577" y="686206"/>
                    <a:pt x="2664614" y="713016"/>
                  </a:cubicBezTo>
                  <a:cubicBezTo>
                    <a:pt x="2539651" y="739826"/>
                    <a:pt x="2358840" y="668039"/>
                    <a:pt x="2212628" y="713016"/>
                  </a:cubicBezTo>
                  <a:cubicBezTo>
                    <a:pt x="2066416" y="757993"/>
                    <a:pt x="1974174" y="698246"/>
                    <a:pt x="1760642" y="713016"/>
                  </a:cubicBezTo>
                  <a:cubicBezTo>
                    <a:pt x="1547110" y="727786"/>
                    <a:pt x="1332764" y="706061"/>
                    <a:pt x="1198288" y="713016"/>
                  </a:cubicBezTo>
                  <a:cubicBezTo>
                    <a:pt x="1063812" y="719971"/>
                    <a:pt x="876579" y="655965"/>
                    <a:pt x="709513" y="713016"/>
                  </a:cubicBezTo>
                  <a:cubicBezTo>
                    <a:pt x="542447" y="770067"/>
                    <a:pt x="240243" y="629967"/>
                    <a:pt x="0" y="713016"/>
                  </a:cubicBezTo>
                  <a:cubicBezTo>
                    <a:pt x="-1346" y="573898"/>
                    <a:pt x="37630" y="457402"/>
                    <a:pt x="0" y="370768"/>
                  </a:cubicBezTo>
                  <a:cubicBezTo>
                    <a:pt x="-37630" y="284134"/>
                    <a:pt x="30866" y="172819"/>
                    <a:pt x="0" y="0"/>
                  </a:cubicBezTo>
                  <a:close/>
                </a:path>
                <a:path w="3678954" h="713016" fill="norm" stroke="0" extrusionOk="0">
                  <a:moveTo>
                    <a:pt x="0" y="0"/>
                  </a:moveTo>
                  <a:cubicBezTo>
                    <a:pt x="103131" y="-9360"/>
                    <a:pt x="292001" y="40606"/>
                    <a:pt x="488775" y="0"/>
                  </a:cubicBezTo>
                  <a:cubicBezTo>
                    <a:pt x="685549" y="-40606"/>
                    <a:pt x="768138" y="39139"/>
                    <a:pt x="1014340" y="0"/>
                  </a:cubicBezTo>
                  <a:cubicBezTo>
                    <a:pt x="1260543" y="-39139"/>
                    <a:pt x="1339992" y="60992"/>
                    <a:pt x="1539905" y="0"/>
                  </a:cubicBezTo>
                  <a:cubicBezTo>
                    <a:pt x="1739819" y="-60992"/>
                    <a:pt x="1835688" y="24468"/>
                    <a:pt x="1955101" y="0"/>
                  </a:cubicBezTo>
                  <a:cubicBezTo>
                    <a:pt x="2074514" y="-24468"/>
                    <a:pt x="2338163" y="31478"/>
                    <a:pt x="2480666" y="0"/>
                  </a:cubicBezTo>
                  <a:cubicBezTo>
                    <a:pt x="2623170" y="-31478"/>
                    <a:pt x="2799086" y="44158"/>
                    <a:pt x="3079810" y="0"/>
                  </a:cubicBezTo>
                  <a:cubicBezTo>
                    <a:pt x="3360534" y="-44158"/>
                    <a:pt x="3398958" y="63391"/>
                    <a:pt x="3678954" y="0"/>
                  </a:cubicBezTo>
                  <a:cubicBezTo>
                    <a:pt x="3701422" y="153123"/>
                    <a:pt x="3649368" y="180147"/>
                    <a:pt x="3678954" y="356508"/>
                  </a:cubicBezTo>
                  <a:cubicBezTo>
                    <a:pt x="3708540" y="532869"/>
                    <a:pt x="3642430" y="618845"/>
                    <a:pt x="3678954" y="713016"/>
                  </a:cubicBezTo>
                  <a:cubicBezTo>
                    <a:pt x="3428851" y="726921"/>
                    <a:pt x="3396913" y="671597"/>
                    <a:pt x="3153389" y="713016"/>
                  </a:cubicBezTo>
                  <a:cubicBezTo>
                    <a:pt x="2909866" y="754435"/>
                    <a:pt x="2831314" y="660195"/>
                    <a:pt x="2701403" y="713016"/>
                  </a:cubicBezTo>
                  <a:cubicBezTo>
                    <a:pt x="2571492" y="765837"/>
                    <a:pt x="2345691" y="673526"/>
                    <a:pt x="2102259" y="713016"/>
                  </a:cubicBezTo>
                  <a:cubicBezTo>
                    <a:pt x="1858827" y="752506"/>
                    <a:pt x="1864375" y="692526"/>
                    <a:pt x="1650274" y="713016"/>
                  </a:cubicBezTo>
                  <a:cubicBezTo>
                    <a:pt x="1436174" y="733506"/>
                    <a:pt x="1327173" y="694293"/>
                    <a:pt x="1198288" y="713016"/>
                  </a:cubicBezTo>
                  <a:cubicBezTo>
                    <a:pt x="1069403" y="731739"/>
                    <a:pt x="878107" y="663824"/>
                    <a:pt x="746302" y="713016"/>
                  </a:cubicBezTo>
                  <a:cubicBezTo>
                    <a:pt x="614497" y="762208"/>
                    <a:pt x="232841" y="643641"/>
                    <a:pt x="0" y="713016"/>
                  </a:cubicBezTo>
                  <a:cubicBezTo>
                    <a:pt x="-27456" y="584045"/>
                    <a:pt x="861" y="498799"/>
                    <a:pt x="0" y="356508"/>
                  </a:cubicBezTo>
                  <a:cubicBezTo>
                    <a:pt x="-861" y="214217"/>
                    <a:pt x="37318" y="17639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pPr>
                <a:defRPr/>
              </a:pPr>
              <a:r>
                <a:rPr lang="it-IT" sz="1400" b="1">
                  <a:solidFill>
                    <a:schemeClr val="bg1"/>
                  </a:solidFill>
                </a:rPr>
                <a:t>Nome</a:t>
              </a:r>
              <a:endParaRPr/>
            </a:p>
          </p:txBody>
        </p:sp>
        <p:sp>
          <p:nvSpPr>
            <p:cNvPr id="1126202100" name="Rettangolo con angoli arrotondati 10"/>
            <p:cNvSpPr/>
            <p:nvPr/>
          </p:nvSpPr>
          <p:spPr bwMode="auto">
            <a:xfrm>
              <a:off x="682555" y="2377915"/>
              <a:ext cx="3269683" cy="262344"/>
            </a:xfrm>
            <a:prstGeom prst="roundRect">
              <a:avLst>
                <a:gd name="adj" fmla="val 16667"/>
              </a:avLst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14495452" name="CasellaDiTesto 74"/>
          <p:cNvSpPr txBox="1"/>
          <p:nvPr/>
        </p:nvSpPr>
        <p:spPr bwMode="auto">
          <a:xfrm>
            <a:off x="9085878" y="184209"/>
            <a:ext cx="2083026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/>
              <a:t>Ciao, </a:t>
            </a:r>
            <a:r>
              <a:rPr lang="it-IT" b="1" i="1"/>
              <a:t>Luca Gasperini</a:t>
            </a:r>
            <a:endParaRPr/>
          </a:p>
        </p:txBody>
      </p:sp>
      <p:grpSp>
        <p:nvGrpSpPr>
          <p:cNvPr id="938272190" name="Gruppo 97"/>
          <p:cNvGrpSpPr/>
          <p:nvPr/>
        </p:nvGrpSpPr>
        <p:grpSpPr bwMode="auto">
          <a:xfrm>
            <a:off x="11357834" y="221713"/>
            <a:ext cx="547191" cy="304938"/>
            <a:chOff x="11307901" y="248603"/>
            <a:chExt cx="547191" cy="304938"/>
          </a:xfrm>
        </p:grpSpPr>
        <p:sp>
          <p:nvSpPr>
            <p:cNvPr id="995383023" name="Rettangolo con angoli arrotondati 91"/>
            <p:cNvSpPr/>
            <p:nvPr/>
          </p:nvSpPr>
          <p:spPr bwMode="auto">
            <a:xfrm>
              <a:off x="11307901" y="248603"/>
              <a:ext cx="547191" cy="304938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>
                <a:defRPr/>
              </a:pPr>
              <a:endParaRPr lang="it-IT"/>
            </a:p>
          </p:txBody>
        </p:sp>
        <p:grpSp>
          <p:nvGrpSpPr>
            <p:cNvPr id="406448351" name="Gruppo 92"/>
            <p:cNvGrpSpPr/>
            <p:nvPr/>
          </p:nvGrpSpPr>
          <p:grpSpPr bwMode="auto">
            <a:xfrm>
              <a:off x="11366458" y="287692"/>
              <a:ext cx="436966" cy="226758"/>
              <a:chOff x="11370200" y="216945"/>
              <a:chExt cx="579868" cy="303861"/>
            </a:xfrm>
            <a:solidFill>
              <a:schemeClr val="bg1"/>
            </a:solidFill>
          </p:grpSpPr>
          <p:sp>
            <p:nvSpPr>
              <p:cNvPr id="1570945730" name="Elemento grafico 76" descr="Accento circonflesso verso il basso con riempimento a tinta unita"/>
              <p:cNvSpPr/>
              <p:nvPr/>
            </p:nvSpPr>
            <p:spPr bwMode="auto">
              <a:xfrm>
                <a:off x="11737449" y="333085"/>
                <a:ext cx="212619" cy="122263"/>
              </a:xfrm>
              <a:custGeom>
                <a:avLst/>
                <a:gdLst>
                  <a:gd name="connsiteX0" fmla="*/ 106321 w 212620"/>
                  <a:gd name="connsiteY0" fmla="*/ 122264 h 122264"/>
                  <a:gd name="connsiteX1" fmla="*/ 0 w 212620"/>
                  <a:gd name="connsiteY1" fmla="*/ 15966 h 122264"/>
                  <a:gd name="connsiteX2" fmla="*/ 15962 w 212620"/>
                  <a:gd name="connsiteY2" fmla="*/ 0 h 122264"/>
                  <a:gd name="connsiteX3" fmla="*/ 106321 w 212620"/>
                  <a:gd name="connsiteY3" fmla="*/ 90341 h 122264"/>
                  <a:gd name="connsiteX4" fmla="*/ 196659 w 212620"/>
                  <a:gd name="connsiteY4" fmla="*/ 4 h 122264"/>
                  <a:gd name="connsiteX5" fmla="*/ 212620 w 212620"/>
                  <a:gd name="connsiteY5" fmla="*/ 15966 h 122264"/>
                  <a:gd name="connsiteX6" fmla="*/ 106321 w 212620"/>
                  <a:gd name="connsiteY6" fmla="*/ 122264 h 1222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2620" h="122264" fill="norm" stroke="1" extrusionOk="0">
                    <a:moveTo>
                      <a:pt x="106321" y="122264"/>
                    </a:moveTo>
                    <a:lnTo>
                      <a:pt x="0" y="15966"/>
                    </a:lnTo>
                    <a:lnTo>
                      <a:pt x="15962" y="0"/>
                    </a:lnTo>
                    <a:lnTo>
                      <a:pt x="106321" y="90341"/>
                    </a:lnTo>
                    <a:lnTo>
                      <a:pt x="196659" y="4"/>
                    </a:lnTo>
                    <a:lnTo>
                      <a:pt x="212620" y="15966"/>
                    </a:lnTo>
                    <a:lnTo>
                      <a:pt x="106321" y="122264"/>
                    </a:lnTo>
                    <a:close/>
                  </a:path>
                </a:pathLst>
              </a:custGeom>
              <a:grpFill/>
              <a:ln w="36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it-IT"/>
              </a:p>
            </p:txBody>
          </p:sp>
          <p:grpSp>
            <p:nvGrpSpPr>
              <p:cNvPr id="101604256" name="Elemento grafico 78" descr="Utente con riempimento a tinta unita"/>
              <p:cNvGrpSpPr/>
              <p:nvPr/>
            </p:nvGrpSpPr>
            <p:grpSpPr bwMode="auto">
              <a:xfrm>
                <a:off x="11370200" y="216945"/>
                <a:ext cx="285987" cy="303861"/>
                <a:chOff x="11370200" y="216945"/>
                <a:chExt cx="285987" cy="303861"/>
              </a:xfrm>
              <a:grpFill/>
            </p:grpSpPr>
            <p:sp>
              <p:nvSpPr>
                <p:cNvPr id="1370869793" name="Figura a mano libera: forma 95"/>
                <p:cNvSpPr/>
                <p:nvPr/>
              </p:nvSpPr>
              <p:spPr bwMode="auto">
                <a:xfrm>
                  <a:off x="11441696" y="216945"/>
                  <a:ext cx="142993" cy="142993"/>
                </a:xfrm>
                <a:custGeom>
                  <a:avLst/>
                  <a:gdLst>
                    <a:gd name="connsiteX0" fmla="*/ 142994 w 142994"/>
                    <a:gd name="connsiteY0" fmla="*/ 71497 h 142994"/>
                    <a:gd name="connsiteX1" fmla="*/ 71497 w 142994"/>
                    <a:gd name="connsiteY1" fmla="*/ 142994 h 142994"/>
                    <a:gd name="connsiteX2" fmla="*/ 0 w 142994"/>
                    <a:gd name="connsiteY2" fmla="*/ 71497 h 142994"/>
                    <a:gd name="connsiteX3" fmla="*/ 71497 w 142994"/>
                    <a:gd name="connsiteY3" fmla="*/ 0 h 142994"/>
                    <a:gd name="connsiteX4" fmla="*/ 142994 w 142994"/>
                    <a:gd name="connsiteY4" fmla="*/ 71497 h 142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2994" h="142994" fill="norm" stroke="1" extrusionOk="0">
                      <a:moveTo>
                        <a:pt x="142994" y="71497"/>
                      </a:moveTo>
                      <a:cubicBezTo>
                        <a:pt x="142994" y="110984"/>
                        <a:pt x="110984" y="142994"/>
                        <a:pt x="71497" y="142994"/>
                      </a:cubicBezTo>
                      <a:cubicBezTo>
                        <a:pt x="32010" y="142994"/>
                        <a:pt x="0" y="110984"/>
                        <a:pt x="0" y="71497"/>
                      </a:cubicBezTo>
                      <a:cubicBezTo>
                        <a:pt x="0" y="32010"/>
                        <a:pt x="32010" y="0"/>
                        <a:pt x="71497" y="0"/>
                      </a:cubicBezTo>
                      <a:cubicBezTo>
                        <a:pt x="110984" y="0"/>
                        <a:pt x="142994" y="32010"/>
                        <a:pt x="142994" y="71497"/>
                      </a:cubicBezTo>
                      <a:close/>
                    </a:path>
                  </a:pathLst>
                </a:custGeom>
                <a:grpFill/>
                <a:ln w="44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it-IT"/>
                </a:p>
              </p:txBody>
            </p:sp>
            <p:sp>
              <p:nvSpPr>
                <p:cNvPr id="1492074319" name="Figura a mano libera: forma 96"/>
                <p:cNvSpPr/>
                <p:nvPr/>
              </p:nvSpPr>
              <p:spPr bwMode="auto">
                <a:xfrm>
                  <a:off x="11370200" y="377812"/>
                  <a:ext cx="285987" cy="142993"/>
                </a:xfrm>
                <a:custGeom>
                  <a:avLst/>
                  <a:gdLst>
                    <a:gd name="connsiteX0" fmla="*/ 285989 w 285988"/>
                    <a:gd name="connsiteY0" fmla="*/ 142994 h 142994"/>
                    <a:gd name="connsiteX1" fmla="*/ 285989 w 285988"/>
                    <a:gd name="connsiteY1" fmla="*/ 71497 h 142994"/>
                    <a:gd name="connsiteX2" fmla="*/ 271689 w 285988"/>
                    <a:gd name="connsiteY2" fmla="*/ 42898 h 142994"/>
                    <a:gd name="connsiteX3" fmla="*/ 201980 w 285988"/>
                    <a:gd name="connsiteY3" fmla="*/ 8937 h 142994"/>
                    <a:gd name="connsiteX4" fmla="*/ 142994 w 285988"/>
                    <a:gd name="connsiteY4" fmla="*/ 0 h 142994"/>
                    <a:gd name="connsiteX5" fmla="*/ 84009 w 285988"/>
                    <a:gd name="connsiteY5" fmla="*/ 8937 h 142994"/>
                    <a:gd name="connsiteX6" fmla="*/ 14299 w 285988"/>
                    <a:gd name="connsiteY6" fmla="*/ 42898 h 142994"/>
                    <a:gd name="connsiteX7" fmla="*/ 0 w 285988"/>
                    <a:gd name="connsiteY7" fmla="*/ 71497 h 142994"/>
                    <a:gd name="connsiteX8" fmla="*/ 0 w 285988"/>
                    <a:gd name="connsiteY8" fmla="*/ 142994 h 142994"/>
                    <a:gd name="connsiteX9" fmla="*/ 285989 w 285988"/>
                    <a:gd name="connsiteY9" fmla="*/ 142994 h 142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85988" h="142994" fill="norm" stroke="1" extrusionOk="0">
                      <a:moveTo>
                        <a:pt x="285989" y="142994"/>
                      </a:moveTo>
                      <a:lnTo>
                        <a:pt x="285989" y="71497"/>
                      </a:lnTo>
                      <a:cubicBezTo>
                        <a:pt x="285989" y="60773"/>
                        <a:pt x="280626" y="50048"/>
                        <a:pt x="271689" y="42898"/>
                      </a:cubicBezTo>
                      <a:cubicBezTo>
                        <a:pt x="252028" y="26811"/>
                        <a:pt x="227004" y="16087"/>
                        <a:pt x="201980" y="8937"/>
                      </a:cubicBezTo>
                      <a:cubicBezTo>
                        <a:pt x="184105" y="3575"/>
                        <a:pt x="164443" y="0"/>
                        <a:pt x="142994" y="0"/>
                      </a:cubicBezTo>
                      <a:cubicBezTo>
                        <a:pt x="123333" y="0"/>
                        <a:pt x="103671" y="3575"/>
                        <a:pt x="84009" y="8937"/>
                      </a:cubicBezTo>
                      <a:cubicBezTo>
                        <a:pt x="58985" y="16087"/>
                        <a:pt x="33961" y="28599"/>
                        <a:pt x="14299" y="42898"/>
                      </a:cubicBezTo>
                      <a:cubicBezTo>
                        <a:pt x="5362" y="50048"/>
                        <a:pt x="0" y="60773"/>
                        <a:pt x="0" y="71497"/>
                      </a:cubicBezTo>
                      <a:lnTo>
                        <a:pt x="0" y="142994"/>
                      </a:lnTo>
                      <a:lnTo>
                        <a:pt x="285989" y="142994"/>
                      </a:lnTo>
                      <a:close/>
                    </a:path>
                  </a:pathLst>
                </a:custGeom>
                <a:grpFill/>
                <a:ln w="44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it-IT"/>
                </a:p>
              </p:txBody>
            </p:sp>
          </p:grpSp>
        </p:grpSp>
      </p:grpSp>
      <p:grpSp>
        <p:nvGrpSpPr>
          <p:cNvPr id="1097096030" name="Gruppo 144"/>
          <p:cNvGrpSpPr/>
          <p:nvPr/>
        </p:nvGrpSpPr>
        <p:grpSpPr bwMode="auto">
          <a:xfrm>
            <a:off x="5306305" y="6229678"/>
            <a:ext cx="1579386" cy="369331"/>
            <a:chOff x="5278057" y="6199535"/>
            <a:chExt cx="1635882" cy="382542"/>
          </a:xfrm>
        </p:grpSpPr>
        <p:sp>
          <p:nvSpPr>
            <p:cNvPr id="1438433085" name="Rettangolo 79"/>
            <p:cNvSpPr/>
            <p:nvPr/>
          </p:nvSpPr>
          <p:spPr bwMode="auto">
            <a:xfrm>
              <a:off x="5278057" y="6199535"/>
              <a:ext cx="1635882" cy="3825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>
                <a:defRPr/>
              </a:pPr>
              <a:r>
                <a:rPr lang="it-IT" b="1"/>
                <a:t>Salva piatto</a:t>
              </a:r>
              <a:endParaRPr/>
            </a:p>
          </p:txBody>
        </p:sp>
        <p:sp>
          <p:nvSpPr>
            <p:cNvPr id="819322553" name="Figura a mano libera: forma 117"/>
            <p:cNvSpPr/>
            <p:nvPr/>
          </p:nvSpPr>
          <p:spPr bwMode="auto">
            <a:xfrm>
              <a:off x="6602186" y="6287787"/>
              <a:ext cx="246819" cy="188139"/>
            </a:xfrm>
            <a:custGeom>
              <a:avLst/>
              <a:gdLst>
                <a:gd name="connsiteX0" fmla="*/ 336099 w 336099"/>
                <a:gd name="connsiteY0" fmla="*/ 40815 h 256193"/>
                <a:gd name="connsiteX1" fmla="*/ 296094 w 336099"/>
                <a:gd name="connsiteY1" fmla="*/ 0 h 256193"/>
                <a:gd name="connsiteX2" fmla="*/ 116710 w 336099"/>
                <a:gd name="connsiteY2" fmla="*/ 175784 h 256193"/>
                <a:gd name="connsiteX3" fmla="*/ 40415 w 336099"/>
                <a:gd name="connsiteY3" fmla="*/ 99489 h 256193"/>
                <a:gd name="connsiteX4" fmla="*/ 0 w 336099"/>
                <a:gd name="connsiteY4" fmla="*/ 139894 h 256193"/>
                <a:gd name="connsiteX5" fmla="*/ 116300 w 336099"/>
                <a:gd name="connsiteY5" fmla="*/ 256194 h 256193"/>
                <a:gd name="connsiteX6" fmla="*/ 336099 w 336099"/>
                <a:gd name="connsiteY6" fmla="*/ 40815 h 256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6099" h="256193" fill="norm" stroke="1" extrusionOk="0">
                  <a:moveTo>
                    <a:pt x="336099" y="40815"/>
                  </a:moveTo>
                  <a:lnTo>
                    <a:pt x="296094" y="0"/>
                  </a:lnTo>
                  <a:lnTo>
                    <a:pt x="116710" y="175784"/>
                  </a:lnTo>
                  <a:lnTo>
                    <a:pt x="40415" y="99489"/>
                  </a:lnTo>
                  <a:lnTo>
                    <a:pt x="0" y="139894"/>
                  </a:lnTo>
                  <a:lnTo>
                    <a:pt x="116300" y="256194"/>
                  </a:lnTo>
                  <a:lnTo>
                    <a:pt x="336099" y="4081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it-IT"/>
            </a:p>
          </p:txBody>
        </p:sp>
      </p:grpSp>
      <p:grpSp>
        <p:nvGrpSpPr>
          <p:cNvPr id="1147820603" name="Gruppo 23"/>
          <p:cNvGrpSpPr/>
          <p:nvPr/>
        </p:nvGrpSpPr>
        <p:grpSpPr bwMode="auto">
          <a:xfrm>
            <a:off x="534611" y="3371594"/>
            <a:ext cx="3686986" cy="1754147"/>
            <a:chOff x="6686555" y="1228717"/>
            <a:chExt cx="3686986" cy="1754147"/>
          </a:xfrm>
        </p:grpSpPr>
        <p:sp>
          <p:nvSpPr>
            <p:cNvPr id="647854505" name="CasellaDiTesto 3"/>
            <p:cNvSpPr txBox="1"/>
            <p:nvPr/>
          </p:nvSpPr>
          <p:spPr bwMode="auto">
            <a:xfrm>
              <a:off x="6686555" y="1228717"/>
              <a:ext cx="3686986" cy="1754147"/>
            </a:xfrm>
            <a:custGeom>
              <a:avLst/>
              <a:gdLst>
                <a:gd name="connsiteX0" fmla="*/ 0 w 3686987"/>
                <a:gd name="connsiteY0" fmla="*/ 0 h 1754148"/>
                <a:gd name="connsiteX1" fmla="*/ 452973 w 3686987"/>
                <a:gd name="connsiteY1" fmla="*/ 0 h 1754148"/>
                <a:gd name="connsiteX2" fmla="*/ 979685 w 3686987"/>
                <a:gd name="connsiteY2" fmla="*/ 0 h 1754148"/>
                <a:gd name="connsiteX3" fmla="*/ 1506398 w 3686987"/>
                <a:gd name="connsiteY3" fmla="*/ 0 h 1754148"/>
                <a:gd name="connsiteX4" fmla="*/ 1996240 w 3686987"/>
                <a:gd name="connsiteY4" fmla="*/ 0 h 1754148"/>
                <a:gd name="connsiteX5" fmla="*/ 2522953 w 3686987"/>
                <a:gd name="connsiteY5" fmla="*/ 0 h 1754148"/>
                <a:gd name="connsiteX6" fmla="*/ 3086535 w 3686987"/>
                <a:gd name="connsiteY6" fmla="*/ 0 h 1754148"/>
                <a:gd name="connsiteX7" fmla="*/ 3686987 w 3686987"/>
                <a:gd name="connsiteY7" fmla="*/ 0 h 1754148"/>
                <a:gd name="connsiteX8" fmla="*/ 3686987 w 3686987"/>
                <a:gd name="connsiteY8" fmla="*/ 532092 h 1754148"/>
                <a:gd name="connsiteX9" fmla="*/ 3686987 w 3686987"/>
                <a:gd name="connsiteY9" fmla="*/ 1064183 h 1754148"/>
                <a:gd name="connsiteX10" fmla="*/ 3686987 w 3686987"/>
                <a:gd name="connsiteY10" fmla="*/ 1754148 h 1754148"/>
                <a:gd name="connsiteX11" fmla="*/ 3234014 w 3686987"/>
                <a:gd name="connsiteY11" fmla="*/ 1754148 h 1754148"/>
                <a:gd name="connsiteX12" fmla="*/ 2670432 w 3686987"/>
                <a:gd name="connsiteY12" fmla="*/ 1754148 h 1754148"/>
                <a:gd name="connsiteX13" fmla="*/ 2180589 w 3686987"/>
                <a:gd name="connsiteY13" fmla="*/ 1754148 h 1754148"/>
                <a:gd name="connsiteX14" fmla="*/ 1727617 w 3686987"/>
                <a:gd name="connsiteY14" fmla="*/ 1754148 h 1754148"/>
                <a:gd name="connsiteX15" fmla="*/ 1274644 w 3686987"/>
                <a:gd name="connsiteY15" fmla="*/ 1754148 h 1754148"/>
                <a:gd name="connsiteX16" fmla="*/ 711062 w 3686987"/>
                <a:gd name="connsiteY16" fmla="*/ 1754148 h 1754148"/>
                <a:gd name="connsiteX17" fmla="*/ 0 w 3686987"/>
                <a:gd name="connsiteY17" fmla="*/ 1754148 h 1754148"/>
                <a:gd name="connsiteX18" fmla="*/ 0 w 3686987"/>
                <a:gd name="connsiteY18" fmla="*/ 1204515 h 1754148"/>
                <a:gd name="connsiteX19" fmla="*/ 0 w 3686987"/>
                <a:gd name="connsiteY19" fmla="*/ 637340 h 1754148"/>
                <a:gd name="connsiteX20" fmla="*/ 0 w 3686987"/>
                <a:gd name="connsiteY20" fmla="*/ 0 h 1754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86987" h="1754148" fill="none" stroke="1" extrusionOk="0">
                  <a:moveTo>
                    <a:pt x="0" y="0"/>
                  </a:moveTo>
                  <a:cubicBezTo>
                    <a:pt x="129934" y="-43702"/>
                    <a:pt x="286924" y="9096"/>
                    <a:pt x="452973" y="0"/>
                  </a:cubicBezTo>
                  <a:cubicBezTo>
                    <a:pt x="619022" y="-9096"/>
                    <a:pt x="740879" y="21527"/>
                    <a:pt x="979685" y="0"/>
                  </a:cubicBezTo>
                  <a:cubicBezTo>
                    <a:pt x="1218491" y="-21527"/>
                    <a:pt x="1246574" y="41589"/>
                    <a:pt x="1506398" y="0"/>
                  </a:cubicBezTo>
                  <a:cubicBezTo>
                    <a:pt x="1766222" y="-41589"/>
                    <a:pt x="1807060" y="19017"/>
                    <a:pt x="1996240" y="0"/>
                  </a:cubicBezTo>
                  <a:cubicBezTo>
                    <a:pt x="2185420" y="-19017"/>
                    <a:pt x="2321121" y="28337"/>
                    <a:pt x="2522953" y="0"/>
                  </a:cubicBezTo>
                  <a:cubicBezTo>
                    <a:pt x="2724785" y="-28337"/>
                    <a:pt x="2857727" y="1235"/>
                    <a:pt x="3086535" y="0"/>
                  </a:cubicBezTo>
                  <a:cubicBezTo>
                    <a:pt x="3315343" y="-1235"/>
                    <a:pt x="3469423" y="61880"/>
                    <a:pt x="3686987" y="0"/>
                  </a:cubicBezTo>
                  <a:cubicBezTo>
                    <a:pt x="3746168" y="248166"/>
                    <a:pt x="3650318" y="351662"/>
                    <a:pt x="3686987" y="532092"/>
                  </a:cubicBezTo>
                  <a:cubicBezTo>
                    <a:pt x="3723656" y="712522"/>
                    <a:pt x="3666451" y="840838"/>
                    <a:pt x="3686987" y="1064183"/>
                  </a:cubicBezTo>
                  <a:cubicBezTo>
                    <a:pt x="3707523" y="1287528"/>
                    <a:pt x="3607977" y="1457305"/>
                    <a:pt x="3686987" y="1754148"/>
                  </a:cubicBezTo>
                  <a:cubicBezTo>
                    <a:pt x="3471077" y="1800156"/>
                    <a:pt x="3448594" y="1736836"/>
                    <a:pt x="3234014" y="1754148"/>
                  </a:cubicBezTo>
                  <a:cubicBezTo>
                    <a:pt x="3019434" y="1771460"/>
                    <a:pt x="2787630" y="1733171"/>
                    <a:pt x="2670432" y="1754148"/>
                  </a:cubicBezTo>
                  <a:cubicBezTo>
                    <a:pt x="2553234" y="1775125"/>
                    <a:pt x="2422499" y="1709984"/>
                    <a:pt x="2180589" y="1754148"/>
                  </a:cubicBezTo>
                  <a:cubicBezTo>
                    <a:pt x="1938679" y="1798312"/>
                    <a:pt x="1944906" y="1747137"/>
                    <a:pt x="1727617" y="1754148"/>
                  </a:cubicBezTo>
                  <a:cubicBezTo>
                    <a:pt x="1510328" y="1761159"/>
                    <a:pt x="1394936" y="1748683"/>
                    <a:pt x="1274644" y="1754148"/>
                  </a:cubicBezTo>
                  <a:cubicBezTo>
                    <a:pt x="1154352" y="1759613"/>
                    <a:pt x="846465" y="1687997"/>
                    <a:pt x="711062" y="1754148"/>
                  </a:cubicBezTo>
                  <a:cubicBezTo>
                    <a:pt x="575659" y="1820299"/>
                    <a:pt x="325161" y="1745013"/>
                    <a:pt x="0" y="1754148"/>
                  </a:cubicBezTo>
                  <a:cubicBezTo>
                    <a:pt x="-32283" y="1489626"/>
                    <a:pt x="52974" y="1415188"/>
                    <a:pt x="0" y="1204515"/>
                  </a:cubicBezTo>
                  <a:cubicBezTo>
                    <a:pt x="-52974" y="993842"/>
                    <a:pt x="27051" y="819127"/>
                    <a:pt x="0" y="637340"/>
                  </a:cubicBezTo>
                  <a:cubicBezTo>
                    <a:pt x="-27051" y="455553"/>
                    <a:pt x="21282" y="254298"/>
                    <a:pt x="0" y="0"/>
                  </a:cubicBezTo>
                  <a:close/>
                </a:path>
                <a:path w="3686987" h="1754148" fill="norm" stroke="0" extrusionOk="0">
                  <a:moveTo>
                    <a:pt x="0" y="0"/>
                  </a:moveTo>
                  <a:cubicBezTo>
                    <a:pt x="152296" y="-692"/>
                    <a:pt x="332954" y="5869"/>
                    <a:pt x="489843" y="0"/>
                  </a:cubicBezTo>
                  <a:cubicBezTo>
                    <a:pt x="646732" y="-5869"/>
                    <a:pt x="767879" y="20724"/>
                    <a:pt x="1016555" y="0"/>
                  </a:cubicBezTo>
                  <a:cubicBezTo>
                    <a:pt x="1265231" y="-20724"/>
                    <a:pt x="1287666" y="28693"/>
                    <a:pt x="1543267" y="0"/>
                  </a:cubicBezTo>
                  <a:cubicBezTo>
                    <a:pt x="1798868" y="-28693"/>
                    <a:pt x="1793946" y="1083"/>
                    <a:pt x="1959370" y="0"/>
                  </a:cubicBezTo>
                  <a:cubicBezTo>
                    <a:pt x="2124794" y="-1083"/>
                    <a:pt x="2228765" y="57811"/>
                    <a:pt x="2486083" y="0"/>
                  </a:cubicBezTo>
                  <a:cubicBezTo>
                    <a:pt x="2743401" y="-57811"/>
                    <a:pt x="2959520" y="69337"/>
                    <a:pt x="3086535" y="0"/>
                  </a:cubicBezTo>
                  <a:cubicBezTo>
                    <a:pt x="3213550" y="-69337"/>
                    <a:pt x="3551423" y="71545"/>
                    <a:pt x="3686987" y="0"/>
                  </a:cubicBezTo>
                  <a:cubicBezTo>
                    <a:pt x="3742723" y="286966"/>
                    <a:pt x="3686180" y="368708"/>
                    <a:pt x="3686987" y="584716"/>
                  </a:cubicBezTo>
                  <a:cubicBezTo>
                    <a:pt x="3687794" y="800724"/>
                    <a:pt x="3656751" y="923442"/>
                    <a:pt x="3686987" y="1169432"/>
                  </a:cubicBezTo>
                  <a:cubicBezTo>
                    <a:pt x="3717223" y="1415422"/>
                    <a:pt x="3669684" y="1601925"/>
                    <a:pt x="3686987" y="1754148"/>
                  </a:cubicBezTo>
                  <a:cubicBezTo>
                    <a:pt x="3549815" y="1762940"/>
                    <a:pt x="3472153" y="1738774"/>
                    <a:pt x="3270884" y="1754148"/>
                  </a:cubicBezTo>
                  <a:cubicBezTo>
                    <a:pt x="3069615" y="1769522"/>
                    <a:pt x="2828117" y="1724844"/>
                    <a:pt x="2670432" y="1754148"/>
                  </a:cubicBezTo>
                  <a:cubicBezTo>
                    <a:pt x="2512747" y="1783452"/>
                    <a:pt x="2311793" y="1702707"/>
                    <a:pt x="2217459" y="1754148"/>
                  </a:cubicBezTo>
                  <a:cubicBezTo>
                    <a:pt x="2123125" y="1805589"/>
                    <a:pt x="1956863" y="1724861"/>
                    <a:pt x="1764487" y="1754148"/>
                  </a:cubicBezTo>
                  <a:cubicBezTo>
                    <a:pt x="1572111" y="1783435"/>
                    <a:pt x="1433755" y="1714338"/>
                    <a:pt x="1311514" y="1754148"/>
                  </a:cubicBezTo>
                  <a:cubicBezTo>
                    <a:pt x="1189273" y="1793958"/>
                    <a:pt x="1008380" y="1712792"/>
                    <a:pt x="784802" y="1754148"/>
                  </a:cubicBezTo>
                  <a:cubicBezTo>
                    <a:pt x="561224" y="1795504"/>
                    <a:pt x="176838" y="1744808"/>
                    <a:pt x="0" y="1754148"/>
                  </a:cubicBezTo>
                  <a:cubicBezTo>
                    <a:pt x="-36299" y="1559233"/>
                    <a:pt x="5385" y="1370594"/>
                    <a:pt x="0" y="1169432"/>
                  </a:cubicBezTo>
                  <a:cubicBezTo>
                    <a:pt x="-5385" y="968270"/>
                    <a:pt x="26800" y="850003"/>
                    <a:pt x="0" y="584716"/>
                  </a:cubicBezTo>
                  <a:cubicBezTo>
                    <a:pt x="-26800" y="319429"/>
                    <a:pt x="29227" y="225033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pPr>
                <a:defRPr/>
              </a:pPr>
              <a:r>
                <a:rPr lang="it-IT" sz="1400" b="1">
                  <a:solidFill>
                    <a:schemeClr val="bg1"/>
                  </a:solidFill>
                </a:rPr>
                <a:t>Descrizione</a:t>
              </a:r>
              <a:endParaRPr/>
            </a:p>
          </p:txBody>
        </p:sp>
        <p:sp>
          <p:nvSpPr>
            <p:cNvPr id="1448862937" name="Rettangolo con angoli arrotondati 5"/>
            <p:cNvSpPr/>
            <p:nvPr/>
          </p:nvSpPr>
          <p:spPr bwMode="auto">
            <a:xfrm>
              <a:off x="6834497" y="1526490"/>
              <a:ext cx="3477307" cy="1152916"/>
            </a:xfrm>
            <a:prstGeom prst="roundRect">
              <a:avLst>
                <a:gd name="adj" fmla="val 16667"/>
              </a:avLst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>
                <a:defRPr/>
              </a:pPr>
              <a:r>
                <a:rPr lang="it-IT" sz="1200"/>
                <a:t>Spaghetti di grano 100% italiano trafilati al bronzo, croccante guanciale amatriciano d’allevamento biologico, avvolgente crema di uova laziali a KM 0, pecorino romano DOP ed aromatico pepe nero appena macinato.</a:t>
              </a:r>
              <a:endParaRPr/>
            </a:p>
          </p:txBody>
        </p:sp>
      </p:grpSp>
      <p:sp>
        <p:nvSpPr>
          <p:cNvPr id="634930104" name="CasellaDiTesto 40"/>
          <p:cNvSpPr txBox="1"/>
          <p:nvPr/>
        </p:nvSpPr>
        <p:spPr bwMode="auto">
          <a:xfrm flipH="0" flipV="0">
            <a:off x="534613" y="5199725"/>
            <a:ext cx="3686986" cy="587249"/>
          </a:xfrm>
          <a:custGeom>
            <a:avLst/>
            <a:gdLst>
              <a:gd name="connsiteX0" fmla="*/ 0 w 3686987"/>
              <a:gd name="connsiteY0" fmla="*/ 0 h 1861664"/>
              <a:gd name="connsiteX1" fmla="*/ 452973 w 3686987"/>
              <a:gd name="connsiteY1" fmla="*/ 0 h 1861664"/>
              <a:gd name="connsiteX2" fmla="*/ 942815 w 3686987"/>
              <a:gd name="connsiteY2" fmla="*/ 0 h 1861664"/>
              <a:gd name="connsiteX3" fmla="*/ 1469528 w 3686987"/>
              <a:gd name="connsiteY3" fmla="*/ 0 h 1861664"/>
              <a:gd name="connsiteX4" fmla="*/ 2033110 w 3686987"/>
              <a:gd name="connsiteY4" fmla="*/ 0 h 1861664"/>
              <a:gd name="connsiteX5" fmla="*/ 2449213 w 3686987"/>
              <a:gd name="connsiteY5" fmla="*/ 0 h 1861664"/>
              <a:gd name="connsiteX6" fmla="*/ 2865316 w 3686987"/>
              <a:gd name="connsiteY6" fmla="*/ 0 h 1861664"/>
              <a:gd name="connsiteX7" fmla="*/ 3686987 w 3686987"/>
              <a:gd name="connsiteY7" fmla="*/ 0 h 1861664"/>
              <a:gd name="connsiteX8" fmla="*/ 3686987 w 3686987"/>
              <a:gd name="connsiteY8" fmla="*/ 409566 h 1861664"/>
              <a:gd name="connsiteX9" fmla="*/ 3686987 w 3686987"/>
              <a:gd name="connsiteY9" fmla="*/ 837749 h 1861664"/>
              <a:gd name="connsiteX10" fmla="*/ 3686987 w 3686987"/>
              <a:gd name="connsiteY10" fmla="*/ 1284548 h 1861664"/>
              <a:gd name="connsiteX11" fmla="*/ 3686987 w 3686987"/>
              <a:gd name="connsiteY11" fmla="*/ 1861664 h 1861664"/>
              <a:gd name="connsiteX12" fmla="*/ 3234014 w 3686987"/>
              <a:gd name="connsiteY12" fmla="*/ 1861664 h 1861664"/>
              <a:gd name="connsiteX13" fmla="*/ 2781042 w 3686987"/>
              <a:gd name="connsiteY13" fmla="*/ 1861664 h 1861664"/>
              <a:gd name="connsiteX14" fmla="*/ 2217459 w 3686987"/>
              <a:gd name="connsiteY14" fmla="*/ 1861664 h 1861664"/>
              <a:gd name="connsiteX15" fmla="*/ 1653877 w 3686987"/>
              <a:gd name="connsiteY15" fmla="*/ 1861664 h 1861664"/>
              <a:gd name="connsiteX16" fmla="*/ 1200904 w 3686987"/>
              <a:gd name="connsiteY16" fmla="*/ 1861664 h 1861664"/>
              <a:gd name="connsiteX17" fmla="*/ 711062 w 3686987"/>
              <a:gd name="connsiteY17" fmla="*/ 1861664 h 1861664"/>
              <a:gd name="connsiteX18" fmla="*/ 0 w 3686987"/>
              <a:gd name="connsiteY18" fmla="*/ 1861664 h 1861664"/>
              <a:gd name="connsiteX19" fmla="*/ 0 w 3686987"/>
              <a:gd name="connsiteY19" fmla="*/ 1359015 h 1861664"/>
              <a:gd name="connsiteX20" fmla="*/ 0 w 3686987"/>
              <a:gd name="connsiteY20" fmla="*/ 893599 h 1861664"/>
              <a:gd name="connsiteX21" fmla="*/ 0 w 3686987"/>
              <a:gd name="connsiteY21" fmla="*/ 484033 h 1861664"/>
              <a:gd name="connsiteX22" fmla="*/ 0 w 3686987"/>
              <a:gd name="connsiteY22" fmla="*/ 0 h 1861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686987" h="1861664" fill="none" stroke="1" extrusionOk="0">
                <a:moveTo>
                  <a:pt x="0" y="0"/>
                </a:moveTo>
                <a:cubicBezTo>
                  <a:pt x="124882" y="-33618"/>
                  <a:pt x="301111" y="44737"/>
                  <a:pt x="452973" y="0"/>
                </a:cubicBezTo>
                <a:cubicBezTo>
                  <a:pt x="604835" y="-44737"/>
                  <a:pt x="753635" y="19017"/>
                  <a:pt x="942815" y="0"/>
                </a:cubicBezTo>
                <a:cubicBezTo>
                  <a:pt x="1131995" y="-19017"/>
                  <a:pt x="1267696" y="28337"/>
                  <a:pt x="1469528" y="0"/>
                </a:cubicBezTo>
                <a:cubicBezTo>
                  <a:pt x="1671360" y="-28337"/>
                  <a:pt x="1804302" y="1235"/>
                  <a:pt x="2033110" y="0"/>
                </a:cubicBezTo>
                <a:cubicBezTo>
                  <a:pt x="2261918" y="-1235"/>
                  <a:pt x="2288696" y="42015"/>
                  <a:pt x="2449213" y="0"/>
                </a:cubicBezTo>
                <a:cubicBezTo>
                  <a:pt x="2609730" y="-42015"/>
                  <a:pt x="2764105" y="15917"/>
                  <a:pt x="2865316" y="0"/>
                </a:cubicBezTo>
                <a:cubicBezTo>
                  <a:pt x="2966527" y="-15917"/>
                  <a:pt x="3373033" y="622"/>
                  <a:pt x="3686987" y="0"/>
                </a:cubicBezTo>
                <a:cubicBezTo>
                  <a:pt x="3717474" y="121686"/>
                  <a:pt x="3656586" y="307913"/>
                  <a:pt x="3686987" y="409566"/>
                </a:cubicBezTo>
                <a:cubicBezTo>
                  <a:pt x="3717388" y="511219"/>
                  <a:pt x="3652326" y="697421"/>
                  <a:pt x="3686987" y="837749"/>
                </a:cubicBezTo>
                <a:cubicBezTo>
                  <a:pt x="3721648" y="978077"/>
                  <a:pt x="3636732" y="1182396"/>
                  <a:pt x="3686987" y="1284548"/>
                </a:cubicBezTo>
                <a:cubicBezTo>
                  <a:pt x="3737242" y="1386700"/>
                  <a:pt x="3681295" y="1710091"/>
                  <a:pt x="3686987" y="1861664"/>
                </a:cubicBezTo>
                <a:cubicBezTo>
                  <a:pt x="3474786" y="1876587"/>
                  <a:pt x="3456356" y="1859253"/>
                  <a:pt x="3234014" y="1861664"/>
                </a:cubicBezTo>
                <a:cubicBezTo>
                  <a:pt x="3011672" y="1864075"/>
                  <a:pt x="2899754" y="1852177"/>
                  <a:pt x="2781042" y="1861664"/>
                </a:cubicBezTo>
                <a:cubicBezTo>
                  <a:pt x="2662330" y="1871151"/>
                  <a:pt x="2359930" y="1798148"/>
                  <a:pt x="2217459" y="1861664"/>
                </a:cubicBezTo>
                <a:cubicBezTo>
                  <a:pt x="2074988" y="1925180"/>
                  <a:pt x="1814277" y="1856769"/>
                  <a:pt x="1653877" y="1861664"/>
                </a:cubicBezTo>
                <a:cubicBezTo>
                  <a:pt x="1493477" y="1866559"/>
                  <a:pt x="1390264" y="1861048"/>
                  <a:pt x="1200904" y="1861664"/>
                </a:cubicBezTo>
                <a:cubicBezTo>
                  <a:pt x="1011544" y="1862280"/>
                  <a:pt x="896329" y="1839178"/>
                  <a:pt x="711062" y="1861664"/>
                </a:cubicBezTo>
                <a:cubicBezTo>
                  <a:pt x="525795" y="1884150"/>
                  <a:pt x="260213" y="1780405"/>
                  <a:pt x="0" y="1861664"/>
                </a:cubicBezTo>
                <a:cubicBezTo>
                  <a:pt x="-17140" y="1705143"/>
                  <a:pt x="54146" y="1602233"/>
                  <a:pt x="0" y="1359015"/>
                </a:cubicBezTo>
                <a:cubicBezTo>
                  <a:pt x="-54146" y="1115797"/>
                  <a:pt x="48865" y="999127"/>
                  <a:pt x="0" y="893599"/>
                </a:cubicBezTo>
                <a:cubicBezTo>
                  <a:pt x="-48865" y="788071"/>
                  <a:pt x="36330" y="605323"/>
                  <a:pt x="0" y="484033"/>
                </a:cubicBezTo>
                <a:cubicBezTo>
                  <a:pt x="-36330" y="362743"/>
                  <a:pt x="35957" y="162900"/>
                  <a:pt x="0" y="0"/>
                </a:cubicBezTo>
                <a:close/>
              </a:path>
              <a:path w="3686987" h="1861664" fill="norm" stroke="0" extrusionOk="0">
                <a:moveTo>
                  <a:pt x="0" y="0"/>
                </a:moveTo>
                <a:cubicBezTo>
                  <a:pt x="152296" y="-692"/>
                  <a:pt x="332954" y="5869"/>
                  <a:pt x="489843" y="0"/>
                </a:cubicBezTo>
                <a:cubicBezTo>
                  <a:pt x="646732" y="-5869"/>
                  <a:pt x="767879" y="20724"/>
                  <a:pt x="1016555" y="0"/>
                </a:cubicBezTo>
                <a:cubicBezTo>
                  <a:pt x="1265231" y="-20724"/>
                  <a:pt x="1287666" y="28693"/>
                  <a:pt x="1543267" y="0"/>
                </a:cubicBezTo>
                <a:cubicBezTo>
                  <a:pt x="1798868" y="-28693"/>
                  <a:pt x="1793946" y="1083"/>
                  <a:pt x="1959370" y="0"/>
                </a:cubicBezTo>
                <a:cubicBezTo>
                  <a:pt x="2124794" y="-1083"/>
                  <a:pt x="2228765" y="57811"/>
                  <a:pt x="2486083" y="0"/>
                </a:cubicBezTo>
                <a:cubicBezTo>
                  <a:pt x="2743401" y="-57811"/>
                  <a:pt x="2959520" y="69337"/>
                  <a:pt x="3086535" y="0"/>
                </a:cubicBezTo>
                <a:cubicBezTo>
                  <a:pt x="3213550" y="-69337"/>
                  <a:pt x="3551423" y="71545"/>
                  <a:pt x="3686987" y="0"/>
                </a:cubicBezTo>
                <a:cubicBezTo>
                  <a:pt x="3724680" y="199738"/>
                  <a:pt x="3683091" y="315379"/>
                  <a:pt x="3686987" y="465416"/>
                </a:cubicBezTo>
                <a:cubicBezTo>
                  <a:pt x="3690883" y="615453"/>
                  <a:pt x="3637222" y="813433"/>
                  <a:pt x="3686987" y="930832"/>
                </a:cubicBezTo>
                <a:cubicBezTo>
                  <a:pt x="3736752" y="1048231"/>
                  <a:pt x="3637575" y="1242298"/>
                  <a:pt x="3686987" y="1396248"/>
                </a:cubicBezTo>
                <a:cubicBezTo>
                  <a:pt x="3736399" y="1550198"/>
                  <a:pt x="3680098" y="1688107"/>
                  <a:pt x="3686987" y="1861664"/>
                </a:cubicBezTo>
                <a:cubicBezTo>
                  <a:pt x="3586317" y="1876876"/>
                  <a:pt x="3420479" y="1850487"/>
                  <a:pt x="3270884" y="1861664"/>
                </a:cubicBezTo>
                <a:cubicBezTo>
                  <a:pt x="3121289" y="1872841"/>
                  <a:pt x="2912245" y="1810223"/>
                  <a:pt x="2817911" y="1861664"/>
                </a:cubicBezTo>
                <a:cubicBezTo>
                  <a:pt x="2723577" y="1913105"/>
                  <a:pt x="2557315" y="1832377"/>
                  <a:pt x="2364939" y="1861664"/>
                </a:cubicBezTo>
                <a:cubicBezTo>
                  <a:pt x="2172563" y="1890951"/>
                  <a:pt x="2034207" y="1821854"/>
                  <a:pt x="1911966" y="1861664"/>
                </a:cubicBezTo>
                <a:cubicBezTo>
                  <a:pt x="1789725" y="1901474"/>
                  <a:pt x="1608832" y="1820308"/>
                  <a:pt x="1385254" y="1861664"/>
                </a:cubicBezTo>
                <a:cubicBezTo>
                  <a:pt x="1161676" y="1903020"/>
                  <a:pt x="1010616" y="1804196"/>
                  <a:pt x="858541" y="1861664"/>
                </a:cubicBezTo>
                <a:cubicBezTo>
                  <a:pt x="706466" y="1919132"/>
                  <a:pt x="351619" y="1799034"/>
                  <a:pt x="0" y="1861664"/>
                </a:cubicBezTo>
                <a:cubicBezTo>
                  <a:pt x="-11432" y="1620778"/>
                  <a:pt x="52838" y="1553047"/>
                  <a:pt x="0" y="1377631"/>
                </a:cubicBezTo>
                <a:cubicBezTo>
                  <a:pt x="-52838" y="1202215"/>
                  <a:pt x="36353" y="1085450"/>
                  <a:pt x="0" y="949449"/>
                </a:cubicBezTo>
                <a:cubicBezTo>
                  <a:pt x="-36353" y="813448"/>
                  <a:pt x="4914" y="616546"/>
                  <a:pt x="0" y="521266"/>
                </a:cubicBezTo>
                <a:cubicBezTo>
                  <a:pt x="-4914" y="425986"/>
                  <a:pt x="23622" y="25614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square" rtlCol="0">
            <a:normAutofit/>
          </a:bodyPr>
          <a:lstStyle/>
          <a:p>
            <a:pPr>
              <a:defRPr/>
            </a:pPr>
            <a:r>
              <a:rPr lang="it-IT" sz="1400" b="1">
                <a:solidFill>
                  <a:schemeClr val="bg1"/>
                </a:solidFill>
              </a:rPr>
              <a:t>Categoria</a:t>
            </a:r>
            <a:endParaRPr/>
          </a:p>
        </p:txBody>
      </p:sp>
      <p:grpSp>
        <p:nvGrpSpPr>
          <p:cNvPr id="1335143844" name="Gruppo 19"/>
          <p:cNvGrpSpPr/>
          <p:nvPr/>
        </p:nvGrpSpPr>
        <p:grpSpPr bwMode="auto">
          <a:xfrm>
            <a:off x="4382764" y="2554088"/>
            <a:ext cx="3686986" cy="3245073"/>
            <a:chOff x="0" y="0"/>
            <a:chExt cx="3686986" cy="3245073"/>
          </a:xfrm>
        </p:grpSpPr>
        <p:sp>
          <p:nvSpPr>
            <p:cNvPr id="195523760" name="CasellaDiTesto 39"/>
            <p:cNvSpPr txBox="1"/>
            <p:nvPr/>
          </p:nvSpPr>
          <p:spPr bwMode="auto">
            <a:xfrm>
              <a:off x="0" y="0"/>
              <a:ext cx="3686986" cy="3245073"/>
            </a:xfrm>
            <a:custGeom>
              <a:avLst/>
              <a:gdLst>
                <a:gd name="connsiteX0" fmla="*/ 0 w 3686987"/>
                <a:gd name="connsiteY0" fmla="*/ 0 h 3245074"/>
                <a:gd name="connsiteX1" fmla="*/ 526712 w 3686987"/>
                <a:gd name="connsiteY1" fmla="*/ 0 h 3245074"/>
                <a:gd name="connsiteX2" fmla="*/ 942815 w 3686987"/>
                <a:gd name="connsiteY2" fmla="*/ 0 h 3245074"/>
                <a:gd name="connsiteX3" fmla="*/ 1543267 w 3686987"/>
                <a:gd name="connsiteY3" fmla="*/ 0 h 3245074"/>
                <a:gd name="connsiteX4" fmla="*/ 1959370 w 3686987"/>
                <a:gd name="connsiteY4" fmla="*/ 0 h 3245074"/>
                <a:gd name="connsiteX5" fmla="*/ 2449213 w 3686987"/>
                <a:gd name="connsiteY5" fmla="*/ 0 h 3245074"/>
                <a:gd name="connsiteX6" fmla="*/ 2975925 w 3686987"/>
                <a:gd name="connsiteY6" fmla="*/ 0 h 3245074"/>
                <a:gd name="connsiteX7" fmla="*/ 3686987 w 3686987"/>
                <a:gd name="connsiteY7" fmla="*/ 0 h 3245074"/>
                <a:gd name="connsiteX8" fmla="*/ 3686987 w 3686987"/>
                <a:gd name="connsiteY8" fmla="*/ 508395 h 3245074"/>
                <a:gd name="connsiteX9" fmla="*/ 3686987 w 3686987"/>
                <a:gd name="connsiteY9" fmla="*/ 1081691 h 3245074"/>
                <a:gd name="connsiteX10" fmla="*/ 3686987 w 3686987"/>
                <a:gd name="connsiteY10" fmla="*/ 1654988 h 3245074"/>
                <a:gd name="connsiteX11" fmla="*/ 3686987 w 3686987"/>
                <a:gd name="connsiteY11" fmla="*/ 2130932 h 3245074"/>
                <a:gd name="connsiteX12" fmla="*/ 3686987 w 3686987"/>
                <a:gd name="connsiteY12" fmla="*/ 2606876 h 3245074"/>
                <a:gd name="connsiteX13" fmla="*/ 3686987 w 3686987"/>
                <a:gd name="connsiteY13" fmla="*/ 3245074 h 3245074"/>
                <a:gd name="connsiteX14" fmla="*/ 3123405 w 3686987"/>
                <a:gd name="connsiteY14" fmla="*/ 3245074 h 3245074"/>
                <a:gd name="connsiteX15" fmla="*/ 2522953 w 3686987"/>
                <a:gd name="connsiteY15" fmla="*/ 3245074 h 3245074"/>
                <a:gd name="connsiteX16" fmla="*/ 1959370 w 3686987"/>
                <a:gd name="connsiteY16" fmla="*/ 3245074 h 3245074"/>
                <a:gd name="connsiteX17" fmla="*/ 1469528 w 3686987"/>
                <a:gd name="connsiteY17" fmla="*/ 3245074 h 3245074"/>
                <a:gd name="connsiteX18" fmla="*/ 979685 w 3686987"/>
                <a:gd name="connsiteY18" fmla="*/ 3245074 h 3245074"/>
                <a:gd name="connsiteX19" fmla="*/ 0 w 3686987"/>
                <a:gd name="connsiteY19" fmla="*/ 3245074 h 3245074"/>
                <a:gd name="connsiteX20" fmla="*/ 0 w 3686987"/>
                <a:gd name="connsiteY20" fmla="*/ 2639327 h 3245074"/>
                <a:gd name="connsiteX21" fmla="*/ 0 w 3686987"/>
                <a:gd name="connsiteY21" fmla="*/ 2130932 h 3245074"/>
                <a:gd name="connsiteX22" fmla="*/ 0 w 3686987"/>
                <a:gd name="connsiteY22" fmla="*/ 1525185 h 3245074"/>
                <a:gd name="connsiteX23" fmla="*/ 0 w 3686987"/>
                <a:gd name="connsiteY23" fmla="*/ 1016790 h 3245074"/>
                <a:gd name="connsiteX24" fmla="*/ 0 w 3686987"/>
                <a:gd name="connsiteY24" fmla="*/ 540846 h 3245074"/>
                <a:gd name="connsiteX25" fmla="*/ 0 w 3686987"/>
                <a:gd name="connsiteY25" fmla="*/ 0 h 3245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686987" h="3245074" fill="none" stroke="1" extrusionOk="0">
                  <a:moveTo>
                    <a:pt x="0" y="0"/>
                  </a:moveTo>
                  <a:cubicBezTo>
                    <a:pt x="112289" y="-20948"/>
                    <a:pt x="364223" y="57965"/>
                    <a:pt x="526712" y="0"/>
                  </a:cubicBezTo>
                  <a:cubicBezTo>
                    <a:pt x="689201" y="-57965"/>
                    <a:pt x="841604" y="15917"/>
                    <a:pt x="942815" y="0"/>
                  </a:cubicBezTo>
                  <a:cubicBezTo>
                    <a:pt x="1044026" y="-15917"/>
                    <a:pt x="1402346" y="18993"/>
                    <a:pt x="1543267" y="0"/>
                  </a:cubicBezTo>
                  <a:cubicBezTo>
                    <a:pt x="1684188" y="-18993"/>
                    <a:pt x="1773745" y="12259"/>
                    <a:pt x="1959370" y="0"/>
                  </a:cubicBezTo>
                  <a:cubicBezTo>
                    <a:pt x="2144995" y="-12259"/>
                    <a:pt x="2292178" y="50293"/>
                    <a:pt x="2449213" y="0"/>
                  </a:cubicBezTo>
                  <a:cubicBezTo>
                    <a:pt x="2606248" y="-50293"/>
                    <a:pt x="2860442" y="29996"/>
                    <a:pt x="2975925" y="0"/>
                  </a:cubicBezTo>
                  <a:cubicBezTo>
                    <a:pt x="3091408" y="-29996"/>
                    <a:pt x="3441445" y="1779"/>
                    <a:pt x="3686987" y="0"/>
                  </a:cubicBezTo>
                  <a:cubicBezTo>
                    <a:pt x="3728225" y="209158"/>
                    <a:pt x="3677660" y="267845"/>
                    <a:pt x="3686987" y="508395"/>
                  </a:cubicBezTo>
                  <a:cubicBezTo>
                    <a:pt x="3696314" y="748945"/>
                    <a:pt x="3659638" y="807628"/>
                    <a:pt x="3686987" y="1081691"/>
                  </a:cubicBezTo>
                  <a:cubicBezTo>
                    <a:pt x="3714336" y="1355754"/>
                    <a:pt x="3656689" y="1412557"/>
                    <a:pt x="3686987" y="1654988"/>
                  </a:cubicBezTo>
                  <a:cubicBezTo>
                    <a:pt x="3717285" y="1897419"/>
                    <a:pt x="3660942" y="1959352"/>
                    <a:pt x="3686987" y="2130932"/>
                  </a:cubicBezTo>
                  <a:cubicBezTo>
                    <a:pt x="3713032" y="2302512"/>
                    <a:pt x="3669954" y="2484500"/>
                    <a:pt x="3686987" y="2606876"/>
                  </a:cubicBezTo>
                  <a:cubicBezTo>
                    <a:pt x="3704020" y="2729252"/>
                    <a:pt x="3615112" y="2931980"/>
                    <a:pt x="3686987" y="3245074"/>
                  </a:cubicBezTo>
                  <a:cubicBezTo>
                    <a:pt x="3491393" y="3248972"/>
                    <a:pt x="3293233" y="3223662"/>
                    <a:pt x="3123405" y="3245074"/>
                  </a:cubicBezTo>
                  <a:cubicBezTo>
                    <a:pt x="2953577" y="3266486"/>
                    <a:pt x="2732213" y="3185894"/>
                    <a:pt x="2522953" y="3245074"/>
                  </a:cubicBezTo>
                  <a:cubicBezTo>
                    <a:pt x="2313693" y="3304254"/>
                    <a:pt x="2107251" y="3238350"/>
                    <a:pt x="1959370" y="3245074"/>
                  </a:cubicBezTo>
                  <a:cubicBezTo>
                    <a:pt x="1811489" y="3251798"/>
                    <a:pt x="1639457" y="3241086"/>
                    <a:pt x="1469528" y="3245074"/>
                  </a:cubicBezTo>
                  <a:cubicBezTo>
                    <a:pt x="1299599" y="3249062"/>
                    <a:pt x="1186331" y="3214868"/>
                    <a:pt x="979685" y="3245074"/>
                  </a:cubicBezTo>
                  <a:cubicBezTo>
                    <a:pt x="773039" y="3275280"/>
                    <a:pt x="440271" y="3196392"/>
                    <a:pt x="0" y="3245074"/>
                  </a:cubicBezTo>
                  <a:cubicBezTo>
                    <a:pt x="-11265" y="3074145"/>
                    <a:pt x="42452" y="2936612"/>
                    <a:pt x="0" y="2639327"/>
                  </a:cubicBezTo>
                  <a:cubicBezTo>
                    <a:pt x="-42452" y="2342042"/>
                    <a:pt x="17728" y="2380662"/>
                    <a:pt x="0" y="2130932"/>
                  </a:cubicBezTo>
                  <a:cubicBezTo>
                    <a:pt x="-17728" y="1881202"/>
                    <a:pt x="52833" y="1763900"/>
                    <a:pt x="0" y="1525185"/>
                  </a:cubicBezTo>
                  <a:cubicBezTo>
                    <a:pt x="-52833" y="1286470"/>
                    <a:pt x="39848" y="1182473"/>
                    <a:pt x="0" y="1016790"/>
                  </a:cubicBezTo>
                  <a:cubicBezTo>
                    <a:pt x="-39848" y="851108"/>
                    <a:pt x="16929" y="697112"/>
                    <a:pt x="0" y="540846"/>
                  </a:cubicBezTo>
                  <a:cubicBezTo>
                    <a:pt x="-16929" y="384580"/>
                    <a:pt x="3359" y="186462"/>
                    <a:pt x="0" y="0"/>
                  </a:cubicBezTo>
                  <a:close/>
                </a:path>
                <a:path w="3686987" h="3245074" fill="norm" stroke="0" extrusionOk="0">
                  <a:moveTo>
                    <a:pt x="0" y="0"/>
                  </a:moveTo>
                  <a:cubicBezTo>
                    <a:pt x="152296" y="-692"/>
                    <a:pt x="332954" y="5869"/>
                    <a:pt x="489843" y="0"/>
                  </a:cubicBezTo>
                  <a:cubicBezTo>
                    <a:pt x="646732" y="-5869"/>
                    <a:pt x="767879" y="20724"/>
                    <a:pt x="1016555" y="0"/>
                  </a:cubicBezTo>
                  <a:cubicBezTo>
                    <a:pt x="1265231" y="-20724"/>
                    <a:pt x="1287666" y="28693"/>
                    <a:pt x="1543267" y="0"/>
                  </a:cubicBezTo>
                  <a:cubicBezTo>
                    <a:pt x="1798868" y="-28693"/>
                    <a:pt x="1793946" y="1083"/>
                    <a:pt x="1959370" y="0"/>
                  </a:cubicBezTo>
                  <a:cubicBezTo>
                    <a:pt x="2124794" y="-1083"/>
                    <a:pt x="2228765" y="57811"/>
                    <a:pt x="2486083" y="0"/>
                  </a:cubicBezTo>
                  <a:cubicBezTo>
                    <a:pt x="2743401" y="-57811"/>
                    <a:pt x="2959520" y="69337"/>
                    <a:pt x="3086535" y="0"/>
                  </a:cubicBezTo>
                  <a:cubicBezTo>
                    <a:pt x="3213550" y="-69337"/>
                    <a:pt x="3551423" y="71545"/>
                    <a:pt x="3686987" y="0"/>
                  </a:cubicBezTo>
                  <a:cubicBezTo>
                    <a:pt x="3727921" y="222702"/>
                    <a:pt x="3625191" y="374379"/>
                    <a:pt x="3686987" y="540846"/>
                  </a:cubicBezTo>
                  <a:cubicBezTo>
                    <a:pt x="3748783" y="707313"/>
                    <a:pt x="3623747" y="873030"/>
                    <a:pt x="3686987" y="1081691"/>
                  </a:cubicBezTo>
                  <a:cubicBezTo>
                    <a:pt x="3750227" y="1290352"/>
                    <a:pt x="3626145" y="1477654"/>
                    <a:pt x="3686987" y="1622537"/>
                  </a:cubicBezTo>
                  <a:cubicBezTo>
                    <a:pt x="3747829" y="1767420"/>
                    <a:pt x="3655329" y="1856251"/>
                    <a:pt x="3686987" y="2066030"/>
                  </a:cubicBezTo>
                  <a:cubicBezTo>
                    <a:pt x="3718645" y="2275809"/>
                    <a:pt x="3652712" y="2334581"/>
                    <a:pt x="3686987" y="2509524"/>
                  </a:cubicBezTo>
                  <a:cubicBezTo>
                    <a:pt x="3721262" y="2684467"/>
                    <a:pt x="3619816" y="3010479"/>
                    <a:pt x="3686987" y="3245074"/>
                  </a:cubicBezTo>
                  <a:cubicBezTo>
                    <a:pt x="3478083" y="3260693"/>
                    <a:pt x="3433854" y="3208946"/>
                    <a:pt x="3197144" y="3245074"/>
                  </a:cubicBezTo>
                  <a:cubicBezTo>
                    <a:pt x="2960434" y="3281202"/>
                    <a:pt x="2863949" y="3204155"/>
                    <a:pt x="2744172" y="3245074"/>
                  </a:cubicBezTo>
                  <a:cubicBezTo>
                    <a:pt x="2624395" y="3285993"/>
                    <a:pt x="2441092" y="3211358"/>
                    <a:pt x="2217459" y="3245074"/>
                  </a:cubicBezTo>
                  <a:cubicBezTo>
                    <a:pt x="1993826" y="3278790"/>
                    <a:pt x="1841652" y="3185429"/>
                    <a:pt x="1690747" y="3245074"/>
                  </a:cubicBezTo>
                  <a:cubicBezTo>
                    <a:pt x="1539842" y="3304719"/>
                    <a:pt x="1326239" y="3226890"/>
                    <a:pt x="1164034" y="3245074"/>
                  </a:cubicBezTo>
                  <a:cubicBezTo>
                    <a:pt x="1001829" y="3263258"/>
                    <a:pt x="728958" y="3202856"/>
                    <a:pt x="600452" y="3245074"/>
                  </a:cubicBezTo>
                  <a:cubicBezTo>
                    <a:pt x="471946" y="3287292"/>
                    <a:pt x="294398" y="3183399"/>
                    <a:pt x="0" y="3245074"/>
                  </a:cubicBezTo>
                  <a:cubicBezTo>
                    <a:pt x="-40914" y="3101094"/>
                    <a:pt x="5051" y="2934101"/>
                    <a:pt x="0" y="2769130"/>
                  </a:cubicBezTo>
                  <a:cubicBezTo>
                    <a:pt x="-5051" y="2604159"/>
                    <a:pt x="54787" y="2501544"/>
                    <a:pt x="0" y="2260735"/>
                  </a:cubicBezTo>
                  <a:cubicBezTo>
                    <a:pt x="-54787" y="2019927"/>
                    <a:pt x="8978" y="1892466"/>
                    <a:pt x="0" y="1784791"/>
                  </a:cubicBezTo>
                  <a:cubicBezTo>
                    <a:pt x="-8978" y="1677116"/>
                    <a:pt x="22968" y="1437635"/>
                    <a:pt x="0" y="1211494"/>
                  </a:cubicBezTo>
                  <a:cubicBezTo>
                    <a:pt x="-22968" y="985353"/>
                    <a:pt x="22742" y="801348"/>
                    <a:pt x="0" y="670649"/>
                  </a:cubicBezTo>
                  <a:cubicBezTo>
                    <a:pt x="-22742" y="539951"/>
                    <a:pt x="6052" y="175702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pPr>
                <a:defRPr/>
              </a:pPr>
              <a:r>
                <a:rPr lang="it-IT" sz="1400" b="1">
                  <a:solidFill>
                    <a:schemeClr val="bg1"/>
                  </a:solidFill>
                </a:rPr>
                <a:t>Ingredienti</a:t>
              </a:r>
              <a:endParaRPr/>
            </a:p>
          </p:txBody>
        </p:sp>
        <p:graphicFrame>
          <p:nvGraphicFramePr>
            <p:cNvPr id="1454452168" name="Diagramma 66"/>
            <p:cNvGraphicFramePr>
              <a:graphicFrameLocks xmlns:a="http://schemas.openxmlformats.org/drawingml/2006/main"/>
            </p:cNvGraphicFramePr>
            <p:nvPr/>
          </p:nvGraphicFramePr>
          <p:xfrm rot="0">
            <a:off x="215413" y="552707"/>
            <a:ext cx="3088718" cy="2619297"/>
            <a:chOff x="0" y="0"/>
            <a:chExt cx="3088718" cy="261929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5" r:lo="rId7" r:qs="rId8" r:cs="rId6"/>
            </a:graphicData>
          </a:graphic>
        </p:graphicFrame>
        <p:cxnSp>
          <p:nvCxnSpPr>
            <p:cNvPr id="1748587840" name="Connettore diritto 68"/>
            <p:cNvCxnSpPr/>
            <p:nvPr/>
          </p:nvCxnSpPr>
          <p:spPr bwMode="auto">
            <a:xfrm flipV="1">
              <a:off x="60724" y="2865066"/>
              <a:ext cx="3525810" cy="6894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973966589" name="Rettangolo 17"/>
            <p:cNvSpPr/>
            <p:nvPr/>
          </p:nvSpPr>
          <p:spPr bwMode="auto">
            <a:xfrm rot="5400000">
              <a:off x="1751130" y="1013116"/>
              <a:ext cx="184725" cy="3408925"/>
            </a:xfrm>
            <a:prstGeom prst="rect">
              <a:avLst/>
            </a:prstGeom>
            <a:solidFill>
              <a:srgbClr val="FBE5D6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456376295" name="Rettangolo 18"/>
            <p:cNvSpPr/>
            <p:nvPr/>
          </p:nvSpPr>
          <p:spPr bwMode="auto">
            <a:xfrm rot="5400000">
              <a:off x="1751130" y="-1338260"/>
              <a:ext cx="184725" cy="3408925"/>
            </a:xfrm>
            <a:prstGeom prst="rect">
              <a:avLst/>
            </a:prstGeom>
            <a:solidFill>
              <a:srgbClr val="FBE5D6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444470432" name="Triangolo isoscele 12"/>
            <p:cNvSpPr/>
            <p:nvPr/>
          </p:nvSpPr>
          <p:spPr bwMode="auto">
            <a:xfrm>
              <a:off x="1750772" y="324185"/>
              <a:ext cx="145708" cy="84030"/>
            </a:xfrm>
            <a:prstGeom prst="triangle">
              <a:avLst>
                <a:gd name="adj" fmla="val 50000"/>
              </a:avLst>
            </a:prstGeom>
            <a:solidFill>
              <a:srgbClr val="843C0C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1122660681" name="Triangolo isoscele 14"/>
            <p:cNvSpPr/>
            <p:nvPr/>
          </p:nvSpPr>
          <p:spPr bwMode="auto">
            <a:xfrm rot="10800000">
              <a:off x="1750773" y="2679411"/>
              <a:ext cx="145708" cy="84030"/>
            </a:xfrm>
            <a:prstGeom prst="triangle">
              <a:avLst>
                <a:gd name="adj" fmla="val 50000"/>
              </a:avLst>
            </a:prstGeom>
            <a:solidFill>
              <a:srgbClr val="843C0C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</p:grpSp>
      <p:grpSp>
        <p:nvGrpSpPr>
          <p:cNvPr id="2110855210" name="Gruppo 64"/>
          <p:cNvGrpSpPr/>
          <p:nvPr/>
        </p:nvGrpSpPr>
        <p:grpSpPr bwMode="auto">
          <a:xfrm>
            <a:off x="8222880" y="2568731"/>
            <a:ext cx="3686985" cy="3245072"/>
            <a:chOff x="0" y="0"/>
            <a:chExt cx="3686985" cy="3245072"/>
          </a:xfrm>
        </p:grpSpPr>
        <p:sp>
          <p:nvSpPr>
            <p:cNvPr id="1456531712" name="CasellaDiTesto 65"/>
            <p:cNvSpPr txBox="1"/>
            <p:nvPr/>
          </p:nvSpPr>
          <p:spPr bwMode="auto">
            <a:xfrm>
              <a:off x="0" y="0"/>
              <a:ext cx="3686986" cy="3245073"/>
            </a:xfrm>
            <a:custGeom>
              <a:avLst/>
              <a:gdLst>
                <a:gd name="connsiteX0" fmla="*/ 0 w 3686987"/>
                <a:gd name="connsiteY0" fmla="*/ 0 h 3245074"/>
                <a:gd name="connsiteX1" fmla="*/ 526712 w 3686987"/>
                <a:gd name="connsiteY1" fmla="*/ 0 h 3245074"/>
                <a:gd name="connsiteX2" fmla="*/ 942815 w 3686987"/>
                <a:gd name="connsiteY2" fmla="*/ 0 h 3245074"/>
                <a:gd name="connsiteX3" fmla="*/ 1543267 w 3686987"/>
                <a:gd name="connsiteY3" fmla="*/ 0 h 3245074"/>
                <a:gd name="connsiteX4" fmla="*/ 1959370 w 3686987"/>
                <a:gd name="connsiteY4" fmla="*/ 0 h 3245074"/>
                <a:gd name="connsiteX5" fmla="*/ 2449213 w 3686987"/>
                <a:gd name="connsiteY5" fmla="*/ 0 h 3245074"/>
                <a:gd name="connsiteX6" fmla="*/ 2975925 w 3686987"/>
                <a:gd name="connsiteY6" fmla="*/ 0 h 3245074"/>
                <a:gd name="connsiteX7" fmla="*/ 3686987 w 3686987"/>
                <a:gd name="connsiteY7" fmla="*/ 0 h 3245074"/>
                <a:gd name="connsiteX8" fmla="*/ 3686987 w 3686987"/>
                <a:gd name="connsiteY8" fmla="*/ 508395 h 3245074"/>
                <a:gd name="connsiteX9" fmla="*/ 3686987 w 3686987"/>
                <a:gd name="connsiteY9" fmla="*/ 1081691 h 3245074"/>
                <a:gd name="connsiteX10" fmla="*/ 3686987 w 3686987"/>
                <a:gd name="connsiteY10" fmla="*/ 1654988 h 3245074"/>
                <a:gd name="connsiteX11" fmla="*/ 3686987 w 3686987"/>
                <a:gd name="connsiteY11" fmla="*/ 2130932 h 3245074"/>
                <a:gd name="connsiteX12" fmla="*/ 3686987 w 3686987"/>
                <a:gd name="connsiteY12" fmla="*/ 2606876 h 3245074"/>
                <a:gd name="connsiteX13" fmla="*/ 3686987 w 3686987"/>
                <a:gd name="connsiteY13" fmla="*/ 3245074 h 3245074"/>
                <a:gd name="connsiteX14" fmla="*/ 3123405 w 3686987"/>
                <a:gd name="connsiteY14" fmla="*/ 3245074 h 3245074"/>
                <a:gd name="connsiteX15" fmla="*/ 2522953 w 3686987"/>
                <a:gd name="connsiteY15" fmla="*/ 3245074 h 3245074"/>
                <a:gd name="connsiteX16" fmla="*/ 1959370 w 3686987"/>
                <a:gd name="connsiteY16" fmla="*/ 3245074 h 3245074"/>
                <a:gd name="connsiteX17" fmla="*/ 1469528 w 3686987"/>
                <a:gd name="connsiteY17" fmla="*/ 3245074 h 3245074"/>
                <a:gd name="connsiteX18" fmla="*/ 979685 w 3686987"/>
                <a:gd name="connsiteY18" fmla="*/ 3245074 h 3245074"/>
                <a:gd name="connsiteX19" fmla="*/ 0 w 3686987"/>
                <a:gd name="connsiteY19" fmla="*/ 3245074 h 3245074"/>
                <a:gd name="connsiteX20" fmla="*/ 0 w 3686987"/>
                <a:gd name="connsiteY20" fmla="*/ 2639327 h 3245074"/>
                <a:gd name="connsiteX21" fmla="*/ 0 w 3686987"/>
                <a:gd name="connsiteY21" fmla="*/ 2130932 h 3245074"/>
                <a:gd name="connsiteX22" fmla="*/ 0 w 3686987"/>
                <a:gd name="connsiteY22" fmla="*/ 1525185 h 3245074"/>
                <a:gd name="connsiteX23" fmla="*/ 0 w 3686987"/>
                <a:gd name="connsiteY23" fmla="*/ 1016790 h 3245074"/>
                <a:gd name="connsiteX24" fmla="*/ 0 w 3686987"/>
                <a:gd name="connsiteY24" fmla="*/ 540846 h 3245074"/>
                <a:gd name="connsiteX25" fmla="*/ 0 w 3686987"/>
                <a:gd name="connsiteY25" fmla="*/ 0 h 3245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686987" h="3245074" fill="none" stroke="1" extrusionOk="0">
                  <a:moveTo>
                    <a:pt x="0" y="0"/>
                  </a:moveTo>
                  <a:cubicBezTo>
                    <a:pt x="112289" y="-20948"/>
                    <a:pt x="364223" y="57965"/>
                    <a:pt x="526712" y="0"/>
                  </a:cubicBezTo>
                  <a:cubicBezTo>
                    <a:pt x="689201" y="-57965"/>
                    <a:pt x="841604" y="15917"/>
                    <a:pt x="942815" y="0"/>
                  </a:cubicBezTo>
                  <a:cubicBezTo>
                    <a:pt x="1044026" y="-15917"/>
                    <a:pt x="1402346" y="18993"/>
                    <a:pt x="1543267" y="0"/>
                  </a:cubicBezTo>
                  <a:cubicBezTo>
                    <a:pt x="1684188" y="-18993"/>
                    <a:pt x="1773745" y="12259"/>
                    <a:pt x="1959370" y="0"/>
                  </a:cubicBezTo>
                  <a:cubicBezTo>
                    <a:pt x="2144995" y="-12259"/>
                    <a:pt x="2292178" y="50293"/>
                    <a:pt x="2449213" y="0"/>
                  </a:cubicBezTo>
                  <a:cubicBezTo>
                    <a:pt x="2606248" y="-50293"/>
                    <a:pt x="2860442" y="29996"/>
                    <a:pt x="2975925" y="0"/>
                  </a:cubicBezTo>
                  <a:cubicBezTo>
                    <a:pt x="3091408" y="-29996"/>
                    <a:pt x="3441445" y="1779"/>
                    <a:pt x="3686987" y="0"/>
                  </a:cubicBezTo>
                  <a:cubicBezTo>
                    <a:pt x="3728225" y="209158"/>
                    <a:pt x="3677660" y="267845"/>
                    <a:pt x="3686987" y="508395"/>
                  </a:cubicBezTo>
                  <a:cubicBezTo>
                    <a:pt x="3696314" y="748945"/>
                    <a:pt x="3659638" y="807628"/>
                    <a:pt x="3686987" y="1081691"/>
                  </a:cubicBezTo>
                  <a:cubicBezTo>
                    <a:pt x="3714336" y="1355754"/>
                    <a:pt x="3656689" y="1412557"/>
                    <a:pt x="3686987" y="1654988"/>
                  </a:cubicBezTo>
                  <a:cubicBezTo>
                    <a:pt x="3717285" y="1897419"/>
                    <a:pt x="3660942" y="1959352"/>
                    <a:pt x="3686987" y="2130932"/>
                  </a:cubicBezTo>
                  <a:cubicBezTo>
                    <a:pt x="3713032" y="2302512"/>
                    <a:pt x="3669954" y="2484500"/>
                    <a:pt x="3686987" y="2606876"/>
                  </a:cubicBezTo>
                  <a:cubicBezTo>
                    <a:pt x="3704020" y="2729252"/>
                    <a:pt x="3615112" y="2931980"/>
                    <a:pt x="3686987" y="3245074"/>
                  </a:cubicBezTo>
                  <a:cubicBezTo>
                    <a:pt x="3491393" y="3248972"/>
                    <a:pt x="3293233" y="3223662"/>
                    <a:pt x="3123405" y="3245074"/>
                  </a:cubicBezTo>
                  <a:cubicBezTo>
                    <a:pt x="2953577" y="3266486"/>
                    <a:pt x="2732213" y="3185894"/>
                    <a:pt x="2522953" y="3245074"/>
                  </a:cubicBezTo>
                  <a:cubicBezTo>
                    <a:pt x="2313693" y="3304254"/>
                    <a:pt x="2107251" y="3238350"/>
                    <a:pt x="1959370" y="3245074"/>
                  </a:cubicBezTo>
                  <a:cubicBezTo>
                    <a:pt x="1811489" y="3251798"/>
                    <a:pt x="1639457" y="3241086"/>
                    <a:pt x="1469528" y="3245074"/>
                  </a:cubicBezTo>
                  <a:cubicBezTo>
                    <a:pt x="1299599" y="3249062"/>
                    <a:pt x="1186331" y="3214868"/>
                    <a:pt x="979685" y="3245074"/>
                  </a:cubicBezTo>
                  <a:cubicBezTo>
                    <a:pt x="773039" y="3275280"/>
                    <a:pt x="440271" y="3196392"/>
                    <a:pt x="0" y="3245074"/>
                  </a:cubicBezTo>
                  <a:cubicBezTo>
                    <a:pt x="-11265" y="3074145"/>
                    <a:pt x="42452" y="2936612"/>
                    <a:pt x="0" y="2639327"/>
                  </a:cubicBezTo>
                  <a:cubicBezTo>
                    <a:pt x="-42452" y="2342042"/>
                    <a:pt x="17728" y="2380662"/>
                    <a:pt x="0" y="2130932"/>
                  </a:cubicBezTo>
                  <a:cubicBezTo>
                    <a:pt x="-17728" y="1881202"/>
                    <a:pt x="52833" y="1763900"/>
                    <a:pt x="0" y="1525185"/>
                  </a:cubicBezTo>
                  <a:cubicBezTo>
                    <a:pt x="-52833" y="1286470"/>
                    <a:pt x="39848" y="1182473"/>
                    <a:pt x="0" y="1016790"/>
                  </a:cubicBezTo>
                  <a:cubicBezTo>
                    <a:pt x="-39848" y="851108"/>
                    <a:pt x="16929" y="697112"/>
                    <a:pt x="0" y="540846"/>
                  </a:cubicBezTo>
                  <a:cubicBezTo>
                    <a:pt x="-16929" y="384580"/>
                    <a:pt x="3359" y="186462"/>
                    <a:pt x="0" y="0"/>
                  </a:cubicBezTo>
                  <a:close/>
                </a:path>
                <a:path w="3686987" h="3245074" fill="norm" stroke="0" extrusionOk="0">
                  <a:moveTo>
                    <a:pt x="0" y="0"/>
                  </a:moveTo>
                  <a:cubicBezTo>
                    <a:pt x="152296" y="-692"/>
                    <a:pt x="332954" y="5869"/>
                    <a:pt x="489843" y="0"/>
                  </a:cubicBezTo>
                  <a:cubicBezTo>
                    <a:pt x="646732" y="-5869"/>
                    <a:pt x="767879" y="20724"/>
                    <a:pt x="1016555" y="0"/>
                  </a:cubicBezTo>
                  <a:cubicBezTo>
                    <a:pt x="1265231" y="-20724"/>
                    <a:pt x="1287666" y="28693"/>
                    <a:pt x="1543267" y="0"/>
                  </a:cubicBezTo>
                  <a:cubicBezTo>
                    <a:pt x="1798868" y="-28693"/>
                    <a:pt x="1793946" y="1083"/>
                    <a:pt x="1959370" y="0"/>
                  </a:cubicBezTo>
                  <a:cubicBezTo>
                    <a:pt x="2124794" y="-1083"/>
                    <a:pt x="2228765" y="57811"/>
                    <a:pt x="2486083" y="0"/>
                  </a:cubicBezTo>
                  <a:cubicBezTo>
                    <a:pt x="2743401" y="-57811"/>
                    <a:pt x="2959520" y="69337"/>
                    <a:pt x="3086535" y="0"/>
                  </a:cubicBezTo>
                  <a:cubicBezTo>
                    <a:pt x="3213550" y="-69337"/>
                    <a:pt x="3551423" y="71545"/>
                    <a:pt x="3686987" y="0"/>
                  </a:cubicBezTo>
                  <a:cubicBezTo>
                    <a:pt x="3727921" y="222702"/>
                    <a:pt x="3625191" y="374379"/>
                    <a:pt x="3686987" y="540846"/>
                  </a:cubicBezTo>
                  <a:cubicBezTo>
                    <a:pt x="3748783" y="707313"/>
                    <a:pt x="3623747" y="873030"/>
                    <a:pt x="3686987" y="1081691"/>
                  </a:cubicBezTo>
                  <a:cubicBezTo>
                    <a:pt x="3750227" y="1290352"/>
                    <a:pt x="3626145" y="1477654"/>
                    <a:pt x="3686987" y="1622537"/>
                  </a:cubicBezTo>
                  <a:cubicBezTo>
                    <a:pt x="3747829" y="1767420"/>
                    <a:pt x="3655329" y="1856251"/>
                    <a:pt x="3686987" y="2066030"/>
                  </a:cubicBezTo>
                  <a:cubicBezTo>
                    <a:pt x="3718645" y="2275809"/>
                    <a:pt x="3652712" y="2334581"/>
                    <a:pt x="3686987" y="2509524"/>
                  </a:cubicBezTo>
                  <a:cubicBezTo>
                    <a:pt x="3721262" y="2684467"/>
                    <a:pt x="3619816" y="3010479"/>
                    <a:pt x="3686987" y="3245074"/>
                  </a:cubicBezTo>
                  <a:cubicBezTo>
                    <a:pt x="3478083" y="3260693"/>
                    <a:pt x="3433854" y="3208946"/>
                    <a:pt x="3197144" y="3245074"/>
                  </a:cubicBezTo>
                  <a:cubicBezTo>
                    <a:pt x="2960434" y="3281202"/>
                    <a:pt x="2863949" y="3204155"/>
                    <a:pt x="2744172" y="3245074"/>
                  </a:cubicBezTo>
                  <a:cubicBezTo>
                    <a:pt x="2624395" y="3285993"/>
                    <a:pt x="2441092" y="3211358"/>
                    <a:pt x="2217459" y="3245074"/>
                  </a:cubicBezTo>
                  <a:cubicBezTo>
                    <a:pt x="1993826" y="3278790"/>
                    <a:pt x="1841652" y="3185429"/>
                    <a:pt x="1690747" y="3245074"/>
                  </a:cubicBezTo>
                  <a:cubicBezTo>
                    <a:pt x="1539842" y="3304719"/>
                    <a:pt x="1326239" y="3226890"/>
                    <a:pt x="1164034" y="3245074"/>
                  </a:cubicBezTo>
                  <a:cubicBezTo>
                    <a:pt x="1001829" y="3263258"/>
                    <a:pt x="728958" y="3202856"/>
                    <a:pt x="600452" y="3245074"/>
                  </a:cubicBezTo>
                  <a:cubicBezTo>
                    <a:pt x="471946" y="3287292"/>
                    <a:pt x="294398" y="3183399"/>
                    <a:pt x="0" y="3245074"/>
                  </a:cubicBezTo>
                  <a:cubicBezTo>
                    <a:pt x="-40914" y="3101094"/>
                    <a:pt x="5051" y="2934101"/>
                    <a:pt x="0" y="2769130"/>
                  </a:cubicBezTo>
                  <a:cubicBezTo>
                    <a:pt x="-5051" y="2604159"/>
                    <a:pt x="54787" y="2501544"/>
                    <a:pt x="0" y="2260735"/>
                  </a:cubicBezTo>
                  <a:cubicBezTo>
                    <a:pt x="-54787" y="2019927"/>
                    <a:pt x="8978" y="1892466"/>
                    <a:pt x="0" y="1784791"/>
                  </a:cubicBezTo>
                  <a:cubicBezTo>
                    <a:pt x="-8978" y="1677116"/>
                    <a:pt x="22968" y="1437635"/>
                    <a:pt x="0" y="1211494"/>
                  </a:cubicBezTo>
                  <a:cubicBezTo>
                    <a:pt x="-22968" y="985353"/>
                    <a:pt x="22742" y="801348"/>
                    <a:pt x="0" y="670649"/>
                  </a:cubicBezTo>
                  <a:cubicBezTo>
                    <a:pt x="-22742" y="539951"/>
                    <a:pt x="6052" y="175702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pPr>
                <a:defRPr/>
              </a:pPr>
              <a:r>
                <a:rPr lang="it-IT" sz="1400" b="1">
                  <a:solidFill>
                    <a:schemeClr val="bg1"/>
                  </a:solidFill>
                </a:rPr>
                <a:t>Allergeni</a:t>
              </a:r>
              <a:endParaRPr/>
            </a:p>
          </p:txBody>
        </p:sp>
        <p:graphicFrame>
          <p:nvGraphicFramePr>
            <p:cNvPr id="733819133" name="Diagramma 67"/>
            <p:cNvGraphicFramePr>
              <a:graphicFrameLocks xmlns:a="http://schemas.openxmlformats.org/drawingml/2006/main"/>
            </p:cNvGraphicFramePr>
            <p:nvPr/>
          </p:nvGraphicFramePr>
          <p:xfrm rot="0">
            <a:off x="215411" y="552706"/>
            <a:ext cx="3088717" cy="2619297"/>
            <a:chOff x="0" y="0"/>
            <a:chExt cx="3088717" cy="261929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0" r:lo="rId12" r:qs="rId13" r:cs="rId11"/>
            </a:graphicData>
          </a:graphic>
        </p:graphicFrame>
        <p:sp>
          <p:nvSpPr>
            <p:cNvPr id="1306496600" name="Rettangolo 77"/>
            <p:cNvSpPr/>
            <p:nvPr/>
          </p:nvSpPr>
          <p:spPr bwMode="auto">
            <a:xfrm rot="5400000">
              <a:off x="1751130" y="1339954"/>
              <a:ext cx="184725" cy="3408925"/>
            </a:xfrm>
            <a:prstGeom prst="rect">
              <a:avLst/>
            </a:prstGeom>
            <a:solidFill>
              <a:srgbClr val="FBE5D6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1931625820" name="Rettangolo 78"/>
            <p:cNvSpPr/>
            <p:nvPr/>
          </p:nvSpPr>
          <p:spPr bwMode="auto">
            <a:xfrm rot="5400000">
              <a:off x="1751130" y="-1338259"/>
              <a:ext cx="184725" cy="3408925"/>
            </a:xfrm>
            <a:prstGeom prst="rect">
              <a:avLst/>
            </a:prstGeom>
            <a:solidFill>
              <a:srgbClr val="FBE5D6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609262470" name="Triangolo isoscele 80"/>
            <p:cNvSpPr/>
            <p:nvPr/>
          </p:nvSpPr>
          <p:spPr bwMode="auto">
            <a:xfrm>
              <a:off x="1750770" y="324184"/>
              <a:ext cx="145708" cy="84030"/>
            </a:xfrm>
            <a:prstGeom prst="triangle">
              <a:avLst>
                <a:gd name="adj" fmla="val 50000"/>
              </a:avLst>
            </a:prstGeom>
            <a:solidFill>
              <a:srgbClr val="843C0C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787005104" name="Triangolo isoscele 81"/>
            <p:cNvSpPr/>
            <p:nvPr/>
          </p:nvSpPr>
          <p:spPr bwMode="auto">
            <a:xfrm rot="10800000">
              <a:off x="1750772" y="3006249"/>
              <a:ext cx="145708" cy="84030"/>
            </a:xfrm>
            <a:prstGeom prst="triangle">
              <a:avLst>
                <a:gd name="adj" fmla="val 50000"/>
              </a:avLst>
            </a:prstGeom>
            <a:solidFill>
              <a:srgbClr val="843C0C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</p:grpSp>
      <p:cxnSp>
        <p:nvCxnSpPr>
          <p:cNvPr id="1313683701" name="Connettore diritto 4"/>
          <p:cNvCxnSpPr/>
          <p:nvPr/>
        </p:nvCxnSpPr>
        <p:spPr bwMode="auto">
          <a:xfrm>
            <a:off x="0" y="939799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0042228" name="CasellaDiTesto 24"/>
          <p:cNvSpPr txBox="1"/>
          <p:nvPr/>
        </p:nvSpPr>
        <p:spPr bwMode="auto">
          <a:xfrm>
            <a:off x="5185746" y="1459737"/>
            <a:ext cx="1728268" cy="4575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400" b="1">
                <a:solidFill>
                  <a:schemeClr val="accent2"/>
                </a:solidFill>
                <a:latin typeface="Carlito"/>
                <a:ea typeface="Carlito"/>
                <a:cs typeface="Carlito"/>
              </a:rPr>
              <a:t>Il mio piatto</a:t>
            </a:r>
            <a:endParaRPr>
              <a:latin typeface="Carlito"/>
              <a:cs typeface="Carlito"/>
            </a:endParaRPr>
          </a:p>
        </p:txBody>
      </p:sp>
      <p:sp>
        <p:nvSpPr>
          <p:cNvPr id="1437472336" name="CasellaDiTesto 25"/>
          <p:cNvSpPr txBox="1"/>
          <p:nvPr/>
        </p:nvSpPr>
        <p:spPr bwMode="auto">
          <a:xfrm>
            <a:off x="4630892" y="1113459"/>
            <a:ext cx="2895032" cy="5185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800" b="1">
                <a:solidFill>
                  <a:schemeClr val="accent2">
                    <a:lumMod val="50000"/>
                  </a:schemeClr>
                </a:solidFill>
                <a:latin typeface="Carlito"/>
                <a:ea typeface="Carlito"/>
                <a:cs typeface="Carlito"/>
              </a:rPr>
              <a:t>Aggiungi un piatto</a:t>
            </a:r>
            <a:endParaRPr>
              <a:latin typeface="Carlito"/>
              <a:cs typeface="Carlito"/>
            </a:endParaRPr>
          </a:p>
        </p:txBody>
      </p:sp>
      <p:cxnSp>
        <p:nvCxnSpPr>
          <p:cNvPr id="683275181" name="Connettore diritto 4"/>
          <p:cNvCxnSpPr/>
          <p:nvPr/>
        </p:nvCxnSpPr>
        <p:spPr bwMode="auto">
          <a:xfrm>
            <a:off x="0" y="2201907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887003307" name="Gruppo 143"/>
          <p:cNvGrpSpPr/>
          <p:nvPr/>
        </p:nvGrpSpPr>
        <p:grpSpPr bwMode="auto">
          <a:xfrm>
            <a:off x="482952" y="1326999"/>
            <a:ext cx="960555" cy="305159"/>
            <a:chOff x="0" y="0"/>
            <a:chExt cx="960555" cy="305159"/>
          </a:xfrm>
        </p:grpSpPr>
        <p:sp>
          <p:nvSpPr>
            <p:cNvPr id="700801241" name="Rettangolo 123"/>
            <p:cNvSpPr/>
            <p:nvPr/>
          </p:nvSpPr>
          <p:spPr bwMode="auto">
            <a:xfrm>
              <a:off x="0" y="0"/>
              <a:ext cx="960555" cy="30515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r">
                <a:defRPr/>
              </a:pPr>
              <a:r>
                <a:rPr lang="it-IT" sz="1400">
                  <a:solidFill>
                    <a:schemeClr val="accent1"/>
                  </a:solidFill>
                </a:rPr>
                <a:t>Indietro</a:t>
              </a:r>
              <a:endParaRPr/>
            </a:p>
          </p:txBody>
        </p:sp>
        <p:pic>
          <p:nvPicPr>
            <p:cNvPr id="1093163657" name="Elemento grafico 141" descr="Accento circonflesso verso sinistra con riempimento a tinta unita"/>
            <p:cNvPicPr>
              <a:picLocks noChangeAspect="1"/>
            </p:cNvPicPr>
            <p:nvPr/>
          </p:nvPicPr>
          <p:blipFill rotWithShape="1">
            <a:blip r:embed="rId14"/>
            <a:stretch/>
          </p:blipFill>
          <p:spPr bwMode="auto">
            <a:xfrm>
              <a:off x="55584" y="45719"/>
              <a:ext cx="228315" cy="228315"/>
            </a:xfrm>
            <a:prstGeom prst="rect">
              <a:avLst/>
            </a:prstGeom>
          </p:spPr>
        </p:pic>
      </p:grpSp>
      <p:pic>
        <p:nvPicPr>
          <p:cNvPr id="579436697" name="Elemento grafico 141" descr="Accento circonflesso verso sinistra con riempimento a tinta unita"/>
          <p:cNvPicPr>
            <a:picLocks noChangeAspect="1"/>
          </p:cNvPicPr>
          <p:nvPr/>
        </p:nvPicPr>
        <p:blipFill rotWithShape="1">
          <a:blip r:embed="rId14"/>
          <a:stretch/>
        </p:blipFill>
        <p:spPr bwMode="auto">
          <a:xfrm rot="0" flipH="0" flipV="0">
            <a:off x="709979" y="7357953"/>
            <a:ext cx="228315" cy="228315"/>
          </a:xfrm>
          <a:prstGeom prst="rect">
            <a:avLst/>
          </a:prstGeom>
        </p:spPr>
      </p:pic>
      <p:sp modelId="{A04F6C91-AEBF-4847-980F-C23A5906DCBB}">
        <p:nvSpPr>
          <p:cNvPr id="87490145" name=""/>
          <p:cNvSpPr/>
          <p:nvPr/>
        </p:nvSpPr>
        <p:spPr bwMode="auto">
          <a:xfrm flipH="0" flipV="0">
            <a:off x="621666" y="5491187"/>
            <a:ext cx="3448932" cy="257113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accent2">
                <a:shade val="80000"/>
                <a:hueOff val="0"/>
                <a:satOff val="0"/>
                <a:lumOff val="0"/>
                <a:alphaOff val="0"/>
              </a:schemeClr>
            </a:solidFill>
            <a:prstDash val="solid"/>
            <a:miter lim="800000"/>
          </a:ln>
          <a:effectLst/>
        </p:spPr>
        <p:style>
          <a:lnRef idx="2">
            <a:srgbClr val="000000"/>
          </a:lnRef>
          <a:fillRef idx="1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spcFirstLastPara="0" vert="horz" wrap="square" lIns="45720" tIns="45720" rIns="45720" bIns="45720" numCol="1" spcCol="1268" anchor="ctr" anchorCtr="0">
            <a:noAutofit/>
          </a:bodyPr>
          <a:lstStyle/>
          <a:p>
            <a:pPr marL="0" lvl="0" indent="0" algn="l" defTabSz="53339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1200" b="1">
                <a:solidFill>
                  <a:schemeClr val="accent2">
                    <a:lumMod val="50000"/>
                  </a:schemeClr>
                </a:solidFill>
              </a:rPr>
              <a:t>    Bevanda</a:t>
            </a:r>
            <a:endParaRPr/>
          </a:p>
        </p:txBody>
      </p:sp>
      <p:pic>
        <p:nvPicPr>
          <p:cNvPr id="706771554" name="Elemento grafico 8" descr="Accento circonflesso verso il basso con riempimento a tinta unita"/>
          <p:cNvPicPr>
            <a:picLocks noChangeAspect="1"/>
          </p:cNvPicPr>
          <p:nvPr/>
        </p:nvPicPr>
        <p:blipFill rotWithShape="1">
          <a:blip r:embed="rId15"/>
          <a:stretch/>
        </p:blipFill>
        <p:spPr bwMode="auto">
          <a:xfrm>
            <a:off x="3775862" y="5495965"/>
            <a:ext cx="252335" cy="252335"/>
          </a:xfrm>
          <a:prstGeom prst="rect">
            <a:avLst/>
          </a:prstGeom>
        </p:spPr>
      </p:pic>
      <p:sp>
        <p:nvSpPr>
          <p:cNvPr id="2130531840" name=""/>
          <p:cNvSpPr/>
          <p:nvPr/>
        </p:nvSpPr>
        <p:spPr bwMode="auto">
          <a:xfrm rot="0" flipH="0" flipV="0">
            <a:off x="0" y="1866"/>
            <a:ext cx="12196689" cy="6854263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404566739" name=""/>
          <p:cNvSpPr/>
          <p:nvPr/>
        </p:nvSpPr>
        <p:spPr bwMode="auto">
          <a:xfrm rot="0" flipH="0" flipV="0">
            <a:off x="4221600" y="2325220"/>
            <a:ext cx="3586119" cy="18863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57029976" name="CasellaDiTesto 24"/>
          <p:cNvSpPr txBox="1"/>
          <p:nvPr/>
        </p:nvSpPr>
        <p:spPr bwMode="auto">
          <a:xfrm>
            <a:off x="4503145" y="2732725"/>
            <a:ext cx="2466114" cy="640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1800" b="1">
                <a:solidFill>
                  <a:schemeClr val="accent2"/>
                </a:solidFill>
                <a:latin typeface="Carlito"/>
                <a:ea typeface="Carlito"/>
                <a:cs typeface="Carlito"/>
              </a:rPr>
              <a:t>Il piatto deve prevedere </a:t>
            </a:r>
            <a:endParaRPr lang="it-IT" sz="1800" b="1">
              <a:solidFill>
                <a:schemeClr val="accent2"/>
              </a:solidFill>
              <a:latin typeface="Carlito"/>
              <a:ea typeface="Carlito"/>
              <a:cs typeface="Carlito"/>
            </a:endParaRPr>
          </a:p>
          <a:p>
            <a:pPr>
              <a:defRPr/>
            </a:pPr>
            <a:r>
              <a:rPr lang="it-IT" sz="1800" b="1">
                <a:solidFill>
                  <a:schemeClr val="accent2"/>
                </a:solidFill>
                <a:latin typeface="Carlito"/>
                <a:ea typeface="Carlito"/>
                <a:cs typeface="Carlito"/>
              </a:rPr>
              <a:t>un nome!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686785089" name="CasellaDiTesto 25"/>
          <p:cNvSpPr txBox="1"/>
          <p:nvPr/>
        </p:nvSpPr>
        <p:spPr bwMode="auto">
          <a:xfrm>
            <a:off x="4503145" y="2386447"/>
            <a:ext cx="2870029" cy="5185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800" b="1">
                <a:solidFill>
                  <a:schemeClr val="accent2">
                    <a:lumMod val="50000"/>
                  </a:schemeClr>
                </a:solidFill>
                <a:latin typeface="Carlito"/>
                <a:ea typeface="Carlito"/>
                <a:cs typeface="Carlito"/>
              </a:rPr>
              <a:t>Piatto non salvato</a:t>
            </a:r>
            <a:endParaRPr>
              <a:latin typeface="Carlito"/>
              <a:cs typeface="Carlito"/>
            </a:endParaRPr>
          </a:p>
        </p:txBody>
      </p:sp>
      <p:sp>
        <p:nvSpPr>
          <p:cNvPr id="2113799944" name="Rettangolo 79"/>
          <p:cNvSpPr/>
          <p:nvPr/>
        </p:nvSpPr>
        <p:spPr bwMode="auto">
          <a:xfrm rot="0" flipH="0" flipV="0">
            <a:off x="5431443" y="3613087"/>
            <a:ext cx="1097658" cy="3661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defRPr/>
            </a:pPr>
            <a:r>
              <a:rPr lang="it-IT" b="1"/>
              <a:t>Continua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090894065" name="Connettore diritto 4"/>
          <p:cNvCxnSpPr/>
          <p:nvPr/>
        </p:nvCxnSpPr>
        <p:spPr bwMode="auto">
          <a:xfrm>
            <a:off x="0" y="939799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5478148" name="CasellaDiTesto 13"/>
          <p:cNvSpPr txBox="1"/>
          <p:nvPr/>
        </p:nvSpPr>
        <p:spPr bwMode="auto">
          <a:xfrm>
            <a:off x="534613" y="137259"/>
            <a:ext cx="3364285" cy="584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it-IT" sz="3200" spc="599">
                <a:solidFill>
                  <a:schemeClr val="accent2"/>
                </a:solidFill>
                <a:latin typeface="Aharoni"/>
                <a:cs typeface="Aharoni"/>
              </a:rPr>
              <a:t>PickyEaters</a:t>
            </a:r>
            <a:endParaRPr lang="it-IT" spc="599">
              <a:solidFill>
                <a:schemeClr val="accent2"/>
              </a:solidFill>
              <a:latin typeface="Aharoni"/>
              <a:cs typeface="Aharoni"/>
            </a:endParaRPr>
          </a:p>
        </p:txBody>
      </p:sp>
      <p:pic>
        <p:nvPicPr>
          <p:cNvPr id="895737686" name="Elemento grafico 20" descr="Cursore con riempimento a tinta unita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1">
            <a:off x="0" y="136738"/>
            <a:ext cx="584775" cy="584775"/>
          </a:xfrm>
          <a:prstGeom prst="rect">
            <a:avLst/>
          </a:prstGeom>
        </p:spPr>
      </p:pic>
      <p:grpSp>
        <p:nvGrpSpPr>
          <p:cNvPr id="1204242978" name="Gruppo 21"/>
          <p:cNvGrpSpPr/>
          <p:nvPr/>
        </p:nvGrpSpPr>
        <p:grpSpPr bwMode="auto">
          <a:xfrm>
            <a:off x="311159" y="2554088"/>
            <a:ext cx="4032128" cy="713016"/>
            <a:chOff x="311159" y="2091709"/>
            <a:chExt cx="4032128" cy="713016"/>
          </a:xfrm>
        </p:grpSpPr>
        <p:sp>
          <p:nvSpPr>
            <p:cNvPr id="2047935238" name="CasellaDiTesto 22"/>
            <p:cNvSpPr txBox="1"/>
            <p:nvPr/>
          </p:nvSpPr>
          <p:spPr bwMode="auto">
            <a:xfrm>
              <a:off x="311159" y="2422044"/>
              <a:ext cx="4032128" cy="338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it-IT" sz="1600" b="1">
                  <a:solidFill>
                    <a:schemeClr val="bg1"/>
                  </a:solidFill>
                </a:rPr>
                <a:t>A che categoria appartiene il piatto?</a:t>
              </a:r>
              <a:endParaRPr/>
            </a:p>
          </p:txBody>
        </p:sp>
        <p:sp>
          <p:nvSpPr>
            <p:cNvPr id="660866946" name="CasellaDiTesto 41"/>
            <p:cNvSpPr txBox="1"/>
            <p:nvPr/>
          </p:nvSpPr>
          <p:spPr bwMode="auto">
            <a:xfrm>
              <a:off x="542646" y="2091709"/>
              <a:ext cx="3678952" cy="713016"/>
            </a:xfrm>
            <a:custGeom>
              <a:avLst/>
              <a:gdLst>
                <a:gd name="connsiteX0" fmla="*/ 0 w 3678954"/>
                <a:gd name="connsiteY0" fmla="*/ 0 h 713016"/>
                <a:gd name="connsiteX1" fmla="*/ 525565 w 3678954"/>
                <a:gd name="connsiteY1" fmla="*/ 0 h 713016"/>
                <a:gd name="connsiteX2" fmla="*/ 1087919 w 3678954"/>
                <a:gd name="connsiteY2" fmla="*/ 0 h 713016"/>
                <a:gd name="connsiteX3" fmla="*/ 1576695 w 3678954"/>
                <a:gd name="connsiteY3" fmla="*/ 0 h 713016"/>
                <a:gd name="connsiteX4" fmla="*/ 2102259 w 3678954"/>
                <a:gd name="connsiteY4" fmla="*/ 0 h 713016"/>
                <a:gd name="connsiteX5" fmla="*/ 2627824 w 3678954"/>
                <a:gd name="connsiteY5" fmla="*/ 0 h 713016"/>
                <a:gd name="connsiteX6" fmla="*/ 3116600 w 3678954"/>
                <a:gd name="connsiteY6" fmla="*/ 0 h 713016"/>
                <a:gd name="connsiteX7" fmla="*/ 3678954 w 3678954"/>
                <a:gd name="connsiteY7" fmla="*/ 0 h 713016"/>
                <a:gd name="connsiteX8" fmla="*/ 3678954 w 3678954"/>
                <a:gd name="connsiteY8" fmla="*/ 363638 h 713016"/>
                <a:gd name="connsiteX9" fmla="*/ 3678954 w 3678954"/>
                <a:gd name="connsiteY9" fmla="*/ 713016 h 713016"/>
                <a:gd name="connsiteX10" fmla="*/ 3226968 w 3678954"/>
                <a:gd name="connsiteY10" fmla="*/ 713016 h 713016"/>
                <a:gd name="connsiteX11" fmla="*/ 2664614 w 3678954"/>
                <a:gd name="connsiteY11" fmla="*/ 713016 h 713016"/>
                <a:gd name="connsiteX12" fmla="*/ 2212628 w 3678954"/>
                <a:gd name="connsiteY12" fmla="*/ 713016 h 713016"/>
                <a:gd name="connsiteX13" fmla="*/ 1760642 w 3678954"/>
                <a:gd name="connsiteY13" fmla="*/ 713016 h 713016"/>
                <a:gd name="connsiteX14" fmla="*/ 1198288 w 3678954"/>
                <a:gd name="connsiteY14" fmla="*/ 713016 h 713016"/>
                <a:gd name="connsiteX15" fmla="*/ 709513 w 3678954"/>
                <a:gd name="connsiteY15" fmla="*/ 713016 h 713016"/>
                <a:gd name="connsiteX16" fmla="*/ 0 w 3678954"/>
                <a:gd name="connsiteY16" fmla="*/ 713016 h 713016"/>
                <a:gd name="connsiteX17" fmla="*/ 0 w 3678954"/>
                <a:gd name="connsiteY17" fmla="*/ 370768 h 713016"/>
                <a:gd name="connsiteX18" fmla="*/ 0 w 3678954"/>
                <a:gd name="connsiteY18" fmla="*/ 0 h 713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678954" h="713016" fill="none" stroke="1" extrusionOk="0">
                  <a:moveTo>
                    <a:pt x="0" y="0"/>
                  </a:moveTo>
                  <a:cubicBezTo>
                    <a:pt x="106438" y="-4997"/>
                    <a:pt x="290281" y="12720"/>
                    <a:pt x="525565" y="0"/>
                  </a:cubicBezTo>
                  <a:cubicBezTo>
                    <a:pt x="760849" y="-12720"/>
                    <a:pt x="944033" y="41878"/>
                    <a:pt x="1087919" y="0"/>
                  </a:cubicBezTo>
                  <a:cubicBezTo>
                    <a:pt x="1231805" y="-41878"/>
                    <a:pt x="1434944" y="36466"/>
                    <a:pt x="1576695" y="0"/>
                  </a:cubicBezTo>
                  <a:cubicBezTo>
                    <a:pt x="1718446" y="-36466"/>
                    <a:pt x="1870168" y="52935"/>
                    <a:pt x="2102259" y="0"/>
                  </a:cubicBezTo>
                  <a:cubicBezTo>
                    <a:pt x="2334350" y="-52935"/>
                    <a:pt x="2498891" y="34467"/>
                    <a:pt x="2627824" y="0"/>
                  </a:cubicBezTo>
                  <a:cubicBezTo>
                    <a:pt x="2756758" y="-34467"/>
                    <a:pt x="2986951" y="19835"/>
                    <a:pt x="3116600" y="0"/>
                  </a:cubicBezTo>
                  <a:cubicBezTo>
                    <a:pt x="3246249" y="-19835"/>
                    <a:pt x="3495103" y="18411"/>
                    <a:pt x="3678954" y="0"/>
                  </a:cubicBezTo>
                  <a:cubicBezTo>
                    <a:pt x="3696401" y="97946"/>
                    <a:pt x="3659628" y="230606"/>
                    <a:pt x="3678954" y="363638"/>
                  </a:cubicBezTo>
                  <a:cubicBezTo>
                    <a:pt x="3698280" y="496670"/>
                    <a:pt x="3675102" y="600816"/>
                    <a:pt x="3678954" y="713016"/>
                  </a:cubicBezTo>
                  <a:cubicBezTo>
                    <a:pt x="3515749" y="735965"/>
                    <a:pt x="3388328" y="679855"/>
                    <a:pt x="3226968" y="713016"/>
                  </a:cubicBezTo>
                  <a:cubicBezTo>
                    <a:pt x="3065608" y="746177"/>
                    <a:pt x="2789577" y="686206"/>
                    <a:pt x="2664614" y="713016"/>
                  </a:cubicBezTo>
                  <a:cubicBezTo>
                    <a:pt x="2539651" y="739826"/>
                    <a:pt x="2358840" y="668039"/>
                    <a:pt x="2212628" y="713016"/>
                  </a:cubicBezTo>
                  <a:cubicBezTo>
                    <a:pt x="2066416" y="757993"/>
                    <a:pt x="1974174" y="698246"/>
                    <a:pt x="1760642" y="713016"/>
                  </a:cubicBezTo>
                  <a:cubicBezTo>
                    <a:pt x="1547110" y="727786"/>
                    <a:pt x="1332764" y="706061"/>
                    <a:pt x="1198288" y="713016"/>
                  </a:cubicBezTo>
                  <a:cubicBezTo>
                    <a:pt x="1063812" y="719971"/>
                    <a:pt x="876579" y="655965"/>
                    <a:pt x="709513" y="713016"/>
                  </a:cubicBezTo>
                  <a:cubicBezTo>
                    <a:pt x="542447" y="770067"/>
                    <a:pt x="240243" y="629967"/>
                    <a:pt x="0" y="713016"/>
                  </a:cubicBezTo>
                  <a:cubicBezTo>
                    <a:pt x="-1346" y="573898"/>
                    <a:pt x="37630" y="457402"/>
                    <a:pt x="0" y="370768"/>
                  </a:cubicBezTo>
                  <a:cubicBezTo>
                    <a:pt x="-37630" y="284134"/>
                    <a:pt x="30866" y="172819"/>
                    <a:pt x="0" y="0"/>
                  </a:cubicBezTo>
                  <a:close/>
                </a:path>
                <a:path w="3678954" h="713016" fill="norm" stroke="0" extrusionOk="0">
                  <a:moveTo>
                    <a:pt x="0" y="0"/>
                  </a:moveTo>
                  <a:cubicBezTo>
                    <a:pt x="103131" y="-9360"/>
                    <a:pt x="292001" y="40606"/>
                    <a:pt x="488775" y="0"/>
                  </a:cubicBezTo>
                  <a:cubicBezTo>
                    <a:pt x="685549" y="-40606"/>
                    <a:pt x="768138" y="39139"/>
                    <a:pt x="1014340" y="0"/>
                  </a:cubicBezTo>
                  <a:cubicBezTo>
                    <a:pt x="1260543" y="-39139"/>
                    <a:pt x="1339992" y="60992"/>
                    <a:pt x="1539905" y="0"/>
                  </a:cubicBezTo>
                  <a:cubicBezTo>
                    <a:pt x="1739819" y="-60992"/>
                    <a:pt x="1835688" y="24468"/>
                    <a:pt x="1955101" y="0"/>
                  </a:cubicBezTo>
                  <a:cubicBezTo>
                    <a:pt x="2074514" y="-24468"/>
                    <a:pt x="2338163" y="31478"/>
                    <a:pt x="2480666" y="0"/>
                  </a:cubicBezTo>
                  <a:cubicBezTo>
                    <a:pt x="2623170" y="-31478"/>
                    <a:pt x="2799086" y="44158"/>
                    <a:pt x="3079810" y="0"/>
                  </a:cubicBezTo>
                  <a:cubicBezTo>
                    <a:pt x="3360534" y="-44158"/>
                    <a:pt x="3398958" y="63391"/>
                    <a:pt x="3678954" y="0"/>
                  </a:cubicBezTo>
                  <a:cubicBezTo>
                    <a:pt x="3701422" y="153123"/>
                    <a:pt x="3649368" y="180147"/>
                    <a:pt x="3678954" y="356508"/>
                  </a:cubicBezTo>
                  <a:cubicBezTo>
                    <a:pt x="3708540" y="532869"/>
                    <a:pt x="3642430" y="618845"/>
                    <a:pt x="3678954" y="713016"/>
                  </a:cubicBezTo>
                  <a:cubicBezTo>
                    <a:pt x="3428851" y="726921"/>
                    <a:pt x="3396913" y="671597"/>
                    <a:pt x="3153389" y="713016"/>
                  </a:cubicBezTo>
                  <a:cubicBezTo>
                    <a:pt x="2909866" y="754435"/>
                    <a:pt x="2831314" y="660195"/>
                    <a:pt x="2701403" y="713016"/>
                  </a:cubicBezTo>
                  <a:cubicBezTo>
                    <a:pt x="2571492" y="765837"/>
                    <a:pt x="2345691" y="673526"/>
                    <a:pt x="2102259" y="713016"/>
                  </a:cubicBezTo>
                  <a:cubicBezTo>
                    <a:pt x="1858827" y="752506"/>
                    <a:pt x="1864375" y="692526"/>
                    <a:pt x="1650274" y="713016"/>
                  </a:cubicBezTo>
                  <a:cubicBezTo>
                    <a:pt x="1436174" y="733506"/>
                    <a:pt x="1327173" y="694293"/>
                    <a:pt x="1198288" y="713016"/>
                  </a:cubicBezTo>
                  <a:cubicBezTo>
                    <a:pt x="1069403" y="731739"/>
                    <a:pt x="878107" y="663824"/>
                    <a:pt x="746302" y="713016"/>
                  </a:cubicBezTo>
                  <a:cubicBezTo>
                    <a:pt x="614497" y="762208"/>
                    <a:pt x="232841" y="643641"/>
                    <a:pt x="0" y="713016"/>
                  </a:cubicBezTo>
                  <a:cubicBezTo>
                    <a:pt x="-27456" y="584045"/>
                    <a:pt x="861" y="498799"/>
                    <a:pt x="0" y="356508"/>
                  </a:cubicBezTo>
                  <a:cubicBezTo>
                    <a:pt x="-861" y="214217"/>
                    <a:pt x="37318" y="17639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pPr>
                <a:defRPr/>
              </a:pPr>
              <a:r>
                <a:rPr lang="it-IT" sz="1400" b="1">
                  <a:solidFill>
                    <a:schemeClr val="bg1"/>
                  </a:solidFill>
                </a:rPr>
                <a:t>Nome</a:t>
              </a:r>
              <a:endParaRPr/>
            </a:p>
          </p:txBody>
        </p:sp>
        <p:sp>
          <p:nvSpPr>
            <p:cNvPr id="55519214" name="Rettangolo con angoli arrotondati 10"/>
            <p:cNvSpPr/>
            <p:nvPr/>
          </p:nvSpPr>
          <p:spPr bwMode="auto">
            <a:xfrm>
              <a:off x="682555" y="2377915"/>
              <a:ext cx="3269683" cy="262344"/>
            </a:xfrm>
            <a:prstGeom prst="roundRect">
              <a:avLst>
                <a:gd name="adj" fmla="val 16667"/>
              </a:avLst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defRPr/>
              </a:pPr>
              <a:r>
                <a:rPr lang="it-IT" sz="1200"/>
                <a:t>Spaghetti alla carbonara </a:t>
              </a:r>
              <a:endParaRPr/>
            </a:p>
          </p:txBody>
        </p:sp>
      </p:grpSp>
      <p:sp>
        <p:nvSpPr>
          <p:cNvPr id="486988712" name="CasellaDiTesto 74"/>
          <p:cNvSpPr txBox="1"/>
          <p:nvPr/>
        </p:nvSpPr>
        <p:spPr bwMode="auto">
          <a:xfrm>
            <a:off x="9085878" y="184209"/>
            <a:ext cx="2083026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/>
              <a:t>Ciao, </a:t>
            </a:r>
            <a:r>
              <a:rPr lang="it-IT" b="1" i="1"/>
              <a:t>Luca Gasperini</a:t>
            </a:r>
            <a:endParaRPr/>
          </a:p>
        </p:txBody>
      </p:sp>
      <p:grpSp>
        <p:nvGrpSpPr>
          <p:cNvPr id="1320150913" name="Gruppo 97"/>
          <p:cNvGrpSpPr/>
          <p:nvPr/>
        </p:nvGrpSpPr>
        <p:grpSpPr bwMode="auto">
          <a:xfrm>
            <a:off x="11357834" y="221713"/>
            <a:ext cx="547191" cy="304938"/>
            <a:chOff x="11307901" y="248603"/>
            <a:chExt cx="547191" cy="304938"/>
          </a:xfrm>
        </p:grpSpPr>
        <p:sp>
          <p:nvSpPr>
            <p:cNvPr id="2079908647" name="Rettangolo con angoli arrotondati 91"/>
            <p:cNvSpPr/>
            <p:nvPr/>
          </p:nvSpPr>
          <p:spPr bwMode="auto">
            <a:xfrm>
              <a:off x="11307901" y="248603"/>
              <a:ext cx="547191" cy="304938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>
                <a:defRPr/>
              </a:pPr>
              <a:endParaRPr lang="it-IT"/>
            </a:p>
          </p:txBody>
        </p:sp>
        <p:grpSp>
          <p:nvGrpSpPr>
            <p:cNvPr id="1638406633" name="Gruppo 92"/>
            <p:cNvGrpSpPr/>
            <p:nvPr/>
          </p:nvGrpSpPr>
          <p:grpSpPr bwMode="auto">
            <a:xfrm>
              <a:off x="11366458" y="287692"/>
              <a:ext cx="436966" cy="226758"/>
              <a:chOff x="11370200" y="216945"/>
              <a:chExt cx="579868" cy="303861"/>
            </a:xfrm>
            <a:solidFill>
              <a:schemeClr val="bg1"/>
            </a:solidFill>
          </p:grpSpPr>
          <p:sp>
            <p:nvSpPr>
              <p:cNvPr id="668375825" name="Elemento grafico 76" descr="Accento circonflesso verso il basso con riempimento a tinta unita"/>
              <p:cNvSpPr/>
              <p:nvPr/>
            </p:nvSpPr>
            <p:spPr bwMode="auto">
              <a:xfrm>
                <a:off x="11737449" y="333085"/>
                <a:ext cx="212619" cy="122263"/>
              </a:xfrm>
              <a:custGeom>
                <a:avLst/>
                <a:gdLst>
                  <a:gd name="connsiteX0" fmla="*/ 106321 w 212620"/>
                  <a:gd name="connsiteY0" fmla="*/ 122264 h 122264"/>
                  <a:gd name="connsiteX1" fmla="*/ 0 w 212620"/>
                  <a:gd name="connsiteY1" fmla="*/ 15966 h 122264"/>
                  <a:gd name="connsiteX2" fmla="*/ 15962 w 212620"/>
                  <a:gd name="connsiteY2" fmla="*/ 0 h 122264"/>
                  <a:gd name="connsiteX3" fmla="*/ 106321 w 212620"/>
                  <a:gd name="connsiteY3" fmla="*/ 90341 h 122264"/>
                  <a:gd name="connsiteX4" fmla="*/ 196659 w 212620"/>
                  <a:gd name="connsiteY4" fmla="*/ 4 h 122264"/>
                  <a:gd name="connsiteX5" fmla="*/ 212620 w 212620"/>
                  <a:gd name="connsiteY5" fmla="*/ 15966 h 122264"/>
                  <a:gd name="connsiteX6" fmla="*/ 106321 w 212620"/>
                  <a:gd name="connsiteY6" fmla="*/ 122264 h 1222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2620" h="122264" fill="norm" stroke="1" extrusionOk="0">
                    <a:moveTo>
                      <a:pt x="106321" y="122264"/>
                    </a:moveTo>
                    <a:lnTo>
                      <a:pt x="0" y="15966"/>
                    </a:lnTo>
                    <a:lnTo>
                      <a:pt x="15962" y="0"/>
                    </a:lnTo>
                    <a:lnTo>
                      <a:pt x="106321" y="90341"/>
                    </a:lnTo>
                    <a:lnTo>
                      <a:pt x="196659" y="4"/>
                    </a:lnTo>
                    <a:lnTo>
                      <a:pt x="212620" y="15966"/>
                    </a:lnTo>
                    <a:lnTo>
                      <a:pt x="106321" y="122264"/>
                    </a:lnTo>
                    <a:close/>
                  </a:path>
                </a:pathLst>
              </a:custGeom>
              <a:grpFill/>
              <a:ln w="36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it-IT"/>
              </a:p>
            </p:txBody>
          </p:sp>
          <p:grpSp>
            <p:nvGrpSpPr>
              <p:cNvPr id="169417763" name="Elemento grafico 78" descr="Utente con riempimento a tinta unita"/>
              <p:cNvGrpSpPr/>
              <p:nvPr/>
            </p:nvGrpSpPr>
            <p:grpSpPr bwMode="auto">
              <a:xfrm>
                <a:off x="11370200" y="216945"/>
                <a:ext cx="285987" cy="303861"/>
                <a:chOff x="11370200" y="216945"/>
                <a:chExt cx="285987" cy="303861"/>
              </a:xfrm>
              <a:grpFill/>
            </p:grpSpPr>
            <p:sp>
              <p:nvSpPr>
                <p:cNvPr id="2043143675" name="Figura a mano libera: forma 95"/>
                <p:cNvSpPr/>
                <p:nvPr/>
              </p:nvSpPr>
              <p:spPr bwMode="auto">
                <a:xfrm>
                  <a:off x="11441696" y="216945"/>
                  <a:ext cx="142993" cy="142993"/>
                </a:xfrm>
                <a:custGeom>
                  <a:avLst/>
                  <a:gdLst>
                    <a:gd name="connsiteX0" fmla="*/ 142994 w 142994"/>
                    <a:gd name="connsiteY0" fmla="*/ 71497 h 142994"/>
                    <a:gd name="connsiteX1" fmla="*/ 71497 w 142994"/>
                    <a:gd name="connsiteY1" fmla="*/ 142994 h 142994"/>
                    <a:gd name="connsiteX2" fmla="*/ 0 w 142994"/>
                    <a:gd name="connsiteY2" fmla="*/ 71497 h 142994"/>
                    <a:gd name="connsiteX3" fmla="*/ 71497 w 142994"/>
                    <a:gd name="connsiteY3" fmla="*/ 0 h 142994"/>
                    <a:gd name="connsiteX4" fmla="*/ 142994 w 142994"/>
                    <a:gd name="connsiteY4" fmla="*/ 71497 h 142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2994" h="142994" fill="norm" stroke="1" extrusionOk="0">
                      <a:moveTo>
                        <a:pt x="142994" y="71497"/>
                      </a:moveTo>
                      <a:cubicBezTo>
                        <a:pt x="142994" y="110984"/>
                        <a:pt x="110984" y="142994"/>
                        <a:pt x="71497" y="142994"/>
                      </a:cubicBezTo>
                      <a:cubicBezTo>
                        <a:pt x="32010" y="142994"/>
                        <a:pt x="0" y="110984"/>
                        <a:pt x="0" y="71497"/>
                      </a:cubicBezTo>
                      <a:cubicBezTo>
                        <a:pt x="0" y="32010"/>
                        <a:pt x="32010" y="0"/>
                        <a:pt x="71497" y="0"/>
                      </a:cubicBezTo>
                      <a:cubicBezTo>
                        <a:pt x="110984" y="0"/>
                        <a:pt x="142994" y="32010"/>
                        <a:pt x="142994" y="71497"/>
                      </a:cubicBezTo>
                      <a:close/>
                    </a:path>
                  </a:pathLst>
                </a:custGeom>
                <a:grpFill/>
                <a:ln w="44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it-IT"/>
                </a:p>
              </p:txBody>
            </p:sp>
            <p:sp>
              <p:nvSpPr>
                <p:cNvPr id="1398321877" name="Figura a mano libera: forma 96"/>
                <p:cNvSpPr/>
                <p:nvPr/>
              </p:nvSpPr>
              <p:spPr bwMode="auto">
                <a:xfrm>
                  <a:off x="11370200" y="377812"/>
                  <a:ext cx="285987" cy="142993"/>
                </a:xfrm>
                <a:custGeom>
                  <a:avLst/>
                  <a:gdLst>
                    <a:gd name="connsiteX0" fmla="*/ 285989 w 285988"/>
                    <a:gd name="connsiteY0" fmla="*/ 142994 h 142994"/>
                    <a:gd name="connsiteX1" fmla="*/ 285989 w 285988"/>
                    <a:gd name="connsiteY1" fmla="*/ 71497 h 142994"/>
                    <a:gd name="connsiteX2" fmla="*/ 271689 w 285988"/>
                    <a:gd name="connsiteY2" fmla="*/ 42898 h 142994"/>
                    <a:gd name="connsiteX3" fmla="*/ 201980 w 285988"/>
                    <a:gd name="connsiteY3" fmla="*/ 8937 h 142994"/>
                    <a:gd name="connsiteX4" fmla="*/ 142994 w 285988"/>
                    <a:gd name="connsiteY4" fmla="*/ 0 h 142994"/>
                    <a:gd name="connsiteX5" fmla="*/ 84009 w 285988"/>
                    <a:gd name="connsiteY5" fmla="*/ 8937 h 142994"/>
                    <a:gd name="connsiteX6" fmla="*/ 14299 w 285988"/>
                    <a:gd name="connsiteY6" fmla="*/ 42898 h 142994"/>
                    <a:gd name="connsiteX7" fmla="*/ 0 w 285988"/>
                    <a:gd name="connsiteY7" fmla="*/ 71497 h 142994"/>
                    <a:gd name="connsiteX8" fmla="*/ 0 w 285988"/>
                    <a:gd name="connsiteY8" fmla="*/ 142994 h 142994"/>
                    <a:gd name="connsiteX9" fmla="*/ 285989 w 285988"/>
                    <a:gd name="connsiteY9" fmla="*/ 142994 h 142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85988" h="142994" fill="norm" stroke="1" extrusionOk="0">
                      <a:moveTo>
                        <a:pt x="285989" y="142994"/>
                      </a:moveTo>
                      <a:lnTo>
                        <a:pt x="285989" y="71497"/>
                      </a:lnTo>
                      <a:cubicBezTo>
                        <a:pt x="285989" y="60773"/>
                        <a:pt x="280626" y="50048"/>
                        <a:pt x="271689" y="42898"/>
                      </a:cubicBezTo>
                      <a:cubicBezTo>
                        <a:pt x="252028" y="26811"/>
                        <a:pt x="227004" y="16087"/>
                        <a:pt x="201980" y="8937"/>
                      </a:cubicBezTo>
                      <a:cubicBezTo>
                        <a:pt x="184105" y="3575"/>
                        <a:pt x="164443" y="0"/>
                        <a:pt x="142994" y="0"/>
                      </a:cubicBezTo>
                      <a:cubicBezTo>
                        <a:pt x="123333" y="0"/>
                        <a:pt x="103671" y="3575"/>
                        <a:pt x="84009" y="8937"/>
                      </a:cubicBezTo>
                      <a:cubicBezTo>
                        <a:pt x="58985" y="16087"/>
                        <a:pt x="33961" y="28599"/>
                        <a:pt x="14299" y="42898"/>
                      </a:cubicBezTo>
                      <a:cubicBezTo>
                        <a:pt x="5362" y="50048"/>
                        <a:pt x="0" y="60773"/>
                        <a:pt x="0" y="71497"/>
                      </a:cubicBezTo>
                      <a:lnTo>
                        <a:pt x="0" y="142994"/>
                      </a:lnTo>
                      <a:lnTo>
                        <a:pt x="285989" y="142994"/>
                      </a:lnTo>
                      <a:close/>
                    </a:path>
                  </a:pathLst>
                </a:custGeom>
                <a:grpFill/>
                <a:ln w="44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it-IT"/>
                </a:p>
              </p:txBody>
            </p:sp>
          </p:grpSp>
        </p:grpSp>
      </p:grpSp>
      <p:grpSp>
        <p:nvGrpSpPr>
          <p:cNvPr id="818250087" name="Gruppo 144"/>
          <p:cNvGrpSpPr/>
          <p:nvPr/>
        </p:nvGrpSpPr>
        <p:grpSpPr bwMode="auto">
          <a:xfrm>
            <a:off x="5306305" y="6229678"/>
            <a:ext cx="1579386" cy="369331"/>
            <a:chOff x="5278057" y="6199535"/>
            <a:chExt cx="1635882" cy="382542"/>
          </a:xfrm>
        </p:grpSpPr>
        <p:sp>
          <p:nvSpPr>
            <p:cNvPr id="1679103335" name="Rettangolo 79"/>
            <p:cNvSpPr/>
            <p:nvPr/>
          </p:nvSpPr>
          <p:spPr bwMode="auto">
            <a:xfrm>
              <a:off x="5278057" y="6199535"/>
              <a:ext cx="1635882" cy="3825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>
                <a:defRPr/>
              </a:pPr>
              <a:r>
                <a:rPr lang="it-IT" b="1"/>
                <a:t>Salva piatto</a:t>
              </a:r>
              <a:endParaRPr/>
            </a:p>
          </p:txBody>
        </p:sp>
        <p:sp>
          <p:nvSpPr>
            <p:cNvPr id="2088456421" name="Figura a mano libera: forma 117"/>
            <p:cNvSpPr/>
            <p:nvPr/>
          </p:nvSpPr>
          <p:spPr bwMode="auto">
            <a:xfrm>
              <a:off x="6602186" y="6287787"/>
              <a:ext cx="246819" cy="188139"/>
            </a:xfrm>
            <a:custGeom>
              <a:avLst/>
              <a:gdLst>
                <a:gd name="connsiteX0" fmla="*/ 336099 w 336099"/>
                <a:gd name="connsiteY0" fmla="*/ 40815 h 256193"/>
                <a:gd name="connsiteX1" fmla="*/ 296094 w 336099"/>
                <a:gd name="connsiteY1" fmla="*/ 0 h 256193"/>
                <a:gd name="connsiteX2" fmla="*/ 116710 w 336099"/>
                <a:gd name="connsiteY2" fmla="*/ 175784 h 256193"/>
                <a:gd name="connsiteX3" fmla="*/ 40415 w 336099"/>
                <a:gd name="connsiteY3" fmla="*/ 99489 h 256193"/>
                <a:gd name="connsiteX4" fmla="*/ 0 w 336099"/>
                <a:gd name="connsiteY4" fmla="*/ 139894 h 256193"/>
                <a:gd name="connsiteX5" fmla="*/ 116300 w 336099"/>
                <a:gd name="connsiteY5" fmla="*/ 256194 h 256193"/>
                <a:gd name="connsiteX6" fmla="*/ 336099 w 336099"/>
                <a:gd name="connsiteY6" fmla="*/ 40815 h 256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6099" h="256193" fill="norm" stroke="1" extrusionOk="0">
                  <a:moveTo>
                    <a:pt x="336099" y="40815"/>
                  </a:moveTo>
                  <a:lnTo>
                    <a:pt x="296094" y="0"/>
                  </a:lnTo>
                  <a:lnTo>
                    <a:pt x="116710" y="175784"/>
                  </a:lnTo>
                  <a:lnTo>
                    <a:pt x="40415" y="99489"/>
                  </a:lnTo>
                  <a:lnTo>
                    <a:pt x="0" y="139894"/>
                  </a:lnTo>
                  <a:lnTo>
                    <a:pt x="116300" y="256194"/>
                  </a:lnTo>
                  <a:lnTo>
                    <a:pt x="336099" y="4081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it-IT"/>
            </a:p>
          </p:txBody>
        </p:sp>
      </p:grpSp>
      <p:grpSp>
        <p:nvGrpSpPr>
          <p:cNvPr id="1211912974" name="Gruppo 23"/>
          <p:cNvGrpSpPr/>
          <p:nvPr/>
        </p:nvGrpSpPr>
        <p:grpSpPr bwMode="auto">
          <a:xfrm>
            <a:off x="534611" y="3371594"/>
            <a:ext cx="3686986" cy="1754147"/>
            <a:chOff x="6686555" y="1228717"/>
            <a:chExt cx="3686986" cy="1754147"/>
          </a:xfrm>
        </p:grpSpPr>
        <p:sp>
          <p:nvSpPr>
            <p:cNvPr id="838262566" name="CasellaDiTesto 3"/>
            <p:cNvSpPr txBox="1"/>
            <p:nvPr/>
          </p:nvSpPr>
          <p:spPr bwMode="auto">
            <a:xfrm>
              <a:off x="6686555" y="1228717"/>
              <a:ext cx="3686986" cy="1754147"/>
            </a:xfrm>
            <a:custGeom>
              <a:avLst/>
              <a:gdLst>
                <a:gd name="connsiteX0" fmla="*/ 0 w 3686987"/>
                <a:gd name="connsiteY0" fmla="*/ 0 h 1754148"/>
                <a:gd name="connsiteX1" fmla="*/ 452973 w 3686987"/>
                <a:gd name="connsiteY1" fmla="*/ 0 h 1754148"/>
                <a:gd name="connsiteX2" fmla="*/ 979685 w 3686987"/>
                <a:gd name="connsiteY2" fmla="*/ 0 h 1754148"/>
                <a:gd name="connsiteX3" fmla="*/ 1506398 w 3686987"/>
                <a:gd name="connsiteY3" fmla="*/ 0 h 1754148"/>
                <a:gd name="connsiteX4" fmla="*/ 1996240 w 3686987"/>
                <a:gd name="connsiteY4" fmla="*/ 0 h 1754148"/>
                <a:gd name="connsiteX5" fmla="*/ 2522953 w 3686987"/>
                <a:gd name="connsiteY5" fmla="*/ 0 h 1754148"/>
                <a:gd name="connsiteX6" fmla="*/ 3086535 w 3686987"/>
                <a:gd name="connsiteY6" fmla="*/ 0 h 1754148"/>
                <a:gd name="connsiteX7" fmla="*/ 3686987 w 3686987"/>
                <a:gd name="connsiteY7" fmla="*/ 0 h 1754148"/>
                <a:gd name="connsiteX8" fmla="*/ 3686987 w 3686987"/>
                <a:gd name="connsiteY8" fmla="*/ 532092 h 1754148"/>
                <a:gd name="connsiteX9" fmla="*/ 3686987 w 3686987"/>
                <a:gd name="connsiteY9" fmla="*/ 1064183 h 1754148"/>
                <a:gd name="connsiteX10" fmla="*/ 3686987 w 3686987"/>
                <a:gd name="connsiteY10" fmla="*/ 1754148 h 1754148"/>
                <a:gd name="connsiteX11" fmla="*/ 3234014 w 3686987"/>
                <a:gd name="connsiteY11" fmla="*/ 1754148 h 1754148"/>
                <a:gd name="connsiteX12" fmla="*/ 2670432 w 3686987"/>
                <a:gd name="connsiteY12" fmla="*/ 1754148 h 1754148"/>
                <a:gd name="connsiteX13" fmla="*/ 2180589 w 3686987"/>
                <a:gd name="connsiteY13" fmla="*/ 1754148 h 1754148"/>
                <a:gd name="connsiteX14" fmla="*/ 1727617 w 3686987"/>
                <a:gd name="connsiteY14" fmla="*/ 1754148 h 1754148"/>
                <a:gd name="connsiteX15" fmla="*/ 1274644 w 3686987"/>
                <a:gd name="connsiteY15" fmla="*/ 1754148 h 1754148"/>
                <a:gd name="connsiteX16" fmla="*/ 711062 w 3686987"/>
                <a:gd name="connsiteY16" fmla="*/ 1754148 h 1754148"/>
                <a:gd name="connsiteX17" fmla="*/ 0 w 3686987"/>
                <a:gd name="connsiteY17" fmla="*/ 1754148 h 1754148"/>
                <a:gd name="connsiteX18" fmla="*/ 0 w 3686987"/>
                <a:gd name="connsiteY18" fmla="*/ 1204515 h 1754148"/>
                <a:gd name="connsiteX19" fmla="*/ 0 w 3686987"/>
                <a:gd name="connsiteY19" fmla="*/ 637340 h 1754148"/>
                <a:gd name="connsiteX20" fmla="*/ 0 w 3686987"/>
                <a:gd name="connsiteY20" fmla="*/ 0 h 1754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86987" h="1754148" fill="none" stroke="1" extrusionOk="0">
                  <a:moveTo>
                    <a:pt x="0" y="0"/>
                  </a:moveTo>
                  <a:cubicBezTo>
                    <a:pt x="129934" y="-43702"/>
                    <a:pt x="286924" y="9096"/>
                    <a:pt x="452973" y="0"/>
                  </a:cubicBezTo>
                  <a:cubicBezTo>
                    <a:pt x="619022" y="-9096"/>
                    <a:pt x="740879" y="21527"/>
                    <a:pt x="979685" y="0"/>
                  </a:cubicBezTo>
                  <a:cubicBezTo>
                    <a:pt x="1218491" y="-21527"/>
                    <a:pt x="1246574" y="41589"/>
                    <a:pt x="1506398" y="0"/>
                  </a:cubicBezTo>
                  <a:cubicBezTo>
                    <a:pt x="1766222" y="-41589"/>
                    <a:pt x="1807060" y="19017"/>
                    <a:pt x="1996240" y="0"/>
                  </a:cubicBezTo>
                  <a:cubicBezTo>
                    <a:pt x="2185420" y="-19017"/>
                    <a:pt x="2321121" y="28337"/>
                    <a:pt x="2522953" y="0"/>
                  </a:cubicBezTo>
                  <a:cubicBezTo>
                    <a:pt x="2724785" y="-28337"/>
                    <a:pt x="2857727" y="1235"/>
                    <a:pt x="3086535" y="0"/>
                  </a:cubicBezTo>
                  <a:cubicBezTo>
                    <a:pt x="3315343" y="-1235"/>
                    <a:pt x="3469423" y="61880"/>
                    <a:pt x="3686987" y="0"/>
                  </a:cubicBezTo>
                  <a:cubicBezTo>
                    <a:pt x="3746168" y="248166"/>
                    <a:pt x="3650318" y="351662"/>
                    <a:pt x="3686987" y="532092"/>
                  </a:cubicBezTo>
                  <a:cubicBezTo>
                    <a:pt x="3723656" y="712522"/>
                    <a:pt x="3666451" y="840838"/>
                    <a:pt x="3686987" y="1064183"/>
                  </a:cubicBezTo>
                  <a:cubicBezTo>
                    <a:pt x="3707523" y="1287528"/>
                    <a:pt x="3607977" y="1457305"/>
                    <a:pt x="3686987" y="1754148"/>
                  </a:cubicBezTo>
                  <a:cubicBezTo>
                    <a:pt x="3471077" y="1800156"/>
                    <a:pt x="3448594" y="1736836"/>
                    <a:pt x="3234014" y="1754148"/>
                  </a:cubicBezTo>
                  <a:cubicBezTo>
                    <a:pt x="3019434" y="1771460"/>
                    <a:pt x="2787630" y="1733171"/>
                    <a:pt x="2670432" y="1754148"/>
                  </a:cubicBezTo>
                  <a:cubicBezTo>
                    <a:pt x="2553234" y="1775125"/>
                    <a:pt x="2422499" y="1709984"/>
                    <a:pt x="2180589" y="1754148"/>
                  </a:cubicBezTo>
                  <a:cubicBezTo>
                    <a:pt x="1938679" y="1798312"/>
                    <a:pt x="1944906" y="1747137"/>
                    <a:pt x="1727617" y="1754148"/>
                  </a:cubicBezTo>
                  <a:cubicBezTo>
                    <a:pt x="1510328" y="1761159"/>
                    <a:pt x="1394936" y="1748683"/>
                    <a:pt x="1274644" y="1754148"/>
                  </a:cubicBezTo>
                  <a:cubicBezTo>
                    <a:pt x="1154352" y="1759613"/>
                    <a:pt x="846465" y="1687997"/>
                    <a:pt x="711062" y="1754148"/>
                  </a:cubicBezTo>
                  <a:cubicBezTo>
                    <a:pt x="575659" y="1820299"/>
                    <a:pt x="325161" y="1745013"/>
                    <a:pt x="0" y="1754148"/>
                  </a:cubicBezTo>
                  <a:cubicBezTo>
                    <a:pt x="-32283" y="1489626"/>
                    <a:pt x="52974" y="1415188"/>
                    <a:pt x="0" y="1204515"/>
                  </a:cubicBezTo>
                  <a:cubicBezTo>
                    <a:pt x="-52974" y="993842"/>
                    <a:pt x="27051" y="819127"/>
                    <a:pt x="0" y="637340"/>
                  </a:cubicBezTo>
                  <a:cubicBezTo>
                    <a:pt x="-27051" y="455553"/>
                    <a:pt x="21282" y="254298"/>
                    <a:pt x="0" y="0"/>
                  </a:cubicBezTo>
                  <a:close/>
                </a:path>
                <a:path w="3686987" h="1754148" fill="norm" stroke="0" extrusionOk="0">
                  <a:moveTo>
                    <a:pt x="0" y="0"/>
                  </a:moveTo>
                  <a:cubicBezTo>
                    <a:pt x="152296" y="-692"/>
                    <a:pt x="332954" y="5869"/>
                    <a:pt x="489843" y="0"/>
                  </a:cubicBezTo>
                  <a:cubicBezTo>
                    <a:pt x="646732" y="-5869"/>
                    <a:pt x="767879" y="20724"/>
                    <a:pt x="1016555" y="0"/>
                  </a:cubicBezTo>
                  <a:cubicBezTo>
                    <a:pt x="1265231" y="-20724"/>
                    <a:pt x="1287666" y="28693"/>
                    <a:pt x="1543267" y="0"/>
                  </a:cubicBezTo>
                  <a:cubicBezTo>
                    <a:pt x="1798868" y="-28693"/>
                    <a:pt x="1793946" y="1083"/>
                    <a:pt x="1959370" y="0"/>
                  </a:cubicBezTo>
                  <a:cubicBezTo>
                    <a:pt x="2124794" y="-1083"/>
                    <a:pt x="2228765" y="57811"/>
                    <a:pt x="2486083" y="0"/>
                  </a:cubicBezTo>
                  <a:cubicBezTo>
                    <a:pt x="2743401" y="-57811"/>
                    <a:pt x="2959520" y="69337"/>
                    <a:pt x="3086535" y="0"/>
                  </a:cubicBezTo>
                  <a:cubicBezTo>
                    <a:pt x="3213550" y="-69337"/>
                    <a:pt x="3551423" y="71545"/>
                    <a:pt x="3686987" y="0"/>
                  </a:cubicBezTo>
                  <a:cubicBezTo>
                    <a:pt x="3742723" y="286966"/>
                    <a:pt x="3686180" y="368708"/>
                    <a:pt x="3686987" y="584716"/>
                  </a:cubicBezTo>
                  <a:cubicBezTo>
                    <a:pt x="3687794" y="800724"/>
                    <a:pt x="3656751" y="923442"/>
                    <a:pt x="3686987" y="1169432"/>
                  </a:cubicBezTo>
                  <a:cubicBezTo>
                    <a:pt x="3717223" y="1415422"/>
                    <a:pt x="3669684" y="1601925"/>
                    <a:pt x="3686987" y="1754148"/>
                  </a:cubicBezTo>
                  <a:cubicBezTo>
                    <a:pt x="3549815" y="1762940"/>
                    <a:pt x="3472153" y="1738774"/>
                    <a:pt x="3270884" y="1754148"/>
                  </a:cubicBezTo>
                  <a:cubicBezTo>
                    <a:pt x="3069615" y="1769522"/>
                    <a:pt x="2828117" y="1724844"/>
                    <a:pt x="2670432" y="1754148"/>
                  </a:cubicBezTo>
                  <a:cubicBezTo>
                    <a:pt x="2512747" y="1783452"/>
                    <a:pt x="2311793" y="1702707"/>
                    <a:pt x="2217459" y="1754148"/>
                  </a:cubicBezTo>
                  <a:cubicBezTo>
                    <a:pt x="2123125" y="1805589"/>
                    <a:pt x="1956863" y="1724861"/>
                    <a:pt x="1764487" y="1754148"/>
                  </a:cubicBezTo>
                  <a:cubicBezTo>
                    <a:pt x="1572111" y="1783435"/>
                    <a:pt x="1433755" y="1714338"/>
                    <a:pt x="1311514" y="1754148"/>
                  </a:cubicBezTo>
                  <a:cubicBezTo>
                    <a:pt x="1189273" y="1793958"/>
                    <a:pt x="1008380" y="1712792"/>
                    <a:pt x="784802" y="1754148"/>
                  </a:cubicBezTo>
                  <a:cubicBezTo>
                    <a:pt x="561224" y="1795504"/>
                    <a:pt x="176838" y="1744808"/>
                    <a:pt x="0" y="1754148"/>
                  </a:cubicBezTo>
                  <a:cubicBezTo>
                    <a:pt x="-36299" y="1559233"/>
                    <a:pt x="5385" y="1370594"/>
                    <a:pt x="0" y="1169432"/>
                  </a:cubicBezTo>
                  <a:cubicBezTo>
                    <a:pt x="-5385" y="968270"/>
                    <a:pt x="26800" y="850003"/>
                    <a:pt x="0" y="584716"/>
                  </a:cubicBezTo>
                  <a:cubicBezTo>
                    <a:pt x="-26800" y="319429"/>
                    <a:pt x="29227" y="225033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pPr>
                <a:defRPr/>
              </a:pPr>
              <a:r>
                <a:rPr lang="it-IT" sz="1400" b="1">
                  <a:solidFill>
                    <a:schemeClr val="bg1"/>
                  </a:solidFill>
                </a:rPr>
                <a:t>Descrizione</a:t>
              </a:r>
              <a:endParaRPr/>
            </a:p>
          </p:txBody>
        </p:sp>
        <p:sp>
          <p:nvSpPr>
            <p:cNvPr id="236109179" name="Rettangolo con angoli arrotondati 5"/>
            <p:cNvSpPr/>
            <p:nvPr/>
          </p:nvSpPr>
          <p:spPr bwMode="auto">
            <a:xfrm>
              <a:off x="6834497" y="1526490"/>
              <a:ext cx="3477307" cy="1152916"/>
            </a:xfrm>
            <a:prstGeom prst="roundRect">
              <a:avLst>
                <a:gd name="adj" fmla="val 16667"/>
              </a:avLst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>
                <a:defRPr/>
              </a:pPr>
              <a:r>
                <a:rPr lang="it-IT" sz="1200"/>
                <a:t>Spaghetti di grano 100% italiano trafilati al bronzo, croccante guanciale amatriciano d’allevamento biologico, avvolgente crema di uova laziali a KM 0, pecorino romano DOP ed aromatico pepe nero appena macinato.</a:t>
              </a:r>
              <a:endParaRPr/>
            </a:p>
          </p:txBody>
        </p:sp>
      </p:grpSp>
      <p:sp>
        <p:nvSpPr>
          <p:cNvPr id="1492606767" name="CasellaDiTesto 40"/>
          <p:cNvSpPr txBox="1"/>
          <p:nvPr/>
        </p:nvSpPr>
        <p:spPr bwMode="auto">
          <a:xfrm flipH="0" flipV="0">
            <a:off x="534613" y="5199725"/>
            <a:ext cx="3686986" cy="587249"/>
          </a:xfrm>
          <a:custGeom>
            <a:avLst/>
            <a:gdLst>
              <a:gd name="connsiteX0" fmla="*/ 0 w 3686987"/>
              <a:gd name="connsiteY0" fmla="*/ 0 h 1861664"/>
              <a:gd name="connsiteX1" fmla="*/ 452973 w 3686987"/>
              <a:gd name="connsiteY1" fmla="*/ 0 h 1861664"/>
              <a:gd name="connsiteX2" fmla="*/ 942815 w 3686987"/>
              <a:gd name="connsiteY2" fmla="*/ 0 h 1861664"/>
              <a:gd name="connsiteX3" fmla="*/ 1469528 w 3686987"/>
              <a:gd name="connsiteY3" fmla="*/ 0 h 1861664"/>
              <a:gd name="connsiteX4" fmla="*/ 2033110 w 3686987"/>
              <a:gd name="connsiteY4" fmla="*/ 0 h 1861664"/>
              <a:gd name="connsiteX5" fmla="*/ 2449213 w 3686987"/>
              <a:gd name="connsiteY5" fmla="*/ 0 h 1861664"/>
              <a:gd name="connsiteX6" fmla="*/ 2865316 w 3686987"/>
              <a:gd name="connsiteY6" fmla="*/ 0 h 1861664"/>
              <a:gd name="connsiteX7" fmla="*/ 3686987 w 3686987"/>
              <a:gd name="connsiteY7" fmla="*/ 0 h 1861664"/>
              <a:gd name="connsiteX8" fmla="*/ 3686987 w 3686987"/>
              <a:gd name="connsiteY8" fmla="*/ 409566 h 1861664"/>
              <a:gd name="connsiteX9" fmla="*/ 3686987 w 3686987"/>
              <a:gd name="connsiteY9" fmla="*/ 837749 h 1861664"/>
              <a:gd name="connsiteX10" fmla="*/ 3686987 w 3686987"/>
              <a:gd name="connsiteY10" fmla="*/ 1284548 h 1861664"/>
              <a:gd name="connsiteX11" fmla="*/ 3686987 w 3686987"/>
              <a:gd name="connsiteY11" fmla="*/ 1861664 h 1861664"/>
              <a:gd name="connsiteX12" fmla="*/ 3234014 w 3686987"/>
              <a:gd name="connsiteY12" fmla="*/ 1861664 h 1861664"/>
              <a:gd name="connsiteX13" fmla="*/ 2781042 w 3686987"/>
              <a:gd name="connsiteY13" fmla="*/ 1861664 h 1861664"/>
              <a:gd name="connsiteX14" fmla="*/ 2217459 w 3686987"/>
              <a:gd name="connsiteY14" fmla="*/ 1861664 h 1861664"/>
              <a:gd name="connsiteX15" fmla="*/ 1653877 w 3686987"/>
              <a:gd name="connsiteY15" fmla="*/ 1861664 h 1861664"/>
              <a:gd name="connsiteX16" fmla="*/ 1200904 w 3686987"/>
              <a:gd name="connsiteY16" fmla="*/ 1861664 h 1861664"/>
              <a:gd name="connsiteX17" fmla="*/ 711062 w 3686987"/>
              <a:gd name="connsiteY17" fmla="*/ 1861664 h 1861664"/>
              <a:gd name="connsiteX18" fmla="*/ 0 w 3686987"/>
              <a:gd name="connsiteY18" fmla="*/ 1861664 h 1861664"/>
              <a:gd name="connsiteX19" fmla="*/ 0 w 3686987"/>
              <a:gd name="connsiteY19" fmla="*/ 1359015 h 1861664"/>
              <a:gd name="connsiteX20" fmla="*/ 0 w 3686987"/>
              <a:gd name="connsiteY20" fmla="*/ 893599 h 1861664"/>
              <a:gd name="connsiteX21" fmla="*/ 0 w 3686987"/>
              <a:gd name="connsiteY21" fmla="*/ 484033 h 1861664"/>
              <a:gd name="connsiteX22" fmla="*/ 0 w 3686987"/>
              <a:gd name="connsiteY22" fmla="*/ 0 h 1861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686987" h="1861664" fill="none" stroke="1" extrusionOk="0">
                <a:moveTo>
                  <a:pt x="0" y="0"/>
                </a:moveTo>
                <a:cubicBezTo>
                  <a:pt x="124882" y="-33618"/>
                  <a:pt x="301111" y="44737"/>
                  <a:pt x="452973" y="0"/>
                </a:cubicBezTo>
                <a:cubicBezTo>
                  <a:pt x="604835" y="-44737"/>
                  <a:pt x="753635" y="19017"/>
                  <a:pt x="942815" y="0"/>
                </a:cubicBezTo>
                <a:cubicBezTo>
                  <a:pt x="1131995" y="-19017"/>
                  <a:pt x="1267696" y="28337"/>
                  <a:pt x="1469528" y="0"/>
                </a:cubicBezTo>
                <a:cubicBezTo>
                  <a:pt x="1671360" y="-28337"/>
                  <a:pt x="1804302" y="1235"/>
                  <a:pt x="2033110" y="0"/>
                </a:cubicBezTo>
                <a:cubicBezTo>
                  <a:pt x="2261918" y="-1235"/>
                  <a:pt x="2288696" y="42015"/>
                  <a:pt x="2449213" y="0"/>
                </a:cubicBezTo>
                <a:cubicBezTo>
                  <a:pt x="2609730" y="-42015"/>
                  <a:pt x="2764105" y="15917"/>
                  <a:pt x="2865316" y="0"/>
                </a:cubicBezTo>
                <a:cubicBezTo>
                  <a:pt x="2966527" y="-15917"/>
                  <a:pt x="3373033" y="622"/>
                  <a:pt x="3686987" y="0"/>
                </a:cubicBezTo>
                <a:cubicBezTo>
                  <a:pt x="3717474" y="121686"/>
                  <a:pt x="3656586" y="307913"/>
                  <a:pt x="3686987" y="409566"/>
                </a:cubicBezTo>
                <a:cubicBezTo>
                  <a:pt x="3717388" y="511219"/>
                  <a:pt x="3652326" y="697421"/>
                  <a:pt x="3686987" y="837749"/>
                </a:cubicBezTo>
                <a:cubicBezTo>
                  <a:pt x="3721648" y="978077"/>
                  <a:pt x="3636732" y="1182396"/>
                  <a:pt x="3686987" y="1284548"/>
                </a:cubicBezTo>
                <a:cubicBezTo>
                  <a:pt x="3737242" y="1386700"/>
                  <a:pt x="3681295" y="1710091"/>
                  <a:pt x="3686987" y="1861664"/>
                </a:cubicBezTo>
                <a:cubicBezTo>
                  <a:pt x="3474786" y="1876587"/>
                  <a:pt x="3456356" y="1859253"/>
                  <a:pt x="3234014" y="1861664"/>
                </a:cubicBezTo>
                <a:cubicBezTo>
                  <a:pt x="3011672" y="1864075"/>
                  <a:pt x="2899754" y="1852177"/>
                  <a:pt x="2781042" y="1861664"/>
                </a:cubicBezTo>
                <a:cubicBezTo>
                  <a:pt x="2662330" y="1871151"/>
                  <a:pt x="2359930" y="1798148"/>
                  <a:pt x="2217459" y="1861664"/>
                </a:cubicBezTo>
                <a:cubicBezTo>
                  <a:pt x="2074988" y="1925180"/>
                  <a:pt x="1814277" y="1856769"/>
                  <a:pt x="1653877" y="1861664"/>
                </a:cubicBezTo>
                <a:cubicBezTo>
                  <a:pt x="1493477" y="1866559"/>
                  <a:pt x="1390264" y="1861048"/>
                  <a:pt x="1200904" y="1861664"/>
                </a:cubicBezTo>
                <a:cubicBezTo>
                  <a:pt x="1011544" y="1862280"/>
                  <a:pt x="896329" y="1839178"/>
                  <a:pt x="711062" y="1861664"/>
                </a:cubicBezTo>
                <a:cubicBezTo>
                  <a:pt x="525795" y="1884150"/>
                  <a:pt x="260213" y="1780405"/>
                  <a:pt x="0" y="1861664"/>
                </a:cubicBezTo>
                <a:cubicBezTo>
                  <a:pt x="-17140" y="1705143"/>
                  <a:pt x="54146" y="1602233"/>
                  <a:pt x="0" y="1359015"/>
                </a:cubicBezTo>
                <a:cubicBezTo>
                  <a:pt x="-54146" y="1115797"/>
                  <a:pt x="48865" y="999127"/>
                  <a:pt x="0" y="893599"/>
                </a:cubicBezTo>
                <a:cubicBezTo>
                  <a:pt x="-48865" y="788071"/>
                  <a:pt x="36330" y="605323"/>
                  <a:pt x="0" y="484033"/>
                </a:cubicBezTo>
                <a:cubicBezTo>
                  <a:pt x="-36330" y="362743"/>
                  <a:pt x="35957" y="162900"/>
                  <a:pt x="0" y="0"/>
                </a:cubicBezTo>
                <a:close/>
              </a:path>
              <a:path w="3686987" h="1861664" fill="norm" stroke="0" extrusionOk="0">
                <a:moveTo>
                  <a:pt x="0" y="0"/>
                </a:moveTo>
                <a:cubicBezTo>
                  <a:pt x="152296" y="-692"/>
                  <a:pt x="332954" y="5869"/>
                  <a:pt x="489843" y="0"/>
                </a:cubicBezTo>
                <a:cubicBezTo>
                  <a:pt x="646732" y="-5869"/>
                  <a:pt x="767879" y="20724"/>
                  <a:pt x="1016555" y="0"/>
                </a:cubicBezTo>
                <a:cubicBezTo>
                  <a:pt x="1265231" y="-20724"/>
                  <a:pt x="1287666" y="28693"/>
                  <a:pt x="1543267" y="0"/>
                </a:cubicBezTo>
                <a:cubicBezTo>
                  <a:pt x="1798868" y="-28693"/>
                  <a:pt x="1793946" y="1083"/>
                  <a:pt x="1959370" y="0"/>
                </a:cubicBezTo>
                <a:cubicBezTo>
                  <a:pt x="2124794" y="-1083"/>
                  <a:pt x="2228765" y="57811"/>
                  <a:pt x="2486083" y="0"/>
                </a:cubicBezTo>
                <a:cubicBezTo>
                  <a:pt x="2743401" y="-57811"/>
                  <a:pt x="2959520" y="69337"/>
                  <a:pt x="3086535" y="0"/>
                </a:cubicBezTo>
                <a:cubicBezTo>
                  <a:pt x="3213550" y="-69337"/>
                  <a:pt x="3551423" y="71545"/>
                  <a:pt x="3686987" y="0"/>
                </a:cubicBezTo>
                <a:cubicBezTo>
                  <a:pt x="3724680" y="199738"/>
                  <a:pt x="3683091" y="315379"/>
                  <a:pt x="3686987" y="465416"/>
                </a:cubicBezTo>
                <a:cubicBezTo>
                  <a:pt x="3690883" y="615453"/>
                  <a:pt x="3637222" y="813433"/>
                  <a:pt x="3686987" y="930832"/>
                </a:cubicBezTo>
                <a:cubicBezTo>
                  <a:pt x="3736752" y="1048231"/>
                  <a:pt x="3637575" y="1242298"/>
                  <a:pt x="3686987" y="1396248"/>
                </a:cubicBezTo>
                <a:cubicBezTo>
                  <a:pt x="3736399" y="1550198"/>
                  <a:pt x="3680098" y="1688107"/>
                  <a:pt x="3686987" y="1861664"/>
                </a:cubicBezTo>
                <a:cubicBezTo>
                  <a:pt x="3586317" y="1876876"/>
                  <a:pt x="3420479" y="1850487"/>
                  <a:pt x="3270884" y="1861664"/>
                </a:cubicBezTo>
                <a:cubicBezTo>
                  <a:pt x="3121289" y="1872841"/>
                  <a:pt x="2912245" y="1810223"/>
                  <a:pt x="2817911" y="1861664"/>
                </a:cubicBezTo>
                <a:cubicBezTo>
                  <a:pt x="2723577" y="1913105"/>
                  <a:pt x="2557315" y="1832377"/>
                  <a:pt x="2364939" y="1861664"/>
                </a:cubicBezTo>
                <a:cubicBezTo>
                  <a:pt x="2172563" y="1890951"/>
                  <a:pt x="2034207" y="1821854"/>
                  <a:pt x="1911966" y="1861664"/>
                </a:cubicBezTo>
                <a:cubicBezTo>
                  <a:pt x="1789725" y="1901474"/>
                  <a:pt x="1608832" y="1820308"/>
                  <a:pt x="1385254" y="1861664"/>
                </a:cubicBezTo>
                <a:cubicBezTo>
                  <a:pt x="1161676" y="1903020"/>
                  <a:pt x="1010616" y="1804196"/>
                  <a:pt x="858541" y="1861664"/>
                </a:cubicBezTo>
                <a:cubicBezTo>
                  <a:pt x="706466" y="1919132"/>
                  <a:pt x="351619" y="1799034"/>
                  <a:pt x="0" y="1861664"/>
                </a:cubicBezTo>
                <a:cubicBezTo>
                  <a:pt x="-11432" y="1620778"/>
                  <a:pt x="52838" y="1553047"/>
                  <a:pt x="0" y="1377631"/>
                </a:cubicBezTo>
                <a:cubicBezTo>
                  <a:pt x="-52838" y="1202215"/>
                  <a:pt x="36353" y="1085450"/>
                  <a:pt x="0" y="949449"/>
                </a:cubicBezTo>
                <a:cubicBezTo>
                  <a:pt x="-36353" y="813448"/>
                  <a:pt x="4914" y="616546"/>
                  <a:pt x="0" y="521266"/>
                </a:cubicBezTo>
                <a:cubicBezTo>
                  <a:pt x="-4914" y="425986"/>
                  <a:pt x="23622" y="25614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square" rtlCol="0">
            <a:normAutofit/>
          </a:bodyPr>
          <a:lstStyle/>
          <a:p>
            <a:pPr>
              <a:defRPr/>
            </a:pPr>
            <a:r>
              <a:rPr lang="it-IT" sz="1400" b="1">
                <a:solidFill>
                  <a:schemeClr val="bg1"/>
                </a:solidFill>
              </a:rPr>
              <a:t>Categoria</a:t>
            </a:r>
            <a:endParaRPr/>
          </a:p>
        </p:txBody>
      </p:sp>
      <p:grpSp>
        <p:nvGrpSpPr>
          <p:cNvPr id="21683017" name="Gruppo 19"/>
          <p:cNvGrpSpPr/>
          <p:nvPr/>
        </p:nvGrpSpPr>
        <p:grpSpPr bwMode="auto">
          <a:xfrm>
            <a:off x="4382764" y="2554088"/>
            <a:ext cx="3686986" cy="3245073"/>
            <a:chOff x="0" y="0"/>
            <a:chExt cx="3686986" cy="3245073"/>
          </a:xfrm>
        </p:grpSpPr>
        <p:sp>
          <p:nvSpPr>
            <p:cNvPr id="1591831590" name="CasellaDiTesto 39"/>
            <p:cNvSpPr txBox="1"/>
            <p:nvPr/>
          </p:nvSpPr>
          <p:spPr bwMode="auto">
            <a:xfrm>
              <a:off x="0" y="0"/>
              <a:ext cx="3686986" cy="3245073"/>
            </a:xfrm>
            <a:custGeom>
              <a:avLst/>
              <a:gdLst>
                <a:gd name="connsiteX0" fmla="*/ 0 w 3686987"/>
                <a:gd name="connsiteY0" fmla="*/ 0 h 3245074"/>
                <a:gd name="connsiteX1" fmla="*/ 526712 w 3686987"/>
                <a:gd name="connsiteY1" fmla="*/ 0 h 3245074"/>
                <a:gd name="connsiteX2" fmla="*/ 942815 w 3686987"/>
                <a:gd name="connsiteY2" fmla="*/ 0 h 3245074"/>
                <a:gd name="connsiteX3" fmla="*/ 1543267 w 3686987"/>
                <a:gd name="connsiteY3" fmla="*/ 0 h 3245074"/>
                <a:gd name="connsiteX4" fmla="*/ 1959370 w 3686987"/>
                <a:gd name="connsiteY4" fmla="*/ 0 h 3245074"/>
                <a:gd name="connsiteX5" fmla="*/ 2449213 w 3686987"/>
                <a:gd name="connsiteY5" fmla="*/ 0 h 3245074"/>
                <a:gd name="connsiteX6" fmla="*/ 2975925 w 3686987"/>
                <a:gd name="connsiteY6" fmla="*/ 0 h 3245074"/>
                <a:gd name="connsiteX7" fmla="*/ 3686987 w 3686987"/>
                <a:gd name="connsiteY7" fmla="*/ 0 h 3245074"/>
                <a:gd name="connsiteX8" fmla="*/ 3686987 w 3686987"/>
                <a:gd name="connsiteY8" fmla="*/ 508395 h 3245074"/>
                <a:gd name="connsiteX9" fmla="*/ 3686987 w 3686987"/>
                <a:gd name="connsiteY9" fmla="*/ 1081691 h 3245074"/>
                <a:gd name="connsiteX10" fmla="*/ 3686987 w 3686987"/>
                <a:gd name="connsiteY10" fmla="*/ 1654988 h 3245074"/>
                <a:gd name="connsiteX11" fmla="*/ 3686987 w 3686987"/>
                <a:gd name="connsiteY11" fmla="*/ 2130932 h 3245074"/>
                <a:gd name="connsiteX12" fmla="*/ 3686987 w 3686987"/>
                <a:gd name="connsiteY12" fmla="*/ 2606876 h 3245074"/>
                <a:gd name="connsiteX13" fmla="*/ 3686987 w 3686987"/>
                <a:gd name="connsiteY13" fmla="*/ 3245074 h 3245074"/>
                <a:gd name="connsiteX14" fmla="*/ 3123405 w 3686987"/>
                <a:gd name="connsiteY14" fmla="*/ 3245074 h 3245074"/>
                <a:gd name="connsiteX15" fmla="*/ 2522953 w 3686987"/>
                <a:gd name="connsiteY15" fmla="*/ 3245074 h 3245074"/>
                <a:gd name="connsiteX16" fmla="*/ 1959370 w 3686987"/>
                <a:gd name="connsiteY16" fmla="*/ 3245074 h 3245074"/>
                <a:gd name="connsiteX17" fmla="*/ 1469528 w 3686987"/>
                <a:gd name="connsiteY17" fmla="*/ 3245074 h 3245074"/>
                <a:gd name="connsiteX18" fmla="*/ 979685 w 3686987"/>
                <a:gd name="connsiteY18" fmla="*/ 3245074 h 3245074"/>
                <a:gd name="connsiteX19" fmla="*/ 0 w 3686987"/>
                <a:gd name="connsiteY19" fmla="*/ 3245074 h 3245074"/>
                <a:gd name="connsiteX20" fmla="*/ 0 w 3686987"/>
                <a:gd name="connsiteY20" fmla="*/ 2639327 h 3245074"/>
                <a:gd name="connsiteX21" fmla="*/ 0 w 3686987"/>
                <a:gd name="connsiteY21" fmla="*/ 2130932 h 3245074"/>
                <a:gd name="connsiteX22" fmla="*/ 0 w 3686987"/>
                <a:gd name="connsiteY22" fmla="*/ 1525185 h 3245074"/>
                <a:gd name="connsiteX23" fmla="*/ 0 w 3686987"/>
                <a:gd name="connsiteY23" fmla="*/ 1016790 h 3245074"/>
                <a:gd name="connsiteX24" fmla="*/ 0 w 3686987"/>
                <a:gd name="connsiteY24" fmla="*/ 540846 h 3245074"/>
                <a:gd name="connsiteX25" fmla="*/ 0 w 3686987"/>
                <a:gd name="connsiteY25" fmla="*/ 0 h 3245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686987" h="3245074" fill="none" stroke="1" extrusionOk="0">
                  <a:moveTo>
                    <a:pt x="0" y="0"/>
                  </a:moveTo>
                  <a:cubicBezTo>
                    <a:pt x="112289" y="-20948"/>
                    <a:pt x="364223" y="57965"/>
                    <a:pt x="526712" y="0"/>
                  </a:cubicBezTo>
                  <a:cubicBezTo>
                    <a:pt x="689201" y="-57965"/>
                    <a:pt x="841604" y="15917"/>
                    <a:pt x="942815" y="0"/>
                  </a:cubicBezTo>
                  <a:cubicBezTo>
                    <a:pt x="1044026" y="-15917"/>
                    <a:pt x="1402346" y="18993"/>
                    <a:pt x="1543267" y="0"/>
                  </a:cubicBezTo>
                  <a:cubicBezTo>
                    <a:pt x="1684188" y="-18993"/>
                    <a:pt x="1773745" y="12259"/>
                    <a:pt x="1959370" y="0"/>
                  </a:cubicBezTo>
                  <a:cubicBezTo>
                    <a:pt x="2144995" y="-12259"/>
                    <a:pt x="2292178" y="50293"/>
                    <a:pt x="2449213" y="0"/>
                  </a:cubicBezTo>
                  <a:cubicBezTo>
                    <a:pt x="2606248" y="-50293"/>
                    <a:pt x="2860442" y="29996"/>
                    <a:pt x="2975925" y="0"/>
                  </a:cubicBezTo>
                  <a:cubicBezTo>
                    <a:pt x="3091408" y="-29996"/>
                    <a:pt x="3441445" y="1779"/>
                    <a:pt x="3686987" y="0"/>
                  </a:cubicBezTo>
                  <a:cubicBezTo>
                    <a:pt x="3728225" y="209158"/>
                    <a:pt x="3677660" y="267845"/>
                    <a:pt x="3686987" y="508395"/>
                  </a:cubicBezTo>
                  <a:cubicBezTo>
                    <a:pt x="3696314" y="748945"/>
                    <a:pt x="3659638" y="807628"/>
                    <a:pt x="3686987" y="1081691"/>
                  </a:cubicBezTo>
                  <a:cubicBezTo>
                    <a:pt x="3714336" y="1355754"/>
                    <a:pt x="3656689" y="1412557"/>
                    <a:pt x="3686987" y="1654988"/>
                  </a:cubicBezTo>
                  <a:cubicBezTo>
                    <a:pt x="3717285" y="1897419"/>
                    <a:pt x="3660942" y="1959352"/>
                    <a:pt x="3686987" y="2130932"/>
                  </a:cubicBezTo>
                  <a:cubicBezTo>
                    <a:pt x="3713032" y="2302512"/>
                    <a:pt x="3669954" y="2484500"/>
                    <a:pt x="3686987" y="2606876"/>
                  </a:cubicBezTo>
                  <a:cubicBezTo>
                    <a:pt x="3704020" y="2729252"/>
                    <a:pt x="3615112" y="2931980"/>
                    <a:pt x="3686987" y="3245074"/>
                  </a:cubicBezTo>
                  <a:cubicBezTo>
                    <a:pt x="3491393" y="3248972"/>
                    <a:pt x="3293233" y="3223662"/>
                    <a:pt x="3123405" y="3245074"/>
                  </a:cubicBezTo>
                  <a:cubicBezTo>
                    <a:pt x="2953577" y="3266486"/>
                    <a:pt x="2732213" y="3185894"/>
                    <a:pt x="2522953" y="3245074"/>
                  </a:cubicBezTo>
                  <a:cubicBezTo>
                    <a:pt x="2313693" y="3304254"/>
                    <a:pt x="2107251" y="3238350"/>
                    <a:pt x="1959370" y="3245074"/>
                  </a:cubicBezTo>
                  <a:cubicBezTo>
                    <a:pt x="1811489" y="3251798"/>
                    <a:pt x="1639457" y="3241086"/>
                    <a:pt x="1469528" y="3245074"/>
                  </a:cubicBezTo>
                  <a:cubicBezTo>
                    <a:pt x="1299599" y="3249062"/>
                    <a:pt x="1186331" y="3214868"/>
                    <a:pt x="979685" y="3245074"/>
                  </a:cubicBezTo>
                  <a:cubicBezTo>
                    <a:pt x="773039" y="3275280"/>
                    <a:pt x="440271" y="3196392"/>
                    <a:pt x="0" y="3245074"/>
                  </a:cubicBezTo>
                  <a:cubicBezTo>
                    <a:pt x="-11265" y="3074145"/>
                    <a:pt x="42452" y="2936612"/>
                    <a:pt x="0" y="2639327"/>
                  </a:cubicBezTo>
                  <a:cubicBezTo>
                    <a:pt x="-42452" y="2342042"/>
                    <a:pt x="17728" y="2380662"/>
                    <a:pt x="0" y="2130932"/>
                  </a:cubicBezTo>
                  <a:cubicBezTo>
                    <a:pt x="-17728" y="1881202"/>
                    <a:pt x="52833" y="1763900"/>
                    <a:pt x="0" y="1525185"/>
                  </a:cubicBezTo>
                  <a:cubicBezTo>
                    <a:pt x="-52833" y="1286470"/>
                    <a:pt x="39848" y="1182473"/>
                    <a:pt x="0" y="1016790"/>
                  </a:cubicBezTo>
                  <a:cubicBezTo>
                    <a:pt x="-39848" y="851108"/>
                    <a:pt x="16929" y="697112"/>
                    <a:pt x="0" y="540846"/>
                  </a:cubicBezTo>
                  <a:cubicBezTo>
                    <a:pt x="-16929" y="384580"/>
                    <a:pt x="3359" y="186462"/>
                    <a:pt x="0" y="0"/>
                  </a:cubicBezTo>
                  <a:close/>
                </a:path>
                <a:path w="3686987" h="3245074" fill="norm" stroke="0" extrusionOk="0">
                  <a:moveTo>
                    <a:pt x="0" y="0"/>
                  </a:moveTo>
                  <a:cubicBezTo>
                    <a:pt x="152296" y="-692"/>
                    <a:pt x="332954" y="5869"/>
                    <a:pt x="489843" y="0"/>
                  </a:cubicBezTo>
                  <a:cubicBezTo>
                    <a:pt x="646732" y="-5869"/>
                    <a:pt x="767879" y="20724"/>
                    <a:pt x="1016555" y="0"/>
                  </a:cubicBezTo>
                  <a:cubicBezTo>
                    <a:pt x="1265231" y="-20724"/>
                    <a:pt x="1287666" y="28693"/>
                    <a:pt x="1543267" y="0"/>
                  </a:cubicBezTo>
                  <a:cubicBezTo>
                    <a:pt x="1798868" y="-28693"/>
                    <a:pt x="1793946" y="1083"/>
                    <a:pt x="1959370" y="0"/>
                  </a:cubicBezTo>
                  <a:cubicBezTo>
                    <a:pt x="2124794" y="-1083"/>
                    <a:pt x="2228765" y="57811"/>
                    <a:pt x="2486083" y="0"/>
                  </a:cubicBezTo>
                  <a:cubicBezTo>
                    <a:pt x="2743401" y="-57811"/>
                    <a:pt x="2959520" y="69337"/>
                    <a:pt x="3086535" y="0"/>
                  </a:cubicBezTo>
                  <a:cubicBezTo>
                    <a:pt x="3213550" y="-69337"/>
                    <a:pt x="3551423" y="71545"/>
                    <a:pt x="3686987" y="0"/>
                  </a:cubicBezTo>
                  <a:cubicBezTo>
                    <a:pt x="3727921" y="222702"/>
                    <a:pt x="3625191" y="374379"/>
                    <a:pt x="3686987" y="540846"/>
                  </a:cubicBezTo>
                  <a:cubicBezTo>
                    <a:pt x="3748783" y="707313"/>
                    <a:pt x="3623747" y="873030"/>
                    <a:pt x="3686987" y="1081691"/>
                  </a:cubicBezTo>
                  <a:cubicBezTo>
                    <a:pt x="3750227" y="1290352"/>
                    <a:pt x="3626145" y="1477654"/>
                    <a:pt x="3686987" y="1622537"/>
                  </a:cubicBezTo>
                  <a:cubicBezTo>
                    <a:pt x="3747829" y="1767420"/>
                    <a:pt x="3655329" y="1856251"/>
                    <a:pt x="3686987" y="2066030"/>
                  </a:cubicBezTo>
                  <a:cubicBezTo>
                    <a:pt x="3718645" y="2275809"/>
                    <a:pt x="3652712" y="2334581"/>
                    <a:pt x="3686987" y="2509524"/>
                  </a:cubicBezTo>
                  <a:cubicBezTo>
                    <a:pt x="3721262" y="2684467"/>
                    <a:pt x="3619816" y="3010479"/>
                    <a:pt x="3686987" y="3245074"/>
                  </a:cubicBezTo>
                  <a:cubicBezTo>
                    <a:pt x="3478083" y="3260693"/>
                    <a:pt x="3433854" y="3208946"/>
                    <a:pt x="3197144" y="3245074"/>
                  </a:cubicBezTo>
                  <a:cubicBezTo>
                    <a:pt x="2960434" y="3281202"/>
                    <a:pt x="2863949" y="3204155"/>
                    <a:pt x="2744172" y="3245074"/>
                  </a:cubicBezTo>
                  <a:cubicBezTo>
                    <a:pt x="2624395" y="3285993"/>
                    <a:pt x="2441092" y="3211358"/>
                    <a:pt x="2217459" y="3245074"/>
                  </a:cubicBezTo>
                  <a:cubicBezTo>
                    <a:pt x="1993826" y="3278790"/>
                    <a:pt x="1841652" y="3185429"/>
                    <a:pt x="1690747" y="3245074"/>
                  </a:cubicBezTo>
                  <a:cubicBezTo>
                    <a:pt x="1539842" y="3304719"/>
                    <a:pt x="1326239" y="3226890"/>
                    <a:pt x="1164034" y="3245074"/>
                  </a:cubicBezTo>
                  <a:cubicBezTo>
                    <a:pt x="1001829" y="3263258"/>
                    <a:pt x="728958" y="3202856"/>
                    <a:pt x="600452" y="3245074"/>
                  </a:cubicBezTo>
                  <a:cubicBezTo>
                    <a:pt x="471946" y="3287292"/>
                    <a:pt x="294398" y="3183399"/>
                    <a:pt x="0" y="3245074"/>
                  </a:cubicBezTo>
                  <a:cubicBezTo>
                    <a:pt x="-40914" y="3101094"/>
                    <a:pt x="5051" y="2934101"/>
                    <a:pt x="0" y="2769130"/>
                  </a:cubicBezTo>
                  <a:cubicBezTo>
                    <a:pt x="-5051" y="2604159"/>
                    <a:pt x="54787" y="2501544"/>
                    <a:pt x="0" y="2260735"/>
                  </a:cubicBezTo>
                  <a:cubicBezTo>
                    <a:pt x="-54787" y="2019927"/>
                    <a:pt x="8978" y="1892466"/>
                    <a:pt x="0" y="1784791"/>
                  </a:cubicBezTo>
                  <a:cubicBezTo>
                    <a:pt x="-8978" y="1677116"/>
                    <a:pt x="22968" y="1437635"/>
                    <a:pt x="0" y="1211494"/>
                  </a:cubicBezTo>
                  <a:cubicBezTo>
                    <a:pt x="-22968" y="985353"/>
                    <a:pt x="22742" y="801348"/>
                    <a:pt x="0" y="670649"/>
                  </a:cubicBezTo>
                  <a:cubicBezTo>
                    <a:pt x="-22742" y="539951"/>
                    <a:pt x="6052" y="175702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pPr>
                <a:defRPr/>
              </a:pPr>
              <a:r>
                <a:rPr lang="it-IT" sz="1400" b="1">
                  <a:solidFill>
                    <a:schemeClr val="bg1"/>
                  </a:solidFill>
                </a:rPr>
                <a:t>Ingredienti</a:t>
              </a:r>
              <a:endParaRPr/>
            </a:p>
          </p:txBody>
        </p:sp>
        <p:graphicFrame>
          <p:nvGraphicFramePr>
            <p:cNvPr id="681259803" name="Diagramma 66"/>
            <p:cNvGraphicFramePr>
              <a:graphicFrameLocks xmlns:a="http://schemas.openxmlformats.org/drawingml/2006/main"/>
            </p:cNvGraphicFramePr>
            <p:nvPr/>
          </p:nvGraphicFramePr>
          <p:xfrm rot="0">
            <a:off x="215413" y="552707"/>
            <a:ext cx="3088718" cy="2619297"/>
            <a:chOff x="0" y="0"/>
            <a:chExt cx="3088718" cy="261929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5" r:lo="rId7" r:qs="rId8" r:cs="rId6"/>
            </a:graphicData>
          </a:graphic>
        </p:graphicFrame>
        <p:cxnSp>
          <p:nvCxnSpPr>
            <p:cNvPr id="1788259779" name="Connettore diritto 68"/>
            <p:cNvCxnSpPr/>
            <p:nvPr/>
          </p:nvCxnSpPr>
          <p:spPr bwMode="auto">
            <a:xfrm flipV="1">
              <a:off x="60724" y="2865066"/>
              <a:ext cx="3525810" cy="6894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617118995" name="Rettangolo 17"/>
            <p:cNvSpPr/>
            <p:nvPr/>
          </p:nvSpPr>
          <p:spPr bwMode="auto">
            <a:xfrm rot="5400000">
              <a:off x="1751130" y="1013116"/>
              <a:ext cx="184725" cy="3408925"/>
            </a:xfrm>
            <a:prstGeom prst="rect">
              <a:avLst/>
            </a:prstGeom>
            <a:solidFill>
              <a:srgbClr val="FBE5D6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815509767" name="Rettangolo 18"/>
            <p:cNvSpPr/>
            <p:nvPr/>
          </p:nvSpPr>
          <p:spPr bwMode="auto">
            <a:xfrm rot="5400000">
              <a:off x="1751130" y="-1338260"/>
              <a:ext cx="184725" cy="3408925"/>
            </a:xfrm>
            <a:prstGeom prst="rect">
              <a:avLst/>
            </a:prstGeom>
            <a:solidFill>
              <a:srgbClr val="FBE5D6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419046012" name="Triangolo isoscele 12"/>
            <p:cNvSpPr/>
            <p:nvPr/>
          </p:nvSpPr>
          <p:spPr bwMode="auto">
            <a:xfrm>
              <a:off x="1750772" y="324185"/>
              <a:ext cx="145708" cy="84030"/>
            </a:xfrm>
            <a:prstGeom prst="triangle">
              <a:avLst>
                <a:gd name="adj" fmla="val 50000"/>
              </a:avLst>
            </a:prstGeom>
            <a:solidFill>
              <a:srgbClr val="843C0C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1465554652" name="Triangolo isoscele 14"/>
            <p:cNvSpPr/>
            <p:nvPr/>
          </p:nvSpPr>
          <p:spPr bwMode="auto">
            <a:xfrm rot="10800000">
              <a:off x="1750773" y="2679411"/>
              <a:ext cx="145708" cy="84030"/>
            </a:xfrm>
            <a:prstGeom prst="triangle">
              <a:avLst>
                <a:gd name="adj" fmla="val 50000"/>
              </a:avLst>
            </a:prstGeom>
            <a:solidFill>
              <a:srgbClr val="843C0C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</p:grpSp>
      <p:grpSp>
        <p:nvGrpSpPr>
          <p:cNvPr id="312248401" name="Gruppo 64"/>
          <p:cNvGrpSpPr/>
          <p:nvPr/>
        </p:nvGrpSpPr>
        <p:grpSpPr bwMode="auto">
          <a:xfrm>
            <a:off x="8222880" y="2568731"/>
            <a:ext cx="3686985" cy="3245072"/>
            <a:chOff x="0" y="0"/>
            <a:chExt cx="3686985" cy="3245072"/>
          </a:xfrm>
        </p:grpSpPr>
        <p:sp>
          <p:nvSpPr>
            <p:cNvPr id="675614020" name="CasellaDiTesto 65"/>
            <p:cNvSpPr txBox="1"/>
            <p:nvPr/>
          </p:nvSpPr>
          <p:spPr bwMode="auto">
            <a:xfrm>
              <a:off x="0" y="0"/>
              <a:ext cx="3686986" cy="3245073"/>
            </a:xfrm>
            <a:custGeom>
              <a:avLst/>
              <a:gdLst>
                <a:gd name="connsiteX0" fmla="*/ 0 w 3686987"/>
                <a:gd name="connsiteY0" fmla="*/ 0 h 3245074"/>
                <a:gd name="connsiteX1" fmla="*/ 526712 w 3686987"/>
                <a:gd name="connsiteY1" fmla="*/ 0 h 3245074"/>
                <a:gd name="connsiteX2" fmla="*/ 942815 w 3686987"/>
                <a:gd name="connsiteY2" fmla="*/ 0 h 3245074"/>
                <a:gd name="connsiteX3" fmla="*/ 1543267 w 3686987"/>
                <a:gd name="connsiteY3" fmla="*/ 0 h 3245074"/>
                <a:gd name="connsiteX4" fmla="*/ 1959370 w 3686987"/>
                <a:gd name="connsiteY4" fmla="*/ 0 h 3245074"/>
                <a:gd name="connsiteX5" fmla="*/ 2449213 w 3686987"/>
                <a:gd name="connsiteY5" fmla="*/ 0 h 3245074"/>
                <a:gd name="connsiteX6" fmla="*/ 2975925 w 3686987"/>
                <a:gd name="connsiteY6" fmla="*/ 0 h 3245074"/>
                <a:gd name="connsiteX7" fmla="*/ 3686987 w 3686987"/>
                <a:gd name="connsiteY7" fmla="*/ 0 h 3245074"/>
                <a:gd name="connsiteX8" fmla="*/ 3686987 w 3686987"/>
                <a:gd name="connsiteY8" fmla="*/ 508395 h 3245074"/>
                <a:gd name="connsiteX9" fmla="*/ 3686987 w 3686987"/>
                <a:gd name="connsiteY9" fmla="*/ 1081691 h 3245074"/>
                <a:gd name="connsiteX10" fmla="*/ 3686987 w 3686987"/>
                <a:gd name="connsiteY10" fmla="*/ 1654988 h 3245074"/>
                <a:gd name="connsiteX11" fmla="*/ 3686987 w 3686987"/>
                <a:gd name="connsiteY11" fmla="*/ 2130932 h 3245074"/>
                <a:gd name="connsiteX12" fmla="*/ 3686987 w 3686987"/>
                <a:gd name="connsiteY12" fmla="*/ 2606876 h 3245074"/>
                <a:gd name="connsiteX13" fmla="*/ 3686987 w 3686987"/>
                <a:gd name="connsiteY13" fmla="*/ 3245074 h 3245074"/>
                <a:gd name="connsiteX14" fmla="*/ 3123405 w 3686987"/>
                <a:gd name="connsiteY14" fmla="*/ 3245074 h 3245074"/>
                <a:gd name="connsiteX15" fmla="*/ 2522953 w 3686987"/>
                <a:gd name="connsiteY15" fmla="*/ 3245074 h 3245074"/>
                <a:gd name="connsiteX16" fmla="*/ 1959370 w 3686987"/>
                <a:gd name="connsiteY16" fmla="*/ 3245074 h 3245074"/>
                <a:gd name="connsiteX17" fmla="*/ 1469528 w 3686987"/>
                <a:gd name="connsiteY17" fmla="*/ 3245074 h 3245074"/>
                <a:gd name="connsiteX18" fmla="*/ 979685 w 3686987"/>
                <a:gd name="connsiteY18" fmla="*/ 3245074 h 3245074"/>
                <a:gd name="connsiteX19" fmla="*/ 0 w 3686987"/>
                <a:gd name="connsiteY19" fmla="*/ 3245074 h 3245074"/>
                <a:gd name="connsiteX20" fmla="*/ 0 w 3686987"/>
                <a:gd name="connsiteY20" fmla="*/ 2639327 h 3245074"/>
                <a:gd name="connsiteX21" fmla="*/ 0 w 3686987"/>
                <a:gd name="connsiteY21" fmla="*/ 2130932 h 3245074"/>
                <a:gd name="connsiteX22" fmla="*/ 0 w 3686987"/>
                <a:gd name="connsiteY22" fmla="*/ 1525185 h 3245074"/>
                <a:gd name="connsiteX23" fmla="*/ 0 w 3686987"/>
                <a:gd name="connsiteY23" fmla="*/ 1016790 h 3245074"/>
                <a:gd name="connsiteX24" fmla="*/ 0 w 3686987"/>
                <a:gd name="connsiteY24" fmla="*/ 540846 h 3245074"/>
                <a:gd name="connsiteX25" fmla="*/ 0 w 3686987"/>
                <a:gd name="connsiteY25" fmla="*/ 0 h 3245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686987" h="3245074" fill="none" stroke="1" extrusionOk="0">
                  <a:moveTo>
                    <a:pt x="0" y="0"/>
                  </a:moveTo>
                  <a:cubicBezTo>
                    <a:pt x="112289" y="-20948"/>
                    <a:pt x="364223" y="57965"/>
                    <a:pt x="526712" y="0"/>
                  </a:cubicBezTo>
                  <a:cubicBezTo>
                    <a:pt x="689201" y="-57965"/>
                    <a:pt x="841604" y="15917"/>
                    <a:pt x="942815" y="0"/>
                  </a:cubicBezTo>
                  <a:cubicBezTo>
                    <a:pt x="1044026" y="-15917"/>
                    <a:pt x="1402346" y="18993"/>
                    <a:pt x="1543267" y="0"/>
                  </a:cubicBezTo>
                  <a:cubicBezTo>
                    <a:pt x="1684188" y="-18993"/>
                    <a:pt x="1773745" y="12259"/>
                    <a:pt x="1959370" y="0"/>
                  </a:cubicBezTo>
                  <a:cubicBezTo>
                    <a:pt x="2144995" y="-12259"/>
                    <a:pt x="2292178" y="50293"/>
                    <a:pt x="2449213" y="0"/>
                  </a:cubicBezTo>
                  <a:cubicBezTo>
                    <a:pt x="2606248" y="-50293"/>
                    <a:pt x="2860442" y="29996"/>
                    <a:pt x="2975925" y="0"/>
                  </a:cubicBezTo>
                  <a:cubicBezTo>
                    <a:pt x="3091408" y="-29996"/>
                    <a:pt x="3441445" y="1779"/>
                    <a:pt x="3686987" y="0"/>
                  </a:cubicBezTo>
                  <a:cubicBezTo>
                    <a:pt x="3728225" y="209158"/>
                    <a:pt x="3677660" y="267845"/>
                    <a:pt x="3686987" y="508395"/>
                  </a:cubicBezTo>
                  <a:cubicBezTo>
                    <a:pt x="3696314" y="748945"/>
                    <a:pt x="3659638" y="807628"/>
                    <a:pt x="3686987" y="1081691"/>
                  </a:cubicBezTo>
                  <a:cubicBezTo>
                    <a:pt x="3714336" y="1355754"/>
                    <a:pt x="3656689" y="1412557"/>
                    <a:pt x="3686987" y="1654988"/>
                  </a:cubicBezTo>
                  <a:cubicBezTo>
                    <a:pt x="3717285" y="1897419"/>
                    <a:pt x="3660942" y="1959352"/>
                    <a:pt x="3686987" y="2130932"/>
                  </a:cubicBezTo>
                  <a:cubicBezTo>
                    <a:pt x="3713032" y="2302512"/>
                    <a:pt x="3669954" y="2484500"/>
                    <a:pt x="3686987" y="2606876"/>
                  </a:cubicBezTo>
                  <a:cubicBezTo>
                    <a:pt x="3704020" y="2729252"/>
                    <a:pt x="3615112" y="2931980"/>
                    <a:pt x="3686987" y="3245074"/>
                  </a:cubicBezTo>
                  <a:cubicBezTo>
                    <a:pt x="3491393" y="3248972"/>
                    <a:pt x="3293233" y="3223662"/>
                    <a:pt x="3123405" y="3245074"/>
                  </a:cubicBezTo>
                  <a:cubicBezTo>
                    <a:pt x="2953577" y="3266486"/>
                    <a:pt x="2732213" y="3185894"/>
                    <a:pt x="2522953" y="3245074"/>
                  </a:cubicBezTo>
                  <a:cubicBezTo>
                    <a:pt x="2313693" y="3304254"/>
                    <a:pt x="2107251" y="3238350"/>
                    <a:pt x="1959370" y="3245074"/>
                  </a:cubicBezTo>
                  <a:cubicBezTo>
                    <a:pt x="1811489" y="3251798"/>
                    <a:pt x="1639457" y="3241086"/>
                    <a:pt x="1469528" y="3245074"/>
                  </a:cubicBezTo>
                  <a:cubicBezTo>
                    <a:pt x="1299599" y="3249062"/>
                    <a:pt x="1186331" y="3214868"/>
                    <a:pt x="979685" y="3245074"/>
                  </a:cubicBezTo>
                  <a:cubicBezTo>
                    <a:pt x="773039" y="3275280"/>
                    <a:pt x="440271" y="3196392"/>
                    <a:pt x="0" y="3245074"/>
                  </a:cubicBezTo>
                  <a:cubicBezTo>
                    <a:pt x="-11265" y="3074145"/>
                    <a:pt x="42452" y="2936612"/>
                    <a:pt x="0" y="2639327"/>
                  </a:cubicBezTo>
                  <a:cubicBezTo>
                    <a:pt x="-42452" y="2342042"/>
                    <a:pt x="17728" y="2380662"/>
                    <a:pt x="0" y="2130932"/>
                  </a:cubicBezTo>
                  <a:cubicBezTo>
                    <a:pt x="-17728" y="1881202"/>
                    <a:pt x="52833" y="1763900"/>
                    <a:pt x="0" y="1525185"/>
                  </a:cubicBezTo>
                  <a:cubicBezTo>
                    <a:pt x="-52833" y="1286470"/>
                    <a:pt x="39848" y="1182473"/>
                    <a:pt x="0" y="1016790"/>
                  </a:cubicBezTo>
                  <a:cubicBezTo>
                    <a:pt x="-39848" y="851108"/>
                    <a:pt x="16929" y="697112"/>
                    <a:pt x="0" y="540846"/>
                  </a:cubicBezTo>
                  <a:cubicBezTo>
                    <a:pt x="-16929" y="384580"/>
                    <a:pt x="3359" y="186462"/>
                    <a:pt x="0" y="0"/>
                  </a:cubicBezTo>
                  <a:close/>
                </a:path>
                <a:path w="3686987" h="3245074" fill="norm" stroke="0" extrusionOk="0">
                  <a:moveTo>
                    <a:pt x="0" y="0"/>
                  </a:moveTo>
                  <a:cubicBezTo>
                    <a:pt x="152296" y="-692"/>
                    <a:pt x="332954" y="5869"/>
                    <a:pt x="489843" y="0"/>
                  </a:cubicBezTo>
                  <a:cubicBezTo>
                    <a:pt x="646732" y="-5869"/>
                    <a:pt x="767879" y="20724"/>
                    <a:pt x="1016555" y="0"/>
                  </a:cubicBezTo>
                  <a:cubicBezTo>
                    <a:pt x="1265231" y="-20724"/>
                    <a:pt x="1287666" y="28693"/>
                    <a:pt x="1543267" y="0"/>
                  </a:cubicBezTo>
                  <a:cubicBezTo>
                    <a:pt x="1798868" y="-28693"/>
                    <a:pt x="1793946" y="1083"/>
                    <a:pt x="1959370" y="0"/>
                  </a:cubicBezTo>
                  <a:cubicBezTo>
                    <a:pt x="2124794" y="-1083"/>
                    <a:pt x="2228765" y="57811"/>
                    <a:pt x="2486083" y="0"/>
                  </a:cubicBezTo>
                  <a:cubicBezTo>
                    <a:pt x="2743401" y="-57811"/>
                    <a:pt x="2959520" y="69337"/>
                    <a:pt x="3086535" y="0"/>
                  </a:cubicBezTo>
                  <a:cubicBezTo>
                    <a:pt x="3213550" y="-69337"/>
                    <a:pt x="3551423" y="71545"/>
                    <a:pt x="3686987" y="0"/>
                  </a:cubicBezTo>
                  <a:cubicBezTo>
                    <a:pt x="3727921" y="222702"/>
                    <a:pt x="3625191" y="374379"/>
                    <a:pt x="3686987" y="540846"/>
                  </a:cubicBezTo>
                  <a:cubicBezTo>
                    <a:pt x="3748783" y="707313"/>
                    <a:pt x="3623747" y="873030"/>
                    <a:pt x="3686987" y="1081691"/>
                  </a:cubicBezTo>
                  <a:cubicBezTo>
                    <a:pt x="3750227" y="1290352"/>
                    <a:pt x="3626145" y="1477654"/>
                    <a:pt x="3686987" y="1622537"/>
                  </a:cubicBezTo>
                  <a:cubicBezTo>
                    <a:pt x="3747829" y="1767420"/>
                    <a:pt x="3655329" y="1856251"/>
                    <a:pt x="3686987" y="2066030"/>
                  </a:cubicBezTo>
                  <a:cubicBezTo>
                    <a:pt x="3718645" y="2275809"/>
                    <a:pt x="3652712" y="2334581"/>
                    <a:pt x="3686987" y="2509524"/>
                  </a:cubicBezTo>
                  <a:cubicBezTo>
                    <a:pt x="3721262" y="2684467"/>
                    <a:pt x="3619816" y="3010479"/>
                    <a:pt x="3686987" y="3245074"/>
                  </a:cubicBezTo>
                  <a:cubicBezTo>
                    <a:pt x="3478083" y="3260693"/>
                    <a:pt x="3433854" y="3208946"/>
                    <a:pt x="3197144" y="3245074"/>
                  </a:cubicBezTo>
                  <a:cubicBezTo>
                    <a:pt x="2960434" y="3281202"/>
                    <a:pt x="2863949" y="3204155"/>
                    <a:pt x="2744172" y="3245074"/>
                  </a:cubicBezTo>
                  <a:cubicBezTo>
                    <a:pt x="2624395" y="3285993"/>
                    <a:pt x="2441092" y="3211358"/>
                    <a:pt x="2217459" y="3245074"/>
                  </a:cubicBezTo>
                  <a:cubicBezTo>
                    <a:pt x="1993826" y="3278790"/>
                    <a:pt x="1841652" y="3185429"/>
                    <a:pt x="1690747" y="3245074"/>
                  </a:cubicBezTo>
                  <a:cubicBezTo>
                    <a:pt x="1539842" y="3304719"/>
                    <a:pt x="1326239" y="3226890"/>
                    <a:pt x="1164034" y="3245074"/>
                  </a:cubicBezTo>
                  <a:cubicBezTo>
                    <a:pt x="1001829" y="3263258"/>
                    <a:pt x="728958" y="3202856"/>
                    <a:pt x="600452" y="3245074"/>
                  </a:cubicBezTo>
                  <a:cubicBezTo>
                    <a:pt x="471946" y="3287292"/>
                    <a:pt x="294398" y="3183399"/>
                    <a:pt x="0" y="3245074"/>
                  </a:cubicBezTo>
                  <a:cubicBezTo>
                    <a:pt x="-40914" y="3101094"/>
                    <a:pt x="5051" y="2934101"/>
                    <a:pt x="0" y="2769130"/>
                  </a:cubicBezTo>
                  <a:cubicBezTo>
                    <a:pt x="-5051" y="2604159"/>
                    <a:pt x="54787" y="2501544"/>
                    <a:pt x="0" y="2260735"/>
                  </a:cubicBezTo>
                  <a:cubicBezTo>
                    <a:pt x="-54787" y="2019927"/>
                    <a:pt x="8978" y="1892466"/>
                    <a:pt x="0" y="1784791"/>
                  </a:cubicBezTo>
                  <a:cubicBezTo>
                    <a:pt x="-8978" y="1677116"/>
                    <a:pt x="22968" y="1437635"/>
                    <a:pt x="0" y="1211494"/>
                  </a:cubicBezTo>
                  <a:cubicBezTo>
                    <a:pt x="-22968" y="985353"/>
                    <a:pt x="22742" y="801348"/>
                    <a:pt x="0" y="670649"/>
                  </a:cubicBezTo>
                  <a:cubicBezTo>
                    <a:pt x="-22742" y="539951"/>
                    <a:pt x="6052" y="175702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pPr>
                <a:defRPr/>
              </a:pPr>
              <a:r>
                <a:rPr lang="it-IT" sz="1400" b="1">
                  <a:solidFill>
                    <a:schemeClr val="bg1"/>
                  </a:solidFill>
                </a:rPr>
                <a:t>Allergeni</a:t>
              </a:r>
              <a:endParaRPr/>
            </a:p>
          </p:txBody>
        </p:sp>
        <p:graphicFrame>
          <p:nvGraphicFramePr>
            <p:cNvPr id="341143520" name="Diagramma 67"/>
            <p:cNvGraphicFramePr>
              <a:graphicFrameLocks xmlns:a="http://schemas.openxmlformats.org/drawingml/2006/main"/>
            </p:cNvGraphicFramePr>
            <p:nvPr/>
          </p:nvGraphicFramePr>
          <p:xfrm rot="0">
            <a:off x="215411" y="552706"/>
            <a:ext cx="3088717" cy="2619297"/>
            <a:chOff x="0" y="0"/>
            <a:chExt cx="3088717" cy="261929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0" r:lo="rId12" r:qs="rId13" r:cs="rId11"/>
            </a:graphicData>
          </a:graphic>
        </p:graphicFrame>
        <p:sp>
          <p:nvSpPr>
            <p:cNvPr id="900006649" name="Rettangolo 77"/>
            <p:cNvSpPr/>
            <p:nvPr/>
          </p:nvSpPr>
          <p:spPr bwMode="auto">
            <a:xfrm rot="5400000">
              <a:off x="1751130" y="1339954"/>
              <a:ext cx="184725" cy="3408925"/>
            </a:xfrm>
            <a:prstGeom prst="rect">
              <a:avLst/>
            </a:prstGeom>
            <a:solidFill>
              <a:srgbClr val="FBE5D6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542711297" name="Rettangolo 78"/>
            <p:cNvSpPr/>
            <p:nvPr/>
          </p:nvSpPr>
          <p:spPr bwMode="auto">
            <a:xfrm rot="5400000">
              <a:off x="1751130" y="-1338259"/>
              <a:ext cx="184725" cy="3408925"/>
            </a:xfrm>
            <a:prstGeom prst="rect">
              <a:avLst/>
            </a:prstGeom>
            <a:solidFill>
              <a:srgbClr val="FBE5D6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26122103" name="Triangolo isoscele 80"/>
            <p:cNvSpPr/>
            <p:nvPr/>
          </p:nvSpPr>
          <p:spPr bwMode="auto">
            <a:xfrm>
              <a:off x="1750770" y="324184"/>
              <a:ext cx="145708" cy="84030"/>
            </a:xfrm>
            <a:prstGeom prst="triangle">
              <a:avLst>
                <a:gd name="adj" fmla="val 50000"/>
              </a:avLst>
            </a:prstGeom>
            <a:solidFill>
              <a:srgbClr val="843C0C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1387654514" name="Triangolo isoscele 81"/>
            <p:cNvSpPr/>
            <p:nvPr/>
          </p:nvSpPr>
          <p:spPr bwMode="auto">
            <a:xfrm rot="10800000">
              <a:off x="1750772" y="3006249"/>
              <a:ext cx="145708" cy="84030"/>
            </a:xfrm>
            <a:prstGeom prst="triangle">
              <a:avLst>
                <a:gd name="adj" fmla="val 50000"/>
              </a:avLst>
            </a:prstGeom>
            <a:solidFill>
              <a:srgbClr val="843C0C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</p:grpSp>
      <p:cxnSp>
        <p:nvCxnSpPr>
          <p:cNvPr id="1204399831" name="Connettore diritto 4"/>
          <p:cNvCxnSpPr/>
          <p:nvPr/>
        </p:nvCxnSpPr>
        <p:spPr bwMode="auto">
          <a:xfrm>
            <a:off x="0" y="939799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53855303" name="CasellaDiTesto 24"/>
          <p:cNvSpPr txBox="1"/>
          <p:nvPr/>
        </p:nvSpPr>
        <p:spPr bwMode="auto">
          <a:xfrm>
            <a:off x="5185746" y="1459737"/>
            <a:ext cx="1728268" cy="4575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400" b="1">
                <a:solidFill>
                  <a:schemeClr val="accent2"/>
                </a:solidFill>
                <a:latin typeface="Carlito"/>
                <a:ea typeface="Carlito"/>
                <a:cs typeface="Carlito"/>
              </a:rPr>
              <a:t>Il mio piatto</a:t>
            </a:r>
            <a:endParaRPr>
              <a:latin typeface="Carlito"/>
              <a:cs typeface="Carlito"/>
            </a:endParaRPr>
          </a:p>
        </p:txBody>
      </p:sp>
      <p:sp>
        <p:nvSpPr>
          <p:cNvPr id="852898042" name="CasellaDiTesto 25"/>
          <p:cNvSpPr txBox="1"/>
          <p:nvPr/>
        </p:nvSpPr>
        <p:spPr bwMode="auto">
          <a:xfrm>
            <a:off x="4630892" y="1113459"/>
            <a:ext cx="2895032" cy="5185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800" b="1">
                <a:solidFill>
                  <a:schemeClr val="accent2">
                    <a:lumMod val="50000"/>
                  </a:schemeClr>
                </a:solidFill>
                <a:latin typeface="Carlito"/>
                <a:ea typeface="Carlito"/>
                <a:cs typeface="Carlito"/>
              </a:rPr>
              <a:t>Aggiungi un piatto</a:t>
            </a:r>
            <a:endParaRPr>
              <a:latin typeface="Carlito"/>
              <a:cs typeface="Carlito"/>
            </a:endParaRPr>
          </a:p>
        </p:txBody>
      </p:sp>
      <p:cxnSp>
        <p:nvCxnSpPr>
          <p:cNvPr id="1331994228" name="Connettore diritto 4"/>
          <p:cNvCxnSpPr/>
          <p:nvPr/>
        </p:nvCxnSpPr>
        <p:spPr bwMode="auto">
          <a:xfrm>
            <a:off x="0" y="2201907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575654883" name="Gruppo 143"/>
          <p:cNvGrpSpPr/>
          <p:nvPr/>
        </p:nvGrpSpPr>
        <p:grpSpPr bwMode="auto">
          <a:xfrm>
            <a:off x="482952" y="1326999"/>
            <a:ext cx="960555" cy="305159"/>
            <a:chOff x="0" y="0"/>
            <a:chExt cx="960555" cy="305159"/>
          </a:xfrm>
        </p:grpSpPr>
        <p:sp>
          <p:nvSpPr>
            <p:cNvPr id="1314828301" name="Rettangolo 123"/>
            <p:cNvSpPr/>
            <p:nvPr/>
          </p:nvSpPr>
          <p:spPr bwMode="auto">
            <a:xfrm>
              <a:off x="0" y="0"/>
              <a:ext cx="960555" cy="30515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r">
                <a:defRPr/>
              </a:pPr>
              <a:r>
                <a:rPr lang="it-IT" sz="1400">
                  <a:solidFill>
                    <a:schemeClr val="accent1"/>
                  </a:solidFill>
                </a:rPr>
                <a:t>Indietro</a:t>
              </a:r>
              <a:endParaRPr/>
            </a:p>
          </p:txBody>
        </p:sp>
        <p:pic>
          <p:nvPicPr>
            <p:cNvPr id="1701912513" name="Elemento grafico 141" descr="Accento circonflesso verso sinistra con riempimento a tinta unita"/>
            <p:cNvPicPr>
              <a:picLocks noChangeAspect="1"/>
            </p:cNvPicPr>
            <p:nvPr/>
          </p:nvPicPr>
          <p:blipFill rotWithShape="1">
            <a:blip r:embed="rId14"/>
            <a:stretch/>
          </p:blipFill>
          <p:spPr bwMode="auto">
            <a:xfrm>
              <a:off x="55584" y="45719"/>
              <a:ext cx="228315" cy="228315"/>
            </a:xfrm>
            <a:prstGeom prst="rect">
              <a:avLst/>
            </a:prstGeom>
          </p:spPr>
        </p:pic>
      </p:grpSp>
      <p:pic>
        <p:nvPicPr>
          <p:cNvPr id="901428401" name="Elemento grafico 141" descr="Accento circonflesso verso sinistra con riempimento a tinta unita"/>
          <p:cNvPicPr>
            <a:picLocks noChangeAspect="1"/>
          </p:cNvPicPr>
          <p:nvPr/>
        </p:nvPicPr>
        <p:blipFill rotWithShape="1">
          <a:blip r:embed="rId14"/>
          <a:stretch/>
        </p:blipFill>
        <p:spPr bwMode="auto">
          <a:xfrm rot="0" flipH="0" flipV="0">
            <a:off x="709979" y="7357953"/>
            <a:ext cx="228315" cy="228315"/>
          </a:xfrm>
          <a:prstGeom prst="rect">
            <a:avLst/>
          </a:prstGeom>
        </p:spPr>
      </p:pic>
      <p:sp modelId="{A04F6C91-AEBF-4847-980F-C23A5906DCBB}">
        <p:nvSpPr>
          <p:cNvPr id="2067409148" name=""/>
          <p:cNvSpPr/>
          <p:nvPr/>
        </p:nvSpPr>
        <p:spPr bwMode="auto">
          <a:xfrm flipH="0" flipV="0">
            <a:off x="621666" y="5491187"/>
            <a:ext cx="3448932" cy="257113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accent2">
                <a:shade val="80000"/>
                <a:hueOff val="0"/>
                <a:satOff val="0"/>
                <a:lumOff val="0"/>
                <a:alphaOff val="0"/>
              </a:schemeClr>
            </a:solidFill>
            <a:prstDash val="solid"/>
            <a:miter lim="800000"/>
          </a:ln>
          <a:effectLst/>
        </p:spPr>
        <p:style>
          <a:lnRef idx="2">
            <a:srgbClr val="000000"/>
          </a:lnRef>
          <a:fillRef idx="1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spcFirstLastPara="0" vert="horz" wrap="square" lIns="45720" tIns="45720" rIns="45720" bIns="45720" numCol="1" spcCol="1268" anchor="ctr" anchorCtr="0">
            <a:noAutofit/>
          </a:bodyPr>
          <a:lstStyle/>
          <a:p>
            <a:pPr marL="0" lvl="0" indent="0" algn="l" defTabSz="53339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1200" b="1">
                <a:solidFill>
                  <a:schemeClr val="accent2">
                    <a:lumMod val="50000"/>
                  </a:schemeClr>
                </a:solidFill>
              </a:rPr>
              <a:t>    </a:t>
            </a:r>
            <a:endParaRPr/>
          </a:p>
        </p:txBody>
      </p:sp>
      <p:pic>
        <p:nvPicPr>
          <p:cNvPr id="1567790394" name="Elemento grafico 8" descr="Accento circonflesso verso il basso con riempimento a tinta unita"/>
          <p:cNvPicPr>
            <a:picLocks noChangeAspect="1"/>
          </p:cNvPicPr>
          <p:nvPr/>
        </p:nvPicPr>
        <p:blipFill rotWithShape="1">
          <a:blip r:embed="rId15"/>
          <a:stretch/>
        </p:blipFill>
        <p:spPr bwMode="auto">
          <a:xfrm>
            <a:off x="3775862" y="5495965"/>
            <a:ext cx="252335" cy="252335"/>
          </a:xfrm>
          <a:prstGeom prst="rect">
            <a:avLst/>
          </a:prstGeom>
        </p:spPr>
      </p:pic>
      <p:sp>
        <p:nvSpPr>
          <p:cNvPr id="938935424" name=""/>
          <p:cNvSpPr/>
          <p:nvPr/>
        </p:nvSpPr>
        <p:spPr bwMode="auto">
          <a:xfrm rot="0" flipH="0" flipV="0">
            <a:off x="-4688" y="1864"/>
            <a:ext cx="12196688" cy="6854262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827596714" name=""/>
          <p:cNvSpPr/>
          <p:nvPr/>
        </p:nvSpPr>
        <p:spPr bwMode="auto">
          <a:xfrm rot="0" flipH="0" flipV="0">
            <a:off x="4221600" y="2325220"/>
            <a:ext cx="3586119" cy="18863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551127583" name="CasellaDiTesto 24"/>
          <p:cNvSpPr txBox="1"/>
          <p:nvPr/>
        </p:nvSpPr>
        <p:spPr bwMode="auto">
          <a:xfrm>
            <a:off x="4503145" y="2732725"/>
            <a:ext cx="2466114" cy="640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1800" b="1">
                <a:solidFill>
                  <a:schemeClr val="accent2"/>
                </a:solidFill>
                <a:latin typeface="Carlito"/>
                <a:ea typeface="Carlito"/>
                <a:cs typeface="Carlito"/>
              </a:rPr>
              <a:t>Il piatto deve prevedere </a:t>
            </a:r>
            <a:endParaRPr lang="it-IT" sz="1800" b="1">
              <a:solidFill>
                <a:schemeClr val="accent2"/>
              </a:solidFill>
              <a:latin typeface="Carlito"/>
              <a:ea typeface="Carlito"/>
              <a:cs typeface="Carlito"/>
            </a:endParaRPr>
          </a:p>
          <a:p>
            <a:pPr>
              <a:defRPr/>
            </a:pPr>
            <a:r>
              <a:rPr lang="it-IT" sz="1800" b="1">
                <a:solidFill>
                  <a:schemeClr val="accent2"/>
                </a:solidFill>
                <a:latin typeface="Carlito"/>
                <a:ea typeface="Carlito"/>
                <a:cs typeface="Carlito"/>
              </a:rPr>
              <a:t>una categoria!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847417632" name="CasellaDiTesto 25"/>
          <p:cNvSpPr txBox="1"/>
          <p:nvPr/>
        </p:nvSpPr>
        <p:spPr bwMode="auto">
          <a:xfrm>
            <a:off x="4503145" y="2386447"/>
            <a:ext cx="2870029" cy="5185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800" b="1">
                <a:solidFill>
                  <a:schemeClr val="accent2">
                    <a:lumMod val="50000"/>
                  </a:schemeClr>
                </a:solidFill>
                <a:latin typeface="Carlito"/>
                <a:ea typeface="Carlito"/>
                <a:cs typeface="Carlito"/>
              </a:rPr>
              <a:t>Piatto non salvato</a:t>
            </a:r>
            <a:endParaRPr>
              <a:latin typeface="Carlito"/>
              <a:cs typeface="Carlito"/>
            </a:endParaRPr>
          </a:p>
        </p:txBody>
      </p:sp>
      <p:sp>
        <p:nvSpPr>
          <p:cNvPr id="1997057147" name="Rettangolo 79"/>
          <p:cNvSpPr/>
          <p:nvPr/>
        </p:nvSpPr>
        <p:spPr bwMode="auto">
          <a:xfrm rot="0" flipH="0" flipV="0">
            <a:off x="5431443" y="3613087"/>
            <a:ext cx="1097658" cy="3661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defRPr/>
            </a:pPr>
            <a:r>
              <a:rPr lang="it-IT" b="1"/>
              <a:t>Continua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941342332" name="Connettore diritto 4"/>
          <p:cNvCxnSpPr/>
          <p:nvPr/>
        </p:nvCxnSpPr>
        <p:spPr bwMode="auto">
          <a:xfrm>
            <a:off x="0" y="939799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6825677" name="CasellaDiTesto 13"/>
          <p:cNvSpPr txBox="1"/>
          <p:nvPr/>
        </p:nvSpPr>
        <p:spPr bwMode="auto">
          <a:xfrm>
            <a:off x="534613" y="137259"/>
            <a:ext cx="3364285" cy="584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it-IT" sz="3200" spc="599">
                <a:solidFill>
                  <a:schemeClr val="accent2"/>
                </a:solidFill>
                <a:latin typeface="Aharoni"/>
                <a:cs typeface="Aharoni"/>
              </a:rPr>
              <a:t>PickyEaters</a:t>
            </a:r>
            <a:endParaRPr lang="it-IT" spc="599">
              <a:solidFill>
                <a:schemeClr val="accent2"/>
              </a:solidFill>
              <a:latin typeface="Aharoni"/>
              <a:cs typeface="Aharoni"/>
            </a:endParaRPr>
          </a:p>
        </p:txBody>
      </p:sp>
      <p:pic>
        <p:nvPicPr>
          <p:cNvPr id="1168030646" name="Elemento grafico 20" descr="Cursore con riempimento a tinta unita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1">
            <a:off x="0" y="136738"/>
            <a:ext cx="584775" cy="584775"/>
          </a:xfrm>
          <a:prstGeom prst="rect">
            <a:avLst/>
          </a:prstGeom>
        </p:spPr>
      </p:pic>
      <p:grpSp>
        <p:nvGrpSpPr>
          <p:cNvPr id="861298921" name="Gruppo 21"/>
          <p:cNvGrpSpPr/>
          <p:nvPr/>
        </p:nvGrpSpPr>
        <p:grpSpPr bwMode="auto">
          <a:xfrm>
            <a:off x="311159" y="2554088"/>
            <a:ext cx="4032128" cy="713016"/>
            <a:chOff x="311159" y="2091709"/>
            <a:chExt cx="4032128" cy="713016"/>
          </a:xfrm>
        </p:grpSpPr>
        <p:sp>
          <p:nvSpPr>
            <p:cNvPr id="461459321" name="CasellaDiTesto 22"/>
            <p:cNvSpPr txBox="1"/>
            <p:nvPr/>
          </p:nvSpPr>
          <p:spPr bwMode="auto">
            <a:xfrm>
              <a:off x="311159" y="2422044"/>
              <a:ext cx="4032128" cy="338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it-IT" sz="1600" b="1">
                  <a:solidFill>
                    <a:schemeClr val="bg1"/>
                  </a:solidFill>
                </a:rPr>
                <a:t>A che categoria appartiene il piatto?</a:t>
              </a:r>
              <a:endParaRPr/>
            </a:p>
          </p:txBody>
        </p:sp>
        <p:sp>
          <p:nvSpPr>
            <p:cNvPr id="570148815" name="CasellaDiTesto 41"/>
            <p:cNvSpPr txBox="1"/>
            <p:nvPr/>
          </p:nvSpPr>
          <p:spPr bwMode="auto">
            <a:xfrm>
              <a:off x="542646" y="2091709"/>
              <a:ext cx="3678952" cy="713016"/>
            </a:xfrm>
            <a:custGeom>
              <a:avLst/>
              <a:gdLst>
                <a:gd name="connsiteX0" fmla="*/ 0 w 3678954"/>
                <a:gd name="connsiteY0" fmla="*/ 0 h 713016"/>
                <a:gd name="connsiteX1" fmla="*/ 525565 w 3678954"/>
                <a:gd name="connsiteY1" fmla="*/ 0 h 713016"/>
                <a:gd name="connsiteX2" fmla="*/ 1087919 w 3678954"/>
                <a:gd name="connsiteY2" fmla="*/ 0 h 713016"/>
                <a:gd name="connsiteX3" fmla="*/ 1576695 w 3678954"/>
                <a:gd name="connsiteY3" fmla="*/ 0 h 713016"/>
                <a:gd name="connsiteX4" fmla="*/ 2102259 w 3678954"/>
                <a:gd name="connsiteY4" fmla="*/ 0 h 713016"/>
                <a:gd name="connsiteX5" fmla="*/ 2627824 w 3678954"/>
                <a:gd name="connsiteY5" fmla="*/ 0 h 713016"/>
                <a:gd name="connsiteX6" fmla="*/ 3116600 w 3678954"/>
                <a:gd name="connsiteY6" fmla="*/ 0 h 713016"/>
                <a:gd name="connsiteX7" fmla="*/ 3678954 w 3678954"/>
                <a:gd name="connsiteY7" fmla="*/ 0 h 713016"/>
                <a:gd name="connsiteX8" fmla="*/ 3678954 w 3678954"/>
                <a:gd name="connsiteY8" fmla="*/ 363638 h 713016"/>
                <a:gd name="connsiteX9" fmla="*/ 3678954 w 3678954"/>
                <a:gd name="connsiteY9" fmla="*/ 713016 h 713016"/>
                <a:gd name="connsiteX10" fmla="*/ 3226968 w 3678954"/>
                <a:gd name="connsiteY10" fmla="*/ 713016 h 713016"/>
                <a:gd name="connsiteX11" fmla="*/ 2664614 w 3678954"/>
                <a:gd name="connsiteY11" fmla="*/ 713016 h 713016"/>
                <a:gd name="connsiteX12" fmla="*/ 2212628 w 3678954"/>
                <a:gd name="connsiteY12" fmla="*/ 713016 h 713016"/>
                <a:gd name="connsiteX13" fmla="*/ 1760642 w 3678954"/>
                <a:gd name="connsiteY13" fmla="*/ 713016 h 713016"/>
                <a:gd name="connsiteX14" fmla="*/ 1198288 w 3678954"/>
                <a:gd name="connsiteY14" fmla="*/ 713016 h 713016"/>
                <a:gd name="connsiteX15" fmla="*/ 709513 w 3678954"/>
                <a:gd name="connsiteY15" fmla="*/ 713016 h 713016"/>
                <a:gd name="connsiteX16" fmla="*/ 0 w 3678954"/>
                <a:gd name="connsiteY16" fmla="*/ 713016 h 713016"/>
                <a:gd name="connsiteX17" fmla="*/ 0 w 3678954"/>
                <a:gd name="connsiteY17" fmla="*/ 370768 h 713016"/>
                <a:gd name="connsiteX18" fmla="*/ 0 w 3678954"/>
                <a:gd name="connsiteY18" fmla="*/ 0 h 713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678954" h="713016" fill="none" stroke="1" extrusionOk="0">
                  <a:moveTo>
                    <a:pt x="0" y="0"/>
                  </a:moveTo>
                  <a:cubicBezTo>
                    <a:pt x="106438" y="-4997"/>
                    <a:pt x="290281" y="12720"/>
                    <a:pt x="525565" y="0"/>
                  </a:cubicBezTo>
                  <a:cubicBezTo>
                    <a:pt x="760849" y="-12720"/>
                    <a:pt x="944033" y="41878"/>
                    <a:pt x="1087919" y="0"/>
                  </a:cubicBezTo>
                  <a:cubicBezTo>
                    <a:pt x="1231805" y="-41878"/>
                    <a:pt x="1434944" y="36466"/>
                    <a:pt x="1576695" y="0"/>
                  </a:cubicBezTo>
                  <a:cubicBezTo>
                    <a:pt x="1718446" y="-36466"/>
                    <a:pt x="1870168" y="52935"/>
                    <a:pt x="2102259" y="0"/>
                  </a:cubicBezTo>
                  <a:cubicBezTo>
                    <a:pt x="2334350" y="-52935"/>
                    <a:pt x="2498891" y="34467"/>
                    <a:pt x="2627824" y="0"/>
                  </a:cubicBezTo>
                  <a:cubicBezTo>
                    <a:pt x="2756758" y="-34467"/>
                    <a:pt x="2986951" y="19835"/>
                    <a:pt x="3116600" y="0"/>
                  </a:cubicBezTo>
                  <a:cubicBezTo>
                    <a:pt x="3246249" y="-19835"/>
                    <a:pt x="3495103" y="18411"/>
                    <a:pt x="3678954" y="0"/>
                  </a:cubicBezTo>
                  <a:cubicBezTo>
                    <a:pt x="3696401" y="97946"/>
                    <a:pt x="3659628" y="230606"/>
                    <a:pt x="3678954" y="363638"/>
                  </a:cubicBezTo>
                  <a:cubicBezTo>
                    <a:pt x="3698280" y="496670"/>
                    <a:pt x="3675102" y="600816"/>
                    <a:pt x="3678954" y="713016"/>
                  </a:cubicBezTo>
                  <a:cubicBezTo>
                    <a:pt x="3515749" y="735965"/>
                    <a:pt x="3388328" y="679855"/>
                    <a:pt x="3226968" y="713016"/>
                  </a:cubicBezTo>
                  <a:cubicBezTo>
                    <a:pt x="3065608" y="746177"/>
                    <a:pt x="2789577" y="686206"/>
                    <a:pt x="2664614" y="713016"/>
                  </a:cubicBezTo>
                  <a:cubicBezTo>
                    <a:pt x="2539651" y="739826"/>
                    <a:pt x="2358840" y="668039"/>
                    <a:pt x="2212628" y="713016"/>
                  </a:cubicBezTo>
                  <a:cubicBezTo>
                    <a:pt x="2066416" y="757993"/>
                    <a:pt x="1974174" y="698246"/>
                    <a:pt x="1760642" y="713016"/>
                  </a:cubicBezTo>
                  <a:cubicBezTo>
                    <a:pt x="1547110" y="727786"/>
                    <a:pt x="1332764" y="706061"/>
                    <a:pt x="1198288" y="713016"/>
                  </a:cubicBezTo>
                  <a:cubicBezTo>
                    <a:pt x="1063812" y="719971"/>
                    <a:pt x="876579" y="655965"/>
                    <a:pt x="709513" y="713016"/>
                  </a:cubicBezTo>
                  <a:cubicBezTo>
                    <a:pt x="542447" y="770067"/>
                    <a:pt x="240243" y="629967"/>
                    <a:pt x="0" y="713016"/>
                  </a:cubicBezTo>
                  <a:cubicBezTo>
                    <a:pt x="-1346" y="573898"/>
                    <a:pt x="37630" y="457402"/>
                    <a:pt x="0" y="370768"/>
                  </a:cubicBezTo>
                  <a:cubicBezTo>
                    <a:pt x="-37630" y="284134"/>
                    <a:pt x="30866" y="172819"/>
                    <a:pt x="0" y="0"/>
                  </a:cubicBezTo>
                  <a:close/>
                </a:path>
                <a:path w="3678954" h="713016" fill="norm" stroke="0" extrusionOk="0">
                  <a:moveTo>
                    <a:pt x="0" y="0"/>
                  </a:moveTo>
                  <a:cubicBezTo>
                    <a:pt x="103131" y="-9360"/>
                    <a:pt x="292001" y="40606"/>
                    <a:pt x="488775" y="0"/>
                  </a:cubicBezTo>
                  <a:cubicBezTo>
                    <a:pt x="685549" y="-40606"/>
                    <a:pt x="768138" y="39139"/>
                    <a:pt x="1014340" y="0"/>
                  </a:cubicBezTo>
                  <a:cubicBezTo>
                    <a:pt x="1260543" y="-39139"/>
                    <a:pt x="1339992" y="60992"/>
                    <a:pt x="1539905" y="0"/>
                  </a:cubicBezTo>
                  <a:cubicBezTo>
                    <a:pt x="1739819" y="-60992"/>
                    <a:pt x="1835688" y="24468"/>
                    <a:pt x="1955101" y="0"/>
                  </a:cubicBezTo>
                  <a:cubicBezTo>
                    <a:pt x="2074514" y="-24468"/>
                    <a:pt x="2338163" y="31478"/>
                    <a:pt x="2480666" y="0"/>
                  </a:cubicBezTo>
                  <a:cubicBezTo>
                    <a:pt x="2623170" y="-31478"/>
                    <a:pt x="2799086" y="44158"/>
                    <a:pt x="3079810" y="0"/>
                  </a:cubicBezTo>
                  <a:cubicBezTo>
                    <a:pt x="3360534" y="-44158"/>
                    <a:pt x="3398958" y="63391"/>
                    <a:pt x="3678954" y="0"/>
                  </a:cubicBezTo>
                  <a:cubicBezTo>
                    <a:pt x="3701422" y="153123"/>
                    <a:pt x="3649368" y="180147"/>
                    <a:pt x="3678954" y="356508"/>
                  </a:cubicBezTo>
                  <a:cubicBezTo>
                    <a:pt x="3708540" y="532869"/>
                    <a:pt x="3642430" y="618845"/>
                    <a:pt x="3678954" y="713016"/>
                  </a:cubicBezTo>
                  <a:cubicBezTo>
                    <a:pt x="3428851" y="726921"/>
                    <a:pt x="3396913" y="671597"/>
                    <a:pt x="3153389" y="713016"/>
                  </a:cubicBezTo>
                  <a:cubicBezTo>
                    <a:pt x="2909866" y="754435"/>
                    <a:pt x="2831314" y="660195"/>
                    <a:pt x="2701403" y="713016"/>
                  </a:cubicBezTo>
                  <a:cubicBezTo>
                    <a:pt x="2571492" y="765837"/>
                    <a:pt x="2345691" y="673526"/>
                    <a:pt x="2102259" y="713016"/>
                  </a:cubicBezTo>
                  <a:cubicBezTo>
                    <a:pt x="1858827" y="752506"/>
                    <a:pt x="1864375" y="692526"/>
                    <a:pt x="1650274" y="713016"/>
                  </a:cubicBezTo>
                  <a:cubicBezTo>
                    <a:pt x="1436174" y="733506"/>
                    <a:pt x="1327173" y="694293"/>
                    <a:pt x="1198288" y="713016"/>
                  </a:cubicBezTo>
                  <a:cubicBezTo>
                    <a:pt x="1069403" y="731739"/>
                    <a:pt x="878107" y="663824"/>
                    <a:pt x="746302" y="713016"/>
                  </a:cubicBezTo>
                  <a:cubicBezTo>
                    <a:pt x="614497" y="762208"/>
                    <a:pt x="232841" y="643641"/>
                    <a:pt x="0" y="713016"/>
                  </a:cubicBezTo>
                  <a:cubicBezTo>
                    <a:pt x="-27456" y="584045"/>
                    <a:pt x="861" y="498799"/>
                    <a:pt x="0" y="356508"/>
                  </a:cubicBezTo>
                  <a:cubicBezTo>
                    <a:pt x="-861" y="214217"/>
                    <a:pt x="37318" y="17639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pPr>
                <a:defRPr/>
              </a:pPr>
              <a:r>
                <a:rPr lang="it-IT" sz="1400" b="1">
                  <a:solidFill>
                    <a:schemeClr val="bg1"/>
                  </a:solidFill>
                </a:rPr>
                <a:t>Nome</a:t>
              </a:r>
              <a:endParaRPr/>
            </a:p>
          </p:txBody>
        </p:sp>
        <p:sp>
          <p:nvSpPr>
            <p:cNvPr id="1659151014" name="Rettangolo con angoli arrotondati 10"/>
            <p:cNvSpPr/>
            <p:nvPr/>
          </p:nvSpPr>
          <p:spPr bwMode="auto">
            <a:xfrm>
              <a:off x="682555" y="2377915"/>
              <a:ext cx="3269683" cy="262344"/>
            </a:xfrm>
            <a:prstGeom prst="roundRect">
              <a:avLst>
                <a:gd name="adj" fmla="val 16667"/>
              </a:avLst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109651604" name="CasellaDiTesto 74"/>
          <p:cNvSpPr txBox="1"/>
          <p:nvPr/>
        </p:nvSpPr>
        <p:spPr bwMode="auto">
          <a:xfrm>
            <a:off x="9085878" y="184209"/>
            <a:ext cx="2083026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/>
              <a:t>Ciao, </a:t>
            </a:r>
            <a:r>
              <a:rPr lang="it-IT" b="1" i="1"/>
              <a:t>Luca Gasperini</a:t>
            </a:r>
            <a:endParaRPr/>
          </a:p>
        </p:txBody>
      </p:sp>
      <p:grpSp>
        <p:nvGrpSpPr>
          <p:cNvPr id="1249023618" name="Gruppo 97"/>
          <p:cNvGrpSpPr/>
          <p:nvPr/>
        </p:nvGrpSpPr>
        <p:grpSpPr bwMode="auto">
          <a:xfrm>
            <a:off x="11357834" y="221713"/>
            <a:ext cx="547191" cy="304938"/>
            <a:chOff x="11307901" y="248603"/>
            <a:chExt cx="547191" cy="304938"/>
          </a:xfrm>
        </p:grpSpPr>
        <p:sp>
          <p:nvSpPr>
            <p:cNvPr id="2048094098" name="Rettangolo con angoli arrotondati 91"/>
            <p:cNvSpPr/>
            <p:nvPr/>
          </p:nvSpPr>
          <p:spPr bwMode="auto">
            <a:xfrm>
              <a:off x="11307901" y="248603"/>
              <a:ext cx="547191" cy="304938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>
                <a:defRPr/>
              </a:pPr>
              <a:endParaRPr lang="it-IT"/>
            </a:p>
          </p:txBody>
        </p:sp>
        <p:grpSp>
          <p:nvGrpSpPr>
            <p:cNvPr id="1550654746" name="Gruppo 92"/>
            <p:cNvGrpSpPr/>
            <p:nvPr/>
          </p:nvGrpSpPr>
          <p:grpSpPr bwMode="auto">
            <a:xfrm>
              <a:off x="11366458" y="287692"/>
              <a:ext cx="436966" cy="226758"/>
              <a:chOff x="11370200" y="216945"/>
              <a:chExt cx="579868" cy="303861"/>
            </a:xfrm>
            <a:solidFill>
              <a:schemeClr val="bg1"/>
            </a:solidFill>
          </p:grpSpPr>
          <p:sp>
            <p:nvSpPr>
              <p:cNvPr id="359289673" name="Elemento grafico 76" descr="Accento circonflesso verso il basso con riempimento a tinta unita"/>
              <p:cNvSpPr/>
              <p:nvPr/>
            </p:nvSpPr>
            <p:spPr bwMode="auto">
              <a:xfrm>
                <a:off x="11737449" y="333085"/>
                <a:ext cx="212619" cy="122263"/>
              </a:xfrm>
              <a:custGeom>
                <a:avLst/>
                <a:gdLst>
                  <a:gd name="connsiteX0" fmla="*/ 106321 w 212620"/>
                  <a:gd name="connsiteY0" fmla="*/ 122264 h 122264"/>
                  <a:gd name="connsiteX1" fmla="*/ 0 w 212620"/>
                  <a:gd name="connsiteY1" fmla="*/ 15966 h 122264"/>
                  <a:gd name="connsiteX2" fmla="*/ 15962 w 212620"/>
                  <a:gd name="connsiteY2" fmla="*/ 0 h 122264"/>
                  <a:gd name="connsiteX3" fmla="*/ 106321 w 212620"/>
                  <a:gd name="connsiteY3" fmla="*/ 90341 h 122264"/>
                  <a:gd name="connsiteX4" fmla="*/ 196659 w 212620"/>
                  <a:gd name="connsiteY4" fmla="*/ 4 h 122264"/>
                  <a:gd name="connsiteX5" fmla="*/ 212620 w 212620"/>
                  <a:gd name="connsiteY5" fmla="*/ 15966 h 122264"/>
                  <a:gd name="connsiteX6" fmla="*/ 106321 w 212620"/>
                  <a:gd name="connsiteY6" fmla="*/ 122264 h 1222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2620" h="122264" fill="norm" stroke="1" extrusionOk="0">
                    <a:moveTo>
                      <a:pt x="106321" y="122264"/>
                    </a:moveTo>
                    <a:lnTo>
                      <a:pt x="0" y="15966"/>
                    </a:lnTo>
                    <a:lnTo>
                      <a:pt x="15962" y="0"/>
                    </a:lnTo>
                    <a:lnTo>
                      <a:pt x="106321" y="90341"/>
                    </a:lnTo>
                    <a:lnTo>
                      <a:pt x="196659" y="4"/>
                    </a:lnTo>
                    <a:lnTo>
                      <a:pt x="212620" y="15966"/>
                    </a:lnTo>
                    <a:lnTo>
                      <a:pt x="106321" y="122264"/>
                    </a:lnTo>
                    <a:close/>
                  </a:path>
                </a:pathLst>
              </a:custGeom>
              <a:grpFill/>
              <a:ln w="36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it-IT"/>
              </a:p>
            </p:txBody>
          </p:sp>
          <p:grpSp>
            <p:nvGrpSpPr>
              <p:cNvPr id="131089568" name="Elemento grafico 78" descr="Utente con riempimento a tinta unita"/>
              <p:cNvGrpSpPr/>
              <p:nvPr/>
            </p:nvGrpSpPr>
            <p:grpSpPr bwMode="auto">
              <a:xfrm>
                <a:off x="11370200" y="216945"/>
                <a:ext cx="285987" cy="303861"/>
                <a:chOff x="11370200" y="216945"/>
                <a:chExt cx="285987" cy="303861"/>
              </a:xfrm>
              <a:grpFill/>
            </p:grpSpPr>
            <p:sp>
              <p:nvSpPr>
                <p:cNvPr id="194213099" name="Figura a mano libera: forma 95"/>
                <p:cNvSpPr/>
                <p:nvPr/>
              </p:nvSpPr>
              <p:spPr bwMode="auto">
                <a:xfrm>
                  <a:off x="11441696" y="216945"/>
                  <a:ext cx="142993" cy="142993"/>
                </a:xfrm>
                <a:custGeom>
                  <a:avLst/>
                  <a:gdLst>
                    <a:gd name="connsiteX0" fmla="*/ 142994 w 142994"/>
                    <a:gd name="connsiteY0" fmla="*/ 71497 h 142994"/>
                    <a:gd name="connsiteX1" fmla="*/ 71497 w 142994"/>
                    <a:gd name="connsiteY1" fmla="*/ 142994 h 142994"/>
                    <a:gd name="connsiteX2" fmla="*/ 0 w 142994"/>
                    <a:gd name="connsiteY2" fmla="*/ 71497 h 142994"/>
                    <a:gd name="connsiteX3" fmla="*/ 71497 w 142994"/>
                    <a:gd name="connsiteY3" fmla="*/ 0 h 142994"/>
                    <a:gd name="connsiteX4" fmla="*/ 142994 w 142994"/>
                    <a:gd name="connsiteY4" fmla="*/ 71497 h 142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2994" h="142994" fill="norm" stroke="1" extrusionOk="0">
                      <a:moveTo>
                        <a:pt x="142994" y="71497"/>
                      </a:moveTo>
                      <a:cubicBezTo>
                        <a:pt x="142994" y="110984"/>
                        <a:pt x="110984" y="142994"/>
                        <a:pt x="71497" y="142994"/>
                      </a:cubicBezTo>
                      <a:cubicBezTo>
                        <a:pt x="32010" y="142994"/>
                        <a:pt x="0" y="110984"/>
                        <a:pt x="0" y="71497"/>
                      </a:cubicBezTo>
                      <a:cubicBezTo>
                        <a:pt x="0" y="32010"/>
                        <a:pt x="32010" y="0"/>
                        <a:pt x="71497" y="0"/>
                      </a:cubicBezTo>
                      <a:cubicBezTo>
                        <a:pt x="110984" y="0"/>
                        <a:pt x="142994" y="32010"/>
                        <a:pt x="142994" y="71497"/>
                      </a:cubicBezTo>
                      <a:close/>
                    </a:path>
                  </a:pathLst>
                </a:custGeom>
                <a:grpFill/>
                <a:ln w="44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it-IT"/>
                </a:p>
              </p:txBody>
            </p:sp>
            <p:sp>
              <p:nvSpPr>
                <p:cNvPr id="1802175771" name="Figura a mano libera: forma 96"/>
                <p:cNvSpPr/>
                <p:nvPr/>
              </p:nvSpPr>
              <p:spPr bwMode="auto">
                <a:xfrm>
                  <a:off x="11370200" y="377812"/>
                  <a:ext cx="285987" cy="142993"/>
                </a:xfrm>
                <a:custGeom>
                  <a:avLst/>
                  <a:gdLst>
                    <a:gd name="connsiteX0" fmla="*/ 285989 w 285988"/>
                    <a:gd name="connsiteY0" fmla="*/ 142994 h 142994"/>
                    <a:gd name="connsiteX1" fmla="*/ 285989 w 285988"/>
                    <a:gd name="connsiteY1" fmla="*/ 71497 h 142994"/>
                    <a:gd name="connsiteX2" fmla="*/ 271689 w 285988"/>
                    <a:gd name="connsiteY2" fmla="*/ 42898 h 142994"/>
                    <a:gd name="connsiteX3" fmla="*/ 201980 w 285988"/>
                    <a:gd name="connsiteY3" fmla="*/ 8937 h 142994"/>
                    <a:gd name="connsiteX4" fmla="*/ 142994 w 285988"/>
                    <a:gd name="connsiteY4" fmla="*/ 0 h 142994"/>
                    <a:gd name="connsiteX5" fmla="*/ 84009 w 285988"/>
                    <a:gd name="connsiteY5" fmla="*/ 8937 h 142994"/>
                    <a:gd name="connsiteX6" fmla="*/ 14299 w 285988"/>
                    <a:gd name="connsiteY6" fmla="*/ 42898 h 142994"/>
                    <a:gd name="connsiteX7" fmla="*/ 0 w 285988"/>
                    <a:gd name="connsiteY7" fmla="*/ 71497 h 142994"/>
                    <a:gd name="connsiteX8" fmla="*/ 0 w 285988"/>
                    <a:gd name="connsiteY8" fmla="*/ 142994 h 142994"/>
                    <a:gd name="connsiteX9" fmla="*/ 285989 w 285988"/>
                    <a:gd name="connsiteY9" fmla="*/ 142994 h 142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85988" h="142994" fill="norm" stroke="1" extrusionOk="0">
                      <a:moveTo>
                        <a:pt x="285989" y="142994"/>
                      </a:moveTo>
                      <a:lnTo>
                        <a:pt x="285989" y="71497"/>
                      </a:lnTo>
                      <a:cubicBezTo>
                        <a:pt x="285989" y="60773"/>
                        <a:pt x="280626" y="50048"/>
                        <a:pt x="271689" y="42898"/>
                      </a:cubicBezTo>
                      <a:cubicBezTo>
                        <a:pt x="252028" y="26811"/>
                        <a:pt x="227004" y="16087"/>
                        <a:pt x="201980" y="8937"/>
                      </a:cubicBezTo>
                      <a:cubicBezTo>
                        <a:pt x="184105" y="3575"/>
                        <a:pt x="164443" y="0"/>
                        <a:pt x="142994" y="0"/>
                      </a:cubicBezTo>
                      <a:cubicBezTo>
                        <a:pt x="123333" y="0"/>
                        <a:pt x="103671" y="3575"/>
                        <a:pt x="84009" y="8937"/>
                      </a:cubicBezTo>
                      <a:cubicBezTo>
                        <a:pt x="58985" y="16087"/>
                        <a:pt x="33961" y="28599"/>
                        <a:pt x="14299" y="42898"/>
                      </a:cubicBezTo>
                      <a:cubicBezTo>
                        <a:pt x="5362" y="50048"/>
                        <a:pt x="0" y="60773"/>
                        <a:pt x="0" y="71497"/>
                      </a:cubicBezTo>
                      <a:lnTo>
                        <a:pt x="0" y="142994"/>
                      </a:lnTo>
                      <a:lnTo>
                        <a:pt x="285989" y="142994"/>
                      </a:lnTo>
                      <a:close/>
                    </a:path>
                  </a:pathLst>
                </a:custGeom>
                <a:grpFill/>
                <a:ln w="44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it-IT"/>
                </a:p>
              </p:txBody>
            </p:sp>
          </p:grpSp>
        </p:grpSp>
      </p:grpSp>
      <p:grpSp>
        <p:nvGrpSpPr>
          <p:cNvPr id="1665026851" name="Gruppo 144"/>
          <p:cNvGrpSpPr/>
          <p:nvPr/>
        </p:nvGrpSpPr>
        <p:grpSpPr bwMode="auto">
          <a:xfrm>
            <a:off x="5306305" y="6229678"/>
            <a:ext cx="1579386" cy="369331"/>
            <a:chOff x="5278057" y="6199535"/>
            <a:chExt cx="1635882" cy="382542"/>
          </a:xfrm>
        </p:grpSpPr>
        <p:sp>
          <p:nvSpPr>
            <p:cNvPr id="1532912952" name="Rettangolo 79"/>
            <p:cNvSpPr/>
            <p:nvPr/>
          </p:nvSpPr>
          <p:spPr bwMode="auto">
            <a:xfrm>
              <a:off x="5278057" y="6199535"/>
              <a:ext cx="1635882" cy="3825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>
                <a:defRPr/>
              </a:pPr>
              <a:r>
                <a:rPr lang="it-IT" b="1"/>
                <a:t>Salva piatto</a:t>
              </a:r>
              <a:endParaRPr/>
            </a:p>
          </p:txBody>
        </p:sp>
        <p:sp>
          <p:nvSpPr>
            <p:cNvPr id="492260237" name="Figura a mano libera: forma 117"/>
            <p:cNvSpPr/>
            <p:nvPr/>
          </p:nvSpPr>
          <p:spPr bwMode="auto">
            <a:xfrm>
              <a:off x="6602186" y="6287787"/>
              <a:ext cx="246819" cy="188139"/>
            </a:xfrm>
            <a:custGeom>
              <a:avLst/>
              <a:gdLst>
                <a:gd name="connsiteX0" fmla="*/ 336099 w 336099"/>
                <a:gd name="connsiteY0" fmla="*/ 40815 h 256193"/>
                <a:gd name="connsiteX1" fmla="*/ 296094 w 336099"/>
                <a:gd name="connsiteY1" fmla="*/ 0 h 256193"/>
                <a:gd name="connsiteX2" fmla="*/ 116710 w 336099"/>
                <a:gd name="connsiteY2" fmla="*/ 175784 h 256193"/>
                <a:gd name="connsiteX3" fmla="*/ 40415 w 336099"/>
                <a:gd name="connsiteY3" fmla="*/ 99489 h 256193"/>
                <a:gd name="connsiteX4" fmla="*/ 0 w 336099"/>
                <a:gd name="connsiteY4" fmla="*/ 139894 h 256193"/>
                <a:gd name="connsiteX5" fmla="*/ 116300 w 336099"/>
                <a:gd name="connsiteY5" fmla="*/ 256194 h 256193"/>
                <a:gd name="connsiteX6" fmla="*/ 336099 w 336099"/>
                <a:gd name="connsiteY6" fmla="*/ 40815 h 256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6099" h="256193" fill="norm" stroke="1" extrusionOk="0">
                  <a:moveTo>
                    <a:pt x="336099" y="40815"/>
                  </a:moveTo>
                  <a:lnTo>
                    <a:pt x="296094" y="0"/>
                  </a:lnTo>
                  <a:lnTo>
                    <a:pt x="116710" y="175784"/>
                  </a:lnTo>
                  <a:lnTo>
                    <a:pt x="40415" y="99489"/>
                  </a:lnTo>
                  <a:lnTo>
                    <a:pt x="0" y="139894"/>
                  </a:lnTo>
                  <a:lnTo>
                    <a:pt x="116300" y="256194"/>
                  </a:lnTo>
                  <a:lnTo>
                    <a:pt x="336099" y="4081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it-IT"/>
            </a:p>
          </p:txBody>
        </p:sp>
      </p:grpSp>
      <p:grpSp>
        <p:nvGrpSpPr>
          <p:cNvPr id="1891790508" name="Gruppo 23"/>
          <p:cNvGrpSpPr/>
          <p:nvPr/>
        </p:nvGrpSpPr>
        <p:grpSpPr bwMode="auto">
          <a:xfrm>
            <a:off x="534611" y="3371594"/>
            <a:ext cx="3686986" cy="1754147"/>
            <a:chOff x="6686555" y="1228717"/>
            <a:chExt cx="3686986" cy="1754147"/>
          </a:xfrm>
        </p:grpSpPr>
        <p:sp>
          <p:nvSpPr>
            <p:cNvPr id="339045253" name="CasellaDiTesto 3"/>
            <p:cNvSpPr txBox="1"/>
            <p:nvPr/>
          </p:nvSpPr>
          <p:spPr bwMode="auto">
            <a:xfrm>
              <a:off x="6686555" y="1228717"/>
              <a:ext cx="3686986" cy="1754147"/>
            </a:xfrm>
            <a:custGeom>
              <a:avLst/>
              <a:gdLst>
                <a:gd name="connsiteX0" fmla="*/ 0 w 3686987"/>
                <a:gd name="connsiteY0" fmla="*/ 0 h 1754148"/>
                <a:gd name="connsiteX1" fmla="*/ 452973 w 3686987"/>
                <a:gd name="connsiteY1" fmla="*/ 0 h 1754148"/>
                <a:gd name="connsiteX2" fmla="*/ 979685 w 3686987"/>
                <a:gd name="connsiteY2" fmla="*/ 0 h 1754148"/>
                <a:gd name="connsiteX3" fmla="*/ 1506398 w 3686987"/>
                <a:gd name="connsiteY3" fmla="*/ 0 h 1754148"/>
                <a:gd name="connsiteX4" fmla="*/ 1996240 w 3686987"/>
                <a:gd name="connsiteY4" fmla="*/ 0 h 1754148"/>
                <a:gd name="connsiteX5" fmla="*/ 2522953 w 3686987"/>
                <a:gd name="connsiteY5" fmla="*/ 0 h 1754148"/>
                <a:gd name="connsiteX6" fmla="*/ 3086535 w 3686987"/>
                <a:gd name="connsiteY6" fmla="*/ 0 h 1754148"/>
                <a:gd name="connsiteX7" fmla="*/ 3686987 w 3686987"/>
                <a:gd name="connsiteY7" fmla="*/ 0 h 1754148"/>
                <a:gd name="connsiteX8" fmla="*/ 3686987 w 3686987"/>
                <a:gd name="connsiteY8" fmla="*/ 532092 h 1754148"/>
                <a:gd name="connsiteX9" fmla="*/ 3686987 w 3686987"/>
                <a:gd name="connsiteY9" fmla="*/ 1064183 h 1754148"/>
                <a:gd name="connsiteX10" fmla="*/ 3686987 w 3686987"/>
                <a:gd name="connsiteY10" fmla="*/ 1754148 h 1754148"/>
                <a:gd name="connsiteX11" fmla="*/ 3234014 w 3686987"/>
                <a:gd name="connsiteY11" fmla="*/ 1754148 h 1754148"/>
                <a:gd name="connsiteX12" fmla="*/ 2670432 w 3686987"/>
                <a:gd name="connsiteY12" fmla="*/ 1754148 h 1754148"/>
                <a:gd name="connsiteX13" fmla="*/ 2180589 w 3686987"/>
                <a:gd name="connsiteY13" fmla="*/ 1754148 h 1754148"/>
                <a:gd name="connsiteX14" fmla="*/ 1727617 w 3686987"/>
                <a:gd name="connsiteY14" fmla="*/ 1754148 h 1754148"/>
                <a:gd name="connsiteX15" fmla="*/ 1274644 w 3686987"/>
                <a:gd name="connsiteY15" fmla="*/ 1754148 h 1754148"/>
                <a:gd name="connsiteX16" fmla="*/ 711062 w 3686987"/>
                <a:gd name="connsiteY16" fmla="*/ 1754148 h 1754148"/>
                <a:gd name="connsiteX17" fmla="*/ 0 w 3686987"/>
                <a:gd name="connsiteY17" fmla="*/ 1754148 h 1754148"/>
                <a:gd name="connsiteX18" fmla="*/ 0 w 3686987"/>
                <a:gd name="connsiteY18" fmla="*/ 1204515 h 1754148"/>
                <a:gd name="connsiteX19" fmla="*/ 0 w 3686987"/>
                <a:gd name="connsiteY19" fmla="*/ 637340 h 1754148"/>
                <a:gd name="connsiteX20" fmla="*/ 0 w 3686987"/>
                <a:gd name="connsiteY20" fmla="*/ 0 h 1754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86987" h="1754148" fill="none" stroke="1" extrusionOk="0">
                  <a:moveTo>
                    <a:pt x="0" y="0"/>
                  </a:moveTo>
                  <a:cubicBezTo>
                    <a:pt x="129934" y="-43702"/>
                    <a:pt x="286924" y="9096"/>
                    <a:pt x="452973" y="0"/>
                  </a:cubicBezTo>
                  <a:cubicBezTo>
                    <a:pt x="619022" y="-9096"/>
                    <a:pt x="740879" y="21527"/>
                    <a:pt x="979685" y="0"/>
                  </a:cubicBezTo>
                  <a:cubicBezTo>
                    <a:pt x="1218491" y="-21527"/>
                    <a:pt x="1246574" y="41589"/>
                    <a:pt x="1506398" y="0"/>
                  </a:cubicBezTo>
                  <a:cubicBezTo>
                    <a:pt x="1766222" y="-41589"/>
                    <a:pt x="1807060" y="19017"/>
                    <a:pt x="1996240" y="0"/>
                  </a:cubicBezTo>
                  <a:cubicBezTo>
                    <a:pt x="2185420" y="-19017"/>
                    <a:pt x="2321121" y="28337"/>
                    <a:pt x="2522953" y="0"/>
                  </a:cubicBezTo>
                  <a:cubicBezTo>
                    <a:pt x="2724785" y="-28337"/>
                    <a:pt x="2857727" y="1235"/>
                    <a:pt x="3086535" y="0"/>
                  </a:cubicBezTo>
                  <a:cubicBezTo>
                    <a:pt x="3315343" y="-1235"/>
                    <a:pt x="3469423" y="61880"/>
                    <a:pt x="3686987" y="0"/>
                  </a:cubicBezTo>
                  <a:cubicBezTo>
                    <a:pt x="3746168" y="248166"/>
                    <a:pt x="3650318" y="351662"/>
                    <a:pt x="3686987" y="532092"/>
                  </a:cubicBezTo>
                  <a:cubicBezTo>
                    <a:pt x="3723656" y="712522"/>
                    <a:pt x="3666451" y="840838"/>
                    <a:pt x="3686987" y="1064183"/>
                  </a:cubicBezTo>
                  <a:cubicBezTo>
                    <a:pt x="3707523" y="1287528"/>
                    <a:pt x="3607977" y="1457305"/>
                    <a:pt x="3686987" y="1754148"/>
                  </a:cubicBezTo>
                  <a:cubicBezTo>
                    <a:pt x="3471077" y="1800156"/>
                    <a:pt x="3448594" y="1736836"/>
                    <a:pt x="3234014" y="1754148"/>
                  </a:cubicBezTo>
                  <a:cubicBezTo>
                    <a:pt x="3019434" y="1771460"/>
                    <a:pt x="2787630" y="1733171"/>
                    <a:pt x="2670432" y="1754148"/>
                  </a:cubicBezTo>
                  <a:cubicBezTo>
                    <a:pt x="2553234" y="1775125"/>
                    <a:pt x="2422499" y="1709984"/>
                    <a:pt x="2180589" y="1754148"/>
                  </a:cubicBezTo>
                  <a:cubicBezTo>
                    <a:pt x="1938679" y="1798312"/>
                    <a:pt x="1944906" y="1747137"/>
                    <a:pt x="1727617" y="1754148"/>
                  </a:cubicBezTo>
                  <a:cubicBezTo>
                    <a:pt x="1510328" y="1761159"/>
                    <a:pt x="1394936" y="1748683"/>
                    <a:pt x="1274644" y="1754148"/>
                  </a:cubicBezTo>
                  <a:cubicBezTo>
                    <a:pt x="1154352" y="1759613"/>
                    <a:pt x="846465" y="1687997"/>
                    <a:pt x="711062" y="1754148"/>
                  </a:cubicBezTo>
                  <a:cubicBezTo>
                    <a:pt x="575659" y="1820299"/>
                    <a:pt x="325161" y="1745013"/>
                    <a:pt x="0" y="1754148"/>
                  </a:cubicBezTo>
                  <a:cubicBezTo>
                    <a:pt x="-32283" y="1489626"/>
                    <a:pt x="52974" y="1415188"/>
                    <a:pt x="0" y="1204515"/>
                  </a:cubicBezTo>
                  <a:cubicBezTo>
                    <a:pt x="-52974" y="993842"/>
                    <a:pt x="27051" y="819127"/>
                    <a:pt x="0" y="637340"/>
                  </a:cubicBezTo>
                  <a:cubicBezTo>
                    <a:pt x="-27051" y="455553"/>
                    <a:pt x="21282" y="254298"/>
                    <a:pt x="0" y="0"/>
                  </a:cubicBezTo>
                  <a:close/>
                </a:path>
                <a:path w="3686987" h="1754148" fill="norm" stroke="0" extrusionOk="0">
                  <a:moveTo>
                    <a:pt x="0" y="0"/>
                  </a:moveTo>
                  <a:cubicBezTo>
                    <a:pt x="152296" y="-692"/>
                    <a:pt x="332954" y="5869"/>
                    <a:pt x="489843" y="0"/>
                  </a:cubicBezTo>
                  <a:cubicBezTo>
                    <a:pt x="646732" y="-5869"/>
                    <a:pt x="767879" y="20724"/>
                    <a:pt x="1016555" y="0"/>
                  </a:cubicBezTo>
                  <a:cubicBezTo>
                    <a:pt x="1265231" y="-20724"/>
                    <a:pt x="1287666" y="28693"/>
                    <a:pt x="1543267" y="0"/>
                  </a:cubicBezTo>
                  <a:cubicBezTo>
                    <a:pt x="1798868" y="-28693"/>
                    <a:pt x="1793946" y="1083"/>
                    <a:pt x="1959370" y="0"/>
                  </a:cubicBezTo>
                  <a:cubicBezTo>
                    <a:pt x="2124794" y="-1083"/>
                    <a:pt x="2228765" y="57811"/>
                    <a:pt x="2486083" y="0"/>
                  </a:cubicBezTo>
                  <a:cubicBezTo>
                    <a:pt x="2743401" y="-57811"/>
                    <a:pt x="2959520" y="69337"/>
                    <a:pt x="3086535" y="0"/>
                  </a:cubicBezTo>
                  <a:cubicBezTo>
                    <a:pt x="3213550" y="-69337"/>
                    <a:pt x="3551423" y="71545"/>
                    <a:pt x="3686987" y="0"/>
                  </a:cubicBezTo>
                  <a:cubicBezTo>
                    <a:pt x="3742723" y="286966"/>
                    <a:pt x="3686180" y="368708"/>
                    <a:pt x="3686987" y="584716"/>
                  </a:cubicBezTo>
                  <a:cubicBezTo>
                    <a:pt x="3687794" y="800724"/>
                    <a:pt x="3656751" y="923442"/>
                    <a:pt x="3686987" y="1169432"/>
                  </a:cubicBezTo>
                  <a:cubicBezTo>
                    <a:pt x="3717223" y="1415422"/>
                    <a:pt x="3669684" y="1601925"/>
                    <a:pt x="3686987" y="1754148"/>
                  </a:cubicBezTo>
                  <a:cubicBezTo>
                    <a:pt x="3549815" y="1762940"/>
                    <a:pt x="3472153" y="1738774"/>
                    <a:pt x="3270884" y="1754148"/>
                  </a:cubicBezTo>
                  <a:cubicBezTo>
                    <a:pt x="3069615" y="1769522"/>
                    <a:pt x="2828117" y="1724844"/>
                    <a:pt x="2670432" y="1754148"/>
                  </a:cubicBezTo>
                  <a:cubicBezTo>
                    <a:pt x="2512747" y="1783452"/>
                    <a:pt x="2311793" y="1702707"/>
                    <a:pt x="2217459" y="1754148"/>
                  </a:cubicBezTo>
                  <a:cubicBezTo>
                    <a:pt x="2123125" y="1805589"/>
                    <a:pt x="1956863" y="1724861"/>
                    <a:pt x="1764487" y="1754148"/>
                  </a:cubicBezTo>
                  <a:cubicBezTo>
                    <a:pt x="1572111" y="1783435"/>
                    <a:pt x="1433755" y="1714338"/>
                    <a:pt x="1311514" y="1754148"/>
                  </a:cubicBezTo>
                  <a:cubicBezTo>
                    <a:pt x="1189273" y="1793958"/>
                    <a:pt x="1008380" y="1712792"/>
                    <a:pt x="784802" y="1754148"/>
                  </a:cubicBezTo>
                  <a:cubicBezTo>
                    <a:pt x="561224" y="1795504"/>
                    <a:pt x="176838" y="1744808"/>
                    <a:pt x="0" y="1754148"/>
                  </a:cubicBezTo>
                  <a:cubicBezTo>
                    <a:pt x="-36299" y="1559233"/>
                    <a:pt x="5385" y="1370594"/>
                    <a:pt x="0" y="1169432"/>
                  </a:cubicBezTo>
                  <a:cubicBezTo>
                    <a:pt x="-5385" y="968270"/>
                    <a:pt x="26800" y="850003"/>
                    <a:pt x="0" y="584716"/>
                  </a:cubicBezTo>
                  <a:cubicBezTo>
                    <a:pt x="-26800" y="319429"/>
                    <a:pt x="29227" y="225033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pPr>
                <a:defRPr/>
              </a:pPr>
              <a:r>
                <a:rPr lang="it-IT" sz="1400" b="1">
                  <a:solidFill>
                    <a:schemeClr val="bg1"/>
                  </a:solidFill>
                </a:rPr>
                <a:t>Descrizione</a:t>
              </a:r>
              <a:endParaRPr/>
            </a:p>
          </p:txBody>
        </p:sp>
        <p:sp>
          <p:nvSpPr>
            <p:cNvPr id="1558612882" name="Rettangolo con angoli arrotondati 5"/>
            <p:cNvSpPr/>
            <p:nvPr/>
          </p:nvSpPr>
          <p:spPr bwMode="auto">
            <a:xfrm>
              <a:off x="6834497" y="1526490"/>
              <a:ext cx="3477307" cy="1152916"/>
            </a:xfrm>
            <a:prstGeom prst="roundRect">
              <a:avLst>
                <a:gd name="adj" fmla="val 16667"/>
              </a:avLst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997668919" name="CasellaDiTesto 40"/>
          <p:cNvSpPr txBox="1"/>
          <p:nvPr/>
        </p:nvSpPr>
        <p:spPr bwMode="auto">
          <a:xfrm flipH="0" flipV="0">
            <a:off x="534613" y="5199725"/>
            <a:ext cx="3686986" cy="587249"/>
          </a:xfrm>
          <a:custGeom>
            <a:avLst/>
            <a:gdLst>
              <a:gd name="connsiteX0" fmla="*/ 0 w 3686987"/>
              <a:gd name="connsiteY0" fmla="*/ 0 h 1861664"/>
              <a:gd name="connsiteX1" fmla="*/ 452973 w 3686987"/>
              <a:gd name="connsiteY1" fmla="*/ 0 h 1861664"/>
              <a:gd name="connsiteX2" fmla="*/ 942815 w 3686987"/>
              <a:gd name="connsiteY2" fmla="*/ 0 h 1861664"/>
              <a:gd name="connsiteX3" fmla="*/ 1469528 w 3686987"/>
              <a:gd name="connsiteY3" fmla="*/ 0 h 1861664"/>
              <a:gd name="connsiteX4" fmla="*/ 2033110 w 3686987"/>
              <a:gd name="connsiteY4" fmla="*/ 0 h 1861664"/>
              <a:gd name="connsiteX5" fmla="*/ 2449213 w 3686987"/>
              <a:gd name="connsiteY5" fmla="*/ 0 h 1861664"/>
              <a:gd name="connsiteX6" fmla="*/ 2865316 w 3686987"/>
              <a:gd name="connsiteY6" fmla="*/ 0 h 1861664"/>
              <a:gd name="connsiteX7" fmla="*/ 3686987 w 3686987"/>
              <a:gd name="connsiteY7" fmla="*/ 0 h 1861664"/>
              <a:gd name="connsiteX8" fmla="*/ 3686987 w 3686987"/>
              <a:gd name="connsiteY8" fmla="*/ 409566 h 1861664"/>
              <a:gd name="connsiteX9" fmla="*/ 3686987 w 3686987"/>
              <a:gd name="connsiteY9" fmla="*/ 837749 h 1861664"/>
              <a:gd name="connsiteX10" fmla="*/ 3686987 w 3686987"/>
              <a:gd name="connsiteY10" fmla="*/ 1284548 h 1861664"/>
              <a:gd name="connsiteX11" fmla="*/ 3686987 w 3686987"/>
              <a:gd name="connsiteY11" fmla="*/ 1861664 h 1861664"/>
              <a:gd name="connsiteX12" fmla="*/ 3234014 w 3686987"/>
              <a:gd name="connsiteY12" fmla="*/ 1861664 h 1861664"/>
              <a:gd name="connsiteX13" fmla="*/ 2781042 w 3686987"/>
              <a:gd name="connsiteY13" fmla="*/ 1861664 h 1861664"/>
              <a:gd name="connsiteX14" fmla="*/ 2217459 w 3686987"/>
              <a:gd name="connsiteY14" fmla="*/ 1861664 h 1861664"/>
              <a:gd name="connsiteX15" fmla="*/ 1653877 w 3686987"/>
              <a:gd name="connsiteY15" fmla="*/ 1861664 h 1861664"/>
              <a:gd name="connsiteX16" fmla="*/ 1200904 w 3686987"/>
              <a:gd name="connsiteY16" fmla="*/ 1861664 h 1861664"/>
              <a:gd name="connsiteX17" fmla="*/ 711062 w 3686987"/>
              <a:gd name="connsiteY17" fmla="*/ 1861664 h 1861664"/>
              <a:gd name="connsiteX18" fmla="*/ 0 w 3686987"/>
              <a:gd name="connsiteY18" fmla="*/ 1861664 h 1861664"/>
              <a:gd name="connsiteX19" fmla="*/ 0 w 3686987"/>
              <a:gd name="connsiteY19" fmla="*/ 1359015 h 1861664"/>
              <a:gd name="connsiteX20" fmla="*/ 0 w 3686987"/>
              <a:gd name="connsiteY20" fmla="*/ 893599 h 1861664"/>
              <a:gd name="connsiteX21" fmla="*/ 0 w 3686987"/>
              <a:gd name="connsiteY21" fmla="*/ 484033 h 1861664"/>
              <a:gd name="connsiteX22" fmla="*/ 0 w 3686987"/>
              <a:gd name="connsiteY22" fmla="*/ 0 h 1861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686987" h="1861664" fill="none" stroke="1" extrusionOk="0">
                <a:moveTo>
                  <a:pt x="0" y="0"/>
                </a:moveTo>
                <a:cubicBezTo>
                  <a:pt x="124882" y="-33618"/>
                  <a:pt x="301111" y="44737"/>
                  <a:pt x="452973" y="0"/>
                </a:cubicBezTo>
                <a:cubicBezTo>
                  <a:pt x="604835" y="-44737"/>
                  <a:pt x="753635" y="19017"/>
                  <a:pt x="942815" y="0"/>
                </a:cubicBezTo>
                <a:cubicBezTo>
                  <a:pt x="1131995" y="-19017"/>
                  <a:pt x="1267696" y="28337"/>
                  <a:pt x="1469528" y="0"/>
                </a:cubicBezTo>
                <a:cubicBezTo>
                  <a:pt x="1671360" y="-28337"/>
                  <a:pt x="1804302" y="1235"/>
                  <a:pt x="2033110" y="0"/>
                </a:cubicBezTo>
                <a:cubicBezTo>
                  <a:pt x="2261918" y="-1235"/>
                  <a:pt x="2288696" y="42015"/>
                  <a:pt x="2449213" y="0"/>
                </a:cubicBezTo>
                <a:cubicBezTo>
                  <a:pt x="2609730" y="-42015"/>
                  <a:pt x="2764105" y="15917"/>
                  <a:pt x="2865316" y="0"/>
                </a:cubicBezTo>
                <a:cubicBezTo>
                  <a:pt x="2966527" y="-15917"/>
                  <a:pt x="3373033" y="622"/>
                  <a:pt x="3686987" y="0"/>
                </a:cubicBezTo>
                <a:cubicBezTo>
                  <a:pt x="3717474" y="121686"/>
                  <a:pt x="3656586" y="307913"/>
                  <a:pt x="3686987" y="409566"/>
                </a:cubicBezTo>
                <a:cubicBezTo>
                  <a:pt x="3717388" y="511219"/>
                  <a:pt x="3652326" y="697421"/>
                  <a:pt x="3686987" y="837749"/>
                </a:cubicBezTo>
                <a:cubicBezTo>
                  <a:pt x="3721648" y="978077"/>
                  <a:pt x="3636732" y="1182396"/>
                  <a:pt x="3686987" y="1284548"/>
                </a:cubicBezTo>
                <a:cubicBezTo>
                  <a:pt x="3737242" y="1386700"/>
                  <a:pt x="3681295" y="1710091"/>
                  <a:pt x="3686987" y="1861664"/>
                </a:cubicBezTo>
                <a:cubicBezTo>
                  <a:pt x="3474786" y="1876587"/>
                  <a:pt x="3456356" y="1859253"/>
                  <a:pt x="3234014" y="1861664"/>
                </a:cubicBezTo>
                <a:cubicBezTo>
                  <a:pt x="3011672" y="1864075"/>
                  <a:pt x="2899754" y="1852177"/>
                  <a:pt x="2781042" y="1861664"/>
                </a:cubicBezTo>
                <a:cubicBezTo>
                  <a:pt x="2662330" y="1871151"/>
                  <a:pt x="2359930" y="1798148"/>
                  <a:pt x="2217459" y="1861664"/>
                </a:cubicBezTo>
                <a:cubicBezTo>
                  <a:pt x="2074988" y="1925180"/>
                  <a:pt x="1814277" y="1856769"/>
                  <a:pt x="1653877" y="1861664"/>
                </a:cubicBezTo>
                <a:cubicBezTo>
                  <a:pt x="1493477" y="1866559"/>
                  <a:pt x="1390264" y="1861048"/>
                  <a:pt x="1200904" y="1861664"/>
                </a:cubicBezTo>
                <a:cubicBezTo>
                  <a:pt x="1011544" y="1862280"/>
                  <a:pt x="896329" y="1839178"/>
                  <a:pt x="711062" y="1861664"/>
                </a:cubicBezTo>
                <a:cubicBezTo>
                  <a:pt x="525795" y="1884150"/>
                  <a:pt x="260213" y="1780405"/>
                  <a:pt x="0" y="1861664"/>
                </a:cubicBezTo>
                <a:cubicBezTo>
                  <a:pt x="-17140" y="1705143"/>
                  <a:pt x="54146" y="1602233"/>
                  <a:pt x="0" y="1359015"/>
                </a:cubicBezTo>
                <a:cubicBezTo>
                  <a:pt x="-54146" y="1115797"/>
                  <a:pt x="48865" y="999127"/>
                  <a:pt x="0" y="893599"/>
                </a:cubicBezTo>
                <a:cubicBezTo>
                  <a:pt x="-48865" y="788071"/>
                  <a:pt x="36330" y="605323"/>
                  <a:pt x="0" y="484033"/>
                </a:cubicBezTo>
                <a:cubicBezTo>
                  <a:pt x="-36330" y="362743"/>
                  <a:pt x="35957" y="162900"/>
                  <a:pt x="0" y="0"/>
                </a:cubicBezTo>
                <a:close/>
              </a:path>
              <a:path w="3686987" h="1861664" fill="norm" stroke="0" extrusionOk="0">
                <a:moveTo>
                  <a:pt x="0" y="0"/>
                </a:moveTo>
                <a:cubicBezTo>
                  <a:pt x="152296" y="-692"/>
                  <a:pt x="332954" y="5869"/>
                  <a:pt x="489843" y="0"/>
                </a:cubicBezTo>
                <a:cubicBezTo>
                  <a:pt x="646732" y="-5869"/>
                  <a:pt x="767879" y="20724"/>
                  <a:pt x="1016555" y="0"/>
                </a:cubicBezTo>
                <a:cubicBezTo>
                  <a:pt x="1265231" y="-20724"/>
                  <a:pt x="1287666" y="28693"/>
                  <a:pt x="1543267" y="0"/>
                </a:cubicBezTo>
                <a:cubicBezTo>
                  <a:pt x="1798868" y="-28693"/>
                  <a:pt x="1793946" y="1083"/>
                  <a:pt x="1959370" y="0"/>
                </a:cubicBezTo>
                <a:cubicBezTo>
                  <a:pt x="2124794" y="-1083"/>
                  <a:pt x="2228765" y="57811"/>
                  <a:pt x="2486083" y="0"/>
                </a:cubicBezTo>
                <a:cubicBezTo>
                  <a:pt x="2743401" y="-57811"/>
                  <a:pt x="2959520" y="69337"/>
                  <a:pt x="3086535" y="0"/>
                </a:cubicBezTo>
                <a:cubicBezTo>
                  <a:pt x="3213550" y="-69337"/>
                  <a:pt x="3551423" y="71545"/>
                  <a:pt x="3686987" y="0"/>
                </a:cubicBezTo>
                <a:cubicBezTo>
                  <a:pt x="3724680" y="199738"/>
                  <a:pt x="3683091" y="315379"/>
                  <a:pt x="3686987" y="465416"/>
                </a:cubicBezTo>
                <a:cubicBezTo>
                  <a:pt x="3690883" y="615453"/>
                  <a:pt x="3637222" y="813433"/>
                  <a:pt x="3686987" y="930832"/>
                </a:cubicBezTo>
                <a:cubicBezTo>
                  <a:pt x="3736752" y="1048231"/>
                  <a:pt x="3637575" y="1242298"/>
                  <a:pt x="3686987" y="1396248"/>
                </a:cubicBezTo>
                <a:cubicBezTo>
                  <a:pt x="3736399" y="1550198"/>
                  <a:pt x="3680098" y="1688107"/>
                  <a:pt x="3686987" y="1861664"/>
                </a:cubicBezTo>
                <a:cubicBezTo>
                  <a:pt x="3586317" y="1876876"/>
                  <a:pt x="3420479" y="1850487"/>
                  <a:pt x="3270884" y="1861664"/>
                </a:cubicBezTo>
                <a:cubicBezTo>
                  <a:pt x="3121289" y="1872841"/>
                  <a:pt x="2912245" y="1810223"/>
                  <a:pt x="2817911" y="1861664"/>
                </a:cubicBezTo>
                <a:cubicBezTo>
                  <a:pt x="2723577" y="1913105"/>
                  <a:pt x="2557315" y="1832377"/>
                  <a:pt x="2364939" y="1861664"/>
                </a:cubicBezTo>
                <a:cubicBezTo>
                  <a:pt x="2172563" y="1890951"/>
                  <a:pt x="2034207" y="1821854"/>
                  <a:pt x="1911966" y="1861664"/>
                </a:cubicBezTo>
                <a:cubicBezTo>
                  <a:pt x="1789725" y="1901474"/>
                  <a:pt x="1608832" y="1820308"/>
                  <a:pt x="1385254" y="1861664"/>
                </a:cubicBezTo>
                <a:cubicBezTo>
                  <a:pt x="1161676" y="1903020"/>
                  <a:pt x="1010616" y="1804196"/>
                  <a:pt x="858541" y="1861664"/>
                </a:cubicBezTo>
                <a:cubicBezTo>
                  <a:pt x="706466" y="1919132"/>
                  <a:pt x="351619" y="1799034"/>
                  <a:pt x="0" y="1861664"/>
                </a:cubicBezTo>
                <a:cubicBezTo>
                  <a:pt x="-11432" y="1620778"/>
                  <a:pt x="52838" y="1553047"/>
                  <a:pt x="0" y="1377631"/>
                </a:cubicBezTo>
                <a:cubicBezTo>
                  <a:pt x="-52838" y="1202215"/>
                  <a:pt x="36353" y="1085450"/>
                  <a:pt x="0" y="949449"/>
                </a:cubicBezTo>
                <a:cubicBezTo>
                  <a:pt x="-36353" y="813448"/>
                  <a:pt x="4914" y="616546"/>
                  <a:pt x="0" y="521266"/>
                </a:cubicBezTo>
                <a:cubicBezTo>
                  <a:pt x="-4914" y="425986"/>
                  <a:pt x="23622" y="25614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square" rtlCol="0">
            <a:normAutofit/>
          </a:bodyPr>
          <a:lstStyle/>
          <a:p>
            <a:pPr>
              <a:defRPr/>
            </a:pPr>
            <a:r>
              <a:rPr lang="it-IT" sz="1400" b="1">
                <a:solidFill>
                  <a:schemeClr val="bg1"/>
                </a:solidFill>
              </a:rPr>
              <a:t>Categoria</a:t>
            </a:r>
            <a:endParaRPr/>
          </a:p>
        </p:txBody>
      </p:sp>
      <p:grpSp>
        <p:nvGrpSpPr>
          <p:cNvPr id="1543832074" name="Gruppo 19"/>
          <p:cNvGrpSpPr/>
          <p:nvPr/>
        </p:nvGrpSpPr>
        <p:grpSpPr bwMode="auto">
          <a:xfrm>
            <a:off x="4382764" y="2554088"/>
            <a:ext cx="3686986" cy="3245073"/>
            <a:chOff x="0" y="0"/>
            <a:chExt cx="3686986" cy="3245073"/>
          </a:xfrm>
        </p:grpSpPr>
        <p:sp>
          <p:nvSpPr>
            <p:cNvPr id="1919294290" name="CasellaDiTesto 39"/>
            <p:cNvSpPr txBox="1"/>
            <p:nvPr/>
          </p:nvSpPr>
          <p:spPr bwMode="auto">
            <a:xfrm>
              <a:off x="0" y="0"/>
              <a:ext cx="3686986" cy="3245073"/>
            </a:xfrm>
            <a:custGeom>
              <a:avLst/>
              <a:gdLst>
                <a:gd name="connsiteX0" fmla="*/ 0 w 3686987"/>
                <a:gd name="connsiteY0" fmla="*/ 0 h 3245074"/>
                <a:gd name="connsiteX1" fmla="*/ 526712 w 3686987"/>
                <a:gd name="connsiteY1" fmla="*/ 0 h 3245074"/>
                <a:gd name="connsiteX2" fmla="*/ 942815 w 3686987"/>
                <a:gd name="connsiteY2" fmla="*/ 0 h 3245074"/>
                <a:gd name="connsiteX3" fmla="*/ 1543267 w 3686987"/>
                <a:gd name="connsiteY3" fmla="*/ 0 h 3245074"/>
                <a:gd name="connsiteX4" fmla="*/ 1959370 w 3686987"/>
                <a:gd name="connsiteY4" fmla="*/ 0 h 3245074"/>
                <a:gd name="connsiteX5" fmla="*/ 2449213 w 3686987"/>
                <a:gd name="connsiteY5" fmla="*/ 0 h 3245074"/>
                <a:gd name="connsiteX6" fmla="*/ 2975925 w 3686987"/>
                <a:gd name="connsiteY6" fmla="*/ 0 h 3245074"/>
                <a:gd name="connsiteX7" fmla="*/ 3686987 w 3686987"/>
                <a:gd name="connsiteY7" fmla="*/ 0 h 3245074"/>
                <a:gd name="connsiteX8" fmla="*/ 3686987 w 3686987"/>
                <a:gd name="connsiteY8" fmla="*/ 508395 h 3245074"/>
                <a:gd name="connsiteX9" fmla="*/ 3686987 w 3686987"/>
                <a:gd name="connsiteY9" fmla="*/ 1081691 h 3245074"/>
                <a:gd name="connsiteX10" fmla="*/ 3686987 w 3686987"/>
                <a:gd name="connsiteY10" fmla="*/ 1654988 h 3245074"/>
                <a:gd name="connsiteX11" fmla="*/ 3686987 w 3686987"/>
                <a:gd name="connsiteY11" fmla="*/ 2130932 h 3245074"/>
                <a:gd name="connsiteX12" fmla="*/ 3686987 w 3686987"/>
                <a:gd name="connsiteY12" fmla="*/ 2606876 h 3245074"/>
                <a:gd name="connsiteX13" fmla="*/ 3686987 w 3686987"/>
                <a:gd name="connsiteY13" fmla="*/ 3245074 h 3245074"/>
                <a:gd name="connsiteX14" fmla="*/ 3123405 w 3686987"/>
                <a:gd name="connsiteY14" fmla="*/ 3245074 h 3245074"/>
                <a:gd name="connsiteX15" fmla="*/ 2522953 w 3686987"/>
                <a:gd name="connsiteY15" fmla="*/ 3245074 h 3245074"/>
                <a:gd name="connsiteX16" fmla="*/ 1959370 w 3686987"/>
                <a:gd name="connsiteY16" fmla="*/ 3245074 h 3245074"/>
                <a:gd name="connsiteX17" fmla="*/ 1469528 w 3686987"/>
                <a:gd name="connsiteY17" fmla="*/ 3245074 h 3245074"/>
                <a:gd name="connsiteX18" fmla="*/ 979685 w 3686987"/>
                <a:gd name="connsiteY18" fmla="*/ 3245074 h 3245074"/>
                <a:gd name="connsiteX19" fmla="*/ 0 w 3686987"/>
                <a:gd name="connsiteY19" fmla="*/ 3245074 h 3245074"/>
                <a:gd name="connsiteX20" fmla="*/ 0 w 3686987"/>
                <a:gd name="connsiteY20" fmla="*/ 2639327 h 3245074"/>
                <a:gd name="connsiteX21" fmla="*/ 0 w 3686987"/>
                <a:gd name="connsiteY21" fmla="*/ 2130932 h 3245074"/>
                <a:gd name="connsiteX22" fmla="*/ 0 w 3686987"/>
                <a:gd name="connsiteY22" fmla="*/ 1525185 h 3245074"/>
                <a:gd name="connsiteX23" fmla="*/ 0 w 3686987"/>
                <a:gd name="connsiteY23" fmla="*/ 1016790 h 3245074"/>
                <a:gd name="connsiteX24" fmla="*/ 0 w 3686987"/>
                <a:gd name="connsiteY24" fmla="*/ 540846 h 3245074"/>
                <a:gd name="connsiteX25" fmla="*/ 0 w 3686987"/>
                <a:gd name="connsiteY25" fmla="*/ 0 h 3245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686987" h="3245074" fill="none" stroke="1" extrusionOk="0">
                  <a:moveTo>
                    <a:pt x="0" y="0"/>
                  </a:moveTo>
                  <a:cubicBezTo>
                    <a:pt x="112289" y="-20948"/>
                    <a:pt x="364223" y="57965"/>
                    <a:pt x="526712" y="0"/>
                  </a:cubicBezTo>
                  <a:cubicBezTo>
                    <a:pt x="689201" y="-57965"/>
                    <a:pt x="841604" y="15917"/>
                    <a:pt x="942815" y="0"/>
                  </a:cubicBezTo>
                  <a:cubicBezTo>
                    <a:pt x="1044026" y="-15917"/>
                    <a:pt x="1402346" y="18993"/>
                    <a:pt x="1543267" y="0"/>
                  </a:cubicBezTo>
                  <a:cubicBezTo>
                    <a:pt x="1684188" y="-18993"/>
                    <a:pt x="1773745" y="12259"/>
                    <a:pt x="1959370" y="0"/>
                  </a:cubicBezTo>
                  <a:cubicBezTo>
                    <a:pt x="2144995" y="-12259"/>
                    <a:pt x="2292178" y="50293"/>
                    <a:pt x="2449213" y="0"/>
                  </a:cubicBezTo>
                  <a:cubicBezTo>
                    <a:pt x="2606248" y="-50293"/>
                    <a:pt x="2860442" y="29996"/>
                    <a:pt x="2975925" y="0"/>
                  </a:cubicBezTo>
                  <a:cubicBezTo>
                    <a:pt x="3091408" y="-29996"/>
                    <a:pt x="3441445" y="1779"/>
                    <a:pt x="3686987" y="0"/>
                  </a:cubicBezTo>
                  <a:cubicBezTo>
                    <a:pt x="3728225" y="209158"/>
                    <a:pt x="3677660" y="267845"/>
                    <a:pt x="3686987" y="508395"/>
                  </a:cubicBezTo>
                  <a:cubicBezTo>
                    <a:pt x="3696314" y="748945"/>
                    <a:pt x="3659638" y="807628"/>
                    <a:pt x="3686987" y="1081691"/>
                  </a:cubicBezTo>
                  <a:cubicBezTo>
                    <a:pt x="3714336" y="1355754"/>
                    <a:pt x="3656689" y="1412557"/>
                    <a:pt x="3686987" y="1654988"/>
                  </a:cubicBezTo>
                  <a:cubicBezTo>
                    <a:pt x="3717285" y="1897419"/>
                    <a:pt x="3660942" y="1959352"/>
                    <a:pt x="3686987" y="2130932"/>
                  </a:cubicBezTo>
                  <a:cubicBezTo>
                    <a:pt x="3713032" y="2302512"/>
                    <a:pt x="3669954" y="2484500"/>
                    <a:pt x="3686987" y="2606876"/>
                  </a:cubicBezTo>
                  <a:cubicBezTo>
                    <a:pt x="3704020" y="2729252"/>
                    <a:pt x="3615112" y="2931980"/>
                    <a:pt x="3686987" y="3245074"/>
                  </a:cubicBezTo>
                  <a:cubicBezTo>
                    <a:pt x="3491393" y="3248972"/>
                    <a:pt x="3293233" y="3223662"/>
                    <a:pt x="3123405" y="3245074"/>
                  </a:cubicBezTo>
                  <a:cubicBezTo>
                    <a:pt x="2953577" y="3266486"/>
                    <a:pt x="2732213" y="3185894"/>
                    <a:pt x="2522953" y="3245074"/>
                  </a:cubicBezTo>
                  <a:cubicBezTo>
                    <a:pt x="2313693" y="3304254"/>
                    <a:pt x="2107251" y="3238350"/>
                    <a:pt x="1959370" y="3245074"/>
                  </a:cubicBezTo>
                  <a:cubicBezTo>
                    <a:pt x="1811489" y="3251798"/>
                    <a:pt x="1639457" y="3241086"/>
                    <a:pt x="1469528" y="3245074"/>
                  </a:cubicBezTo>
                  <a:cubicBezTo>
                    <a:pt x="1299599" y="3249062"/>
                    <a:pt x="1186331" y="3214868"/>
                    <a:pt x="979685" y="3245074"/>
                  </a:cubicBezTo>
                  <a:cubicBezTo>
                    <a:pt x="773039" y="3275280"/>
                    <a:pt x="440271" y="3196392"/>
                    <a:pt x="0" y="3245074"/>
                  </a:cubicBezTo>
                  <a:cubicBezTo>
                    <a:pt x="-11265" y="3074145"/>
                    <a:pt x="42452" y="2936612"/>
                    <a:pt x="0" y="2639327"/>
                  </a:cubicBezTo>
                  <a:cubicBezTo>
                    <a:pt x="-42452" y="2342042"/>
                    <a:pt x="17728" y="2380662"/>
                    <a:pt x="0" y="2130932"/>
                  </a:cubicBezTo>
                  <a:cubicBezTo>
                    <a:pt x="-17728" y="1881202"/>
                    <a:pt x="52833" y="1763900"/>
                    <a:pt x="0" y="1525185"/>
                  </a:cubicBezTo>
                  <a:cubicBezTo>
                    <a:pt x="-52833" y="1286470"/>
                    <a:pt x="39848" y="1182473"/>
                    <a:pt x="0" y="1016790"/>
                  </a:cubicBezTo>
                  <a:cubicBezTo>
                    <a:pt x="-39848" y="851108"/>
                    <a:pt x="16929" y="697112"/>
                    <a:pt x="0" y="540846"/>
                  </a:cubicBezTo>
                  <a:cubicBezTo>
                    <a:pt x="-16929" y="384580"/>
                    <a:pt x="3359" y="186462"/>
                    <a:pt x="0" y="0"/>
                  </a:cubicBezTo>
                  <a:close/>
                </a:path>
                <a:path w="3686987" h="3245074" fill="norm" stroke="0" extrusionOk="0">
                  <a:moveTo>
                    <a:pt x="0" y="0"/>
                  </a:moveTo>
                  <a:cubicBezTo>
                    <a:pt x="152296" y="-692"/>
                    <a:pt x="332954" y="5869"/>
                    <a:pt x="489843" y="0"/>
                  </a:cubicBezTo>
                  <a:cubicBezTo>
                    <a:pt x="646732" y="-5869"/>
                    <a:pt x="767879" y="20724"/>
                    <a:pt x="1016555" y="0"/>
                  </a:cubicBezTo>
                  <a:cubicBezTo>
                    <a:pt x="1265231" y="-20724"/>
                    <a:pt x="1287666" y="28693"/>
                    <a:pt x="1543267" y="0"/>
                  </a:cubicBezTo>
                  <a:cubicBezTo>
                    <a:pt x="1798868" y="-28693"/>
                    <a:pt x="1793946" y="1083"/>
                    <a:pt x="1959370" y="0"/>
                  </a:cubicBezTo>
                  <a:cubicBezTo>
                    <a:pt x="2124794" y="-1083"/>
                    <a:pt x="2228765" y="57811"/>
                    <a:pt x="2486083" y="0"/>
                  </a:cubicBezTo>
                  <a:cubicBezTo>
                    <a:pt x="2743401" y="-57811"/>
                    <a:pt x="2959520" y="69337"/>
                    <a:pt x="3086535" y="0"/>
                  </a:cubicBezTo>
                  <a:cubicBezTo>
                    <a:pt x="3213550" y="-69337"/>
                    <a:pt x="3551423" y="71545"/>
                    <a:pt x="3686987" y="0"/>
                  </a:cubicBezTo>
                  <a:cubicBezTo>
                    <a:pt x="3727921" y="222702"/>
                    <a:pt x="3625191" y="374379"/>
                    <a:pt x="3686987" y="540846"/>
                  </a:cubicBezTo>
                  <a:cubicBezTo>
                    <a:pt x="3748783" y="707313"/>
                    <a:pt x="3623747" y="873030"/>
                    <a:pt x="3686987" y="1081691"/>
                  </a:cubicBezTo>
                  <a:cubicBezTo>
                    <a:pt x="3750227" y="1290352"/>
                    <a:pt x="3626145" y="1477654"/>
                    <a:pt x="3686987" y="1622537"/>
                  </a:cubicBezTo>
                  <a:cubicBezTo>
                    <a:pt x="3747829" y="1767420"/>
                    <a:pt x="3655329" y="1856251"/>
                    <a:pt x="3686987" y="2066030"/>
                  </a:cubicBezTo>
                  <a:cubicBezTo>
                    <a:pt x="3718645" y="2275809"/>
                    <a:pt x="3652712" y="2334581"/>
                    <a:pt x="3686987" y="2509524"/>
                  </a:cubicBezTo>
                  <a:cubicBezTo>
                    <a:pt x="3721262" y="2684467"/>
                    <a:pt x="3619816" y="3010479"/>
                    <a:pt x="3686987" y="3245074"/>
                  </a:cubicBezTo>
                  <a:cubicBezTo>
                    <a:pt x="3478083" y="3260693"/>
                    <a:pt x="3433854" y="3208946"/>
                    <a:pt x="3197144" y="3245074"/>
                  </a:cubicBezTo>
                  <a:cubicBezTo>
                    <a:pt x="2960434" y="3281202"/>
                    <a:pt x="2863949" y="3204155"/>
                    <a:pt x="2744172" y="3245074"/>
                  </a:cubicBezTo>
                  <a:cubicBezTo>
                    <a:pt x="2624395" y="3285993"/>
                    <a:pt x="2441092" y="3211358"/>
                    <a:pt x="2217459" y="3245074"/>
                  </a:cubicBezTo>
                  <a:cubicBezTo>
                    <a:pt x="1993826" y="3278790"/>
                    <a:pt x="1841652" y="3185429"/>
                    <a:pt x="1690747" y="3245074"/>
                  </a:cubicBezTo>
                  <a:cubicBezTo>
                    <a:pt x="1539842" y="3304719"/>
                    <a:pt x="1326239" y="3226890"/>
                    <a:pt x="1164034" y="3245074"/>
                  </a:cubicBezTo>
                  <a:cubicBezTo>
                    <a:pt x="1001829" y="3263258"/>
                    <a:pt x="728958" y="3202856"/>
                    <a:pt x="600452" y="3245074"/>
                  </a:cubicBezTo>
                  <a:cubicBezTo>
                    <a:pt x="471946" y="3287292"/>
                    <a:pt x="294398" y="3183399"/>
                    <a:pt x="0" y="3245074"/>
                  </a:cubicBezTo>
                  <a:cubicBezTo>
                    <a:pt x="-40914" y="3101094"/>
                    <a:pt x="5051" y="2934101"/>
                    <a:pt x="0" y="2769130"/>
                  </a:cubicBezTo>
                  <a:cubicBezTo>
                    <a:pt x="-5051" y="2604159"/>
                    <a:pt x="54787" y="2501544"/>
                    <a:pt x="0" y="2260735"/>
                  </a:cubicBezTo>
                  <a:cubicBezTo>
                    <a:pt x="-54787" y="2019927"/>
                    <a:pt x="8978" y="1892466"/>
                    <a:pt x="0" y="1784791"/>
                  </a:cubicBezTo>
                  <a:cubicBezTo>
                    <a:pt x="-8978" y="1677116"/>
                    <a:pt x="22968" y="1437635"/>
                    <a:pt x="0" y="1211494"/>
                  </a:cubicBezTo>
                  <a:cubicBezTo>
                    <a:pt x="-22968" y="985353"/>
                    <a:pt x="22742" y="801348"/>
                    <a:pt x="0" y="670649"/>
                  </a:cubicBezTo>
                  <a:cubicBezTo>
                    <a:pt x="-22742" y="539951"/>
                    <a:pt x="6052" y="175702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pPr>
                <a:defRPr/>
              </a:pPr>
              <a:r>
                <a:rPr lang="it-IT" sz="1400" b="1">
                  <a:solidFill>
                    <a:schemeClr val="bg1"/>
                  </a:solidFill>
                </a:rPr>
                <a:t>Ingredienti</a:t>
              </a:r>
              <a:endParaRPr/>
            </a:p>
          </p:txBody>
        </p:sp>
        <p:graphicFrame>
          <p:nvGraphicFramePr>
            <p:cNvPr id="1692209796" name="Diagramma 66"/>
            <p:cNvGraphicFramePr>
              <a:graphicFrameLocks xmlns:a="http://schemas.openxmlformats.org/drawingml/2006/main"/>
            </p:cNvGraphicFramePr>
            <p:nvPr/>
          </p:nvGraphicFramePr>
          <p:xfrm rot="0">
            <a:off x="215413" y="552707"/>
            <a:ext cx="3088718" cy="2619297"/>
            <a:chOff x="0" y="0"/>
            <a:chExt cx="3088718" cy="261929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5" r:lo="rId7" r:qs="rId8" r:cs="rId6"/>
            </a:graphicData>
          </a:graphic>
        </p:graphicFrame>
        <p:cxnSp>
          <p:nvCxnSpPr>
            <p:cNvPr id="1729691979" name="Connettore diritto 68"/>
            <p:cNvCxnSpPr/>
            <p:nvPr/>
          </p:nvCxnSpPr>
          <p:spPr bwMode="auto">
            <a:xfrm flipV="1">
              <a:off x="60724" y="2865066"/>
              <a:ext cx="3525810" cy="6894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99049602" name="Rettangolo 17"/>
            <p:cNvSpPr/>
            <p:nvPr/>
          </p:nvSpPr>
          <p:spPr bwMode="auto">
            <a:xfrm rot="5400000">
              <a:off x="1751130" y="1013116"/>
              <a:ext cx="184725" cy="3408925"/>
            </a:xfrm>
            <a:prstGeom prst="rect">
              <a:avLst/>
            </a:prstGeom>
            <a:solidFill>
              <a:srgbClr val="FBE5D6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1829388850" name="Rettangolo 18"/>
            <p:cNvSpPr/>
            <p:nvPr/>
          </p:nvSpPr>
          <p:spPr bwMode="auto">
            <a:xfrm rot="5400000">
              <a:off x="1751130" y="-1338260"/>
              <a:ext cx="184725" cy="3408925"/>
            </a:xfrm>
            <a:prstGeom prst="rect">
              <a:avLst/>
            </a:prstGeom>
            <a:solidFill>
              <a:srgbClr val="FBE5D6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75413616" name="Triangolo isoscele 12"/>
            <p:cNvSpPr/>
            <p:nvPr/>
          </p:nvSpPr>
          <p:spPr bwMode="auto">
            <a:xfrm>
              <a:off x="1750772" y="324185"/>
              <a:ext cx="145708" cy="84030"/>
            </a:xfrm>
            <a:prstGeom prst="triangle">
              <a:avLst>
                <a:gd name="adj" fmla="val 50000"/>
              </a:avLst>
            </a:prstGeom>
            <a:solidFill>
              <a:srgbClr val="843C0C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1916827944" name="Triangolo isoscele 14"/>
            <p:cNvSpPr/>
            <p:nvPr/>
          </p:nvSpPr>
          <p:spPr bwMode="auto">
            <a:xfrm rot="10800000">
              <a:off x="1750773" y="2679411"/>
              <a:ext cx="145708" cy="84030"/>
            </a:xfrm>
            <a:prstGeom prst="triangle">
              <a:avLst>
                <a:gd name="adj" fmla="val 50000"/>
              </a:avLst>
            </a:prstGeom>
            <a:solidFill>
              <a:srgbClr val="843C0C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</p:grpSp>
      <p:grpSp>
        <p:nvGrpSpPr>
          <p:cNvPr id="912642477" name="Gruppo 64"/>
          <p:cNvGrpSpPr/>
          <p:nvPr/>
        </p:nvGrpSpPr>
        <p:grpSpPr bwMode="auto">
          <a:xfrm>
            <a:off x="8222880" y="2568731"/>
            <a:ext cx="3686985" cy="3245072"/>
            <a:chOff x="0" y="0"/>
            <a:chExt cx="3686985" cy="3245072"/>
          </a:xfrm>
        </p:grpSpPr>
        <p:sp>
          <p:nvSpPr>
            <p:cNvPr id="1715817580" name="CasellaDiTesto 65"/>
            <p:cNvSpPr txBox="1"/>
            <p:nvPr/>
          </p:nvSpPr>
          <p:spPr bwMode="auto">
            <a:xfrm>
              <a:off x="0" y="0"/>
              <a:ext cx="3686986" cy="3245073"/>
            </a:xfrm>
            <a:custGeom>
              <a:avLst/>
              <a:gdLst>
                <a:gd name="connsiteX0" fmla="*/ 0 w 3686987"/>
                <a:gd name="connsiteY0" fmla="*/ 0 h 3245074"/>
                <a:gd name="connsiteX1" fmla="*/ 526712 w 3686987"/>
                <a:gd name="connsiteY1" fmla="*/ 0 h 3245074"/>
                <a:gd name="connsiteX2" fmla="*/ 942815 w 3686987"/>
                <a:gd name="connsiteY2" fmla="*/ 0 h 3245074"/>
                <a:gd name="connsiteX3" fmla="*/ 1543267 w 3686987"/>
                <a:gd name="connsiteY3" fmla="*/ 0 h 3245074"/>
                <a:gd name="connsiteX4" fmla="*/ 1959370 w 3686987"/>
                <a:gd name="connsiteY4" fmla="*/ 0 h 3245074"/>
                <a:gd name="connsiteX5" fmla="*/ 2449213 w 3686987"/>
                <a:gd name="connsiteY5" fmla="*/ 0 h 3245074"/>
                <a:gd name="connsiteX6" fmla="*/ 2975925 w 3686987"/>
                <a:gd name="connsiteY6" fmla="*/ 0 h 3245074"/>
                <a:gd name="connsiteX7" fmla="*/ 3686987 w 3686987"/>
                <a:gd name="connsiteY7" fmla="*/ 0 h 3245074"/>
                <a:gd name="connsiteX8" fmla="*/ 3686987 w 3686987"/>
                <a:gd name="connsiteY8" fmla="*/ 508395 h 3245074"/>
                <a:gd name="connsiteX9" fmla="*/ 3686987 w 3686987"/>
                <a:gd name="connsiteY9" fmla="*/ 1081691 h 3245074"/>
                <a:gd name="connsiteX10" fmla="*/ 3686987 w 3686987"/>
                <a:gd name="connsiteY10" fmla="*/ 1654988 h 3245074"/>
                <a:gd name="connsiteX11" fmla="*/ 3686987 w 3686987"/>
                <a:gd name="connsiteY11" fmla="*/ 2130932 h 3245074"/>
                <a:gd name="connsiteX12" fmla="*/ 3686987 w 3686987"/>
                <a:gd name="connsiteY12" fmla="*/ 2606876 h 3245074"/>
                <a:gd name="connsiteX13" fmla="*/ 3686987 w 3686987"/>
                <a:gd name="connsiteY13" fmla="*/ 3245074 h 3245074"/>
                <a:gd name="connsiteX14" fmla="*/ 3123405 w 3686987"/>
                <a:gd name="connsiteY14" fmla="*/ 3245074 h 3245074"/>
                <a:gd name="connsiteX15" fmla="*/ 2522953 w 3686987"/>
                <a:gd name="connsiteY15" fmla="*/ 3245074 h 3245074"/>
                <a:gd name="connsiteX16" fmla="*/ 1959370 w 3686987"/>
                <a:gd name="connsiteY16" fmla="*/ 3245074 h 3245074"/>
                <a:gd name="connsiteX17" fmla="*/ 1469528 w 3686987"/>
                <a:gd name="connsiteY17" fmla="*/ 3245074 h 3245074"/>
                <a:gd name="connsiteX18" fmla="*/ 979685 w 3686987"/>
                <a:gd name="connsiteY18" fmla="*/ 3245074 h 3245074"/>
                <a:gd name="connsiteX19" fmla="*/ 0 w 3686987"/>
                <a:gd name="connsiteY19" fmla="*/ 3245074 h 3245074"/>
                <a:gd name="connsiteX20" fmla="*/ 0 w 3686987"/>
                <a:gd name="connsiteY20" fmla="*/ 2639327 h 3245074"/>
                <a:gd name="connsiteX21" fmla="*/ 0 w 3686987"/>
                <a:gd name="connsiteY21" fmla="*/ 2130932 h 3245074"/>
                <a:gd name="connsiteX22" fmla="*/ 0 w 3686987"/>
                <a:gd name="connsiteY22" fmla="*/ 1525185 h 3245074"/>
                <a:gd name="connsiteX23" fmla="*/ 0 w 3686987"/>
                <a:gd name="connsiteY23" fmla="*/ 1016790 h 3245074"/>
                <a:gd name="connsiteX24" fmla="*/ 0 w 3686987"/>
                <a:gd name="connsiteY24" fmla="*/ 540846 h 3245074"/>
                <a:gd name="connsiteX25" fmla="*/ 0 w 3686987"/>
                <a:gd name="connsiteY25" fmla="*/ 0 h 3245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686987" h="3245074" fill="none" stroke="1" extrusionOk="0">
                  <a:moveTo>
                    <a:pt x="0" y="0"/>
                  </a:moveTo>
                  <a:cubicBezTo>
                    <a:pt x="112289" y="-20948"/>
                    <a:pt x="364223" y="57965"/>
                    <a:pt x="526712" y="0"/>
                  </a:cubicBezTo>
                  <a:cubicBezTo>
                    <a:pt x="689201" y="-57965"/>
                    <a:pt x="841604" y="15917"/>
                    <a:pt x="942815" y="0"/>
                  </a:cubicBezTo>
                  <a:cubicBezTo>
                    <a:pt x="1044026" y="-15917"/>
                    <a:pt x="1402346" y="18993"/>
                    <a:pt x="1543267" y="0"/>
                  </a:cubicBezTo>
                  <a:cubicBezTo>
                    <a:pt x="1684188" y="-18993"/>
                    <a:pt x="1773745" y="12259"/>
                    <a:pt x="1959370" y="0"/>
                  </a:cubicBezTo>
                  <a:cubicBezTo>
                    <a:pt x="2144995" y="-12259"/>
                    <a:pt x="2292178" y="50293"/>
                    <a:pt x="2449213" y="0"/>
                  </a:cubicBezTo>
                  <a:cubicBezTo>
                    <a:pt x="2606248" y="-50293"/>
                    <a:pt x="2860442" y="29996"/>
                    <a:pt x="2975925" y="0"/>
                  </a:cubicBezTo>
                  <a:cubicBezTo>
                    <a:pt x="3091408" y="-29996"/>
                    <a:pt x="3441445" y="1779"/>
                    <a:pt x="3686987" y="0"/>
                  </a:cubicBezTo>
                  <a:cubicBezTo>
                    <a:pt x="3728225" y="209158"/>
                    <a:pt x="3677660" y="267845"/>
                    <a:pt x="3686987" y="508395"/>
                  </a:cubicBezTo>
                  <a:cubicBezTo>
                    <a:pt x="3696314" y="748945"/>
                    <a:pt x="3659638" y="807628"/>
                    <a:pt x="3686987" y="1081691"/>
                  </a:cubicBezTo>
                  <a:cubicBezTo>
                    <a:pt x="3714336" y="1355754"/>
                    <a:pt x="3656689" y="1412557"/>
                    <a:pt x="3686987" y="1654988"/>
                  </a:cubicBezTo>
                  <a:cubicBezTo>
                    <a:pt x="3717285" y="1897419"/>
                    <a:pt x="3660942" y="1959352"/>
                    <a:pt x="3686987" y="2130932"/>
                  </a:cubicBezTo>
                  <a:cubicBezTo>
                    <a:pt x="3713032" y="2302512"/>
                    <a:pt x="3669954" y="2484500"/>
                    <a:pt x="3686987" y="2606876"/>
                  </a:cubicBezTo>
                  <a:cubicBezTo>
                    <a:pt x="3704020" y="2729252"/>
                    <a:pt x="3615112" y="2931980"/>
                    <a:pt x="3686987" y="3245074"/>
                  </a:cubicBezTo>
                  <a:cubicBezTo>
                    <a:pt x="3491393" y="3248972"/>
                    <a:pt x="3293233" y="3223662"/>
                    <a:pt x="3123405" y="3245074"/>
                  </a:cubicBezTo>
                  <a:cubicBezTo>
                    <a:pt x="2953577" y="3266486"/>
                    <a:pt x="2732213" y="3185894"/>
                    <a:pt x="2522953" y="3245074"/>
                  </a:cubicBezTo>
                  <a:cubicBezTo>
                    <a:pt x="2313693" y="3304254"/>
                    <a:pt x="2107251" y="3238350"/>
                    <a:pt x="1959370" y="3245074"/>
                  </a:cubicBezTo>
                  <a:cubicBezTo>
                    <a:pt x="1811489" y="3251798"/>
                    <a:pt x="1639457" y="3241086"/>
                    <a:pt x="1469528" y="3245074"/>
                  </a:cubicBezTo>
                  <a:cubicBezTo>
                    <a:pt x="1299599" y="3249062"/>
                    <a:pt x="1186331" y="3214868"/>
                    <a:pt x="979685" y="3245074"/>
                  </a:cubicBezTo>
                  <a:cubicBezTo>
                    <a:pt x="773039" y="3275280"/>
                    <a:pt x="440271" y="3196392"/>
                    <a:pt x="0" y="3245074"/>
                  </a:cubicBezTo>
                  <a:cubicBezTo>
                    <a:pt x="-11265" y="3074145"/>
                    <a:pt x="42452" y="2936612"/>
                    <a:pt x="0" y="2639327"/>
                  </a:cubicBezTo>
                  <a:cubicBezTo>
                    <a:pt x="-42452" y="2342042"/>
                    <a:pt x="17728" y="2380662"/>
                    <a:pt x="0" y="2130932"/>
                  </a:cubicBezTo>
                  <a:cubicBezTo>
                    <a:pt x="-17728" y="1881202"/>
                    <a:pt x="52833" y="1763900"/>
                    <a:pt x="0" y="1525185"/>
                  </a:cubicBezTo>
                  <a:cubicBezTo>
                    <a:pt x="-52833" y="1286470"/>
                    <a:pt x="39848" y="1182473"/>
                    <a:pt x="0" y="1016790"/>
                  </a:cubicBezTo>
                  <a:cubicBezTo>
                    <a:pt x="-39848" y="851108"/>
                    <a:pt x="16929" y="697112"/>
                    <a:pt x="0" y="540846"/>
                  </a:cubicBezTo>
                  <a:cubicBezTo>
                    <a:pt x="-16929" y="384580"/>
                    <a:pt x="3359" y="186462"/>
                    <a:pt x="0" y="0"/>
                  </a:cubicBezTo>
                  <a:close/>
                </a:path>
                <a:path w="3686987" h="3245074" fill="norm" stroke="0" extrusionOk="0">
                  <a:moveTo>
                    <a:pt x="0" y="0"/>
                  </a:moveTo>
                  <a:cubicBezTo>
                    <a:pt x="152296" y="-692"/>
                    <a:pt x="332954" y="5869"/>
                    <a:pt x="489843" y="0"/>
                  </a:cubicBezTo>
                  <a:cubicBezTo>
                    <a:pt x="646732" y="-5869"/>
                    <a:pt x="767879" y="20724"/>
                    <a:pt x="1016555" y="0"/>
                  </a:cubicBezTo>
                  <a:cubicBezTo>
                    <a:pt x="1265231" y="-20724"/>
                    <a:pt x="1287666" y="28693"/>
                    <a:pt x="1543267" y="0"/>
                  </a:cubicBezTo>
                  <a:cubicBezTo>
                    <a:pt x="1798868" y="-28693"/>
                    <a:pt x="1793946" y="1083"/>
                    <a:pt x="1959370" y="0"/>
                  </a:cubicBezTo>
                  <a:cubicBezTo>
                    <a:pt x="2124794" y="-1083"/>
                    <a:pt x="2228765" y="57811"/>
                    <a:pt x="2486083" y="0"/>
                  </a:cubicBezTo>
                  <a:cubicBezTo>
                    <a:pt x="2743401" y="-57811"/>
                    <a:pt x="2959520" y="69337"/>
                    <a:pt x="3086535" y="0"/>
                  </a:cubicBezTo>
                  <a:cubicBezTo>
                    <a:pt x="3213550" y="-69337"/>
                    <a:pt x="3551423" y="71545"/>
                    <a:pt x="3686987" y="0"/>
                  </a:cubicBezTo>
                  <a:cubicBezTo>
                    <a:pt x="3727921" y="222702"/>
                    <a:pt x="3625191" y="374379"/>
                    <a:pt x="3686987" y="540846"/>
                  </a:cubicBezTo>
                  <a:cubicBezTo>
                    <a:pt x="3748783" y="707313"/>
                    <a:pt x="3623747" y="873030"/>
                    <a:pt x="3686987" y="1081691"/>
                  </a:cubicBezTo>
                  <a:cubicBezTo>
                    <a:pt x="3750227" y="1290352"/>
                    <a:pt x="3626145" y="1477654"/>
                    <a:pt x="3686987" y="1622537"/>
                  </a:cubicBezTo>
                  <a:cubicBezTo>
                    <a:pt x="3747829" y="1767420"/>
                    <a:pt x="3655329" y="1856251"/>
                    <a:pt x="3686987" y="2066030"/>
                  </a:cubicBezTo>
                  <a:cubicBezTo>
                    <a:pt x="3718645" y="2275809"/>
                    <a:pt x="3652712" y="2334581"/>
                    <a:pt x="3686987" y="2509524"/>
                  </a:cubicBezTo>
                  <a:cubicBezTo>
                    <a:pt x="3721262" y="2684467"/>
                    <a:pt x="3619816" y="3010479"/>
                    <a:pt x="3686987" y="3245074"/>
                  </a:cubicBezTo>
                  <a:cubicBezTo>
                    <a:pt x="3478083" y="3260693"/>
                    <a:pt x="3433854" y="3208946"/>
                    <a:pt x="3197144" y="3245074"/>
                  </a:cubicBezTo>
                  <a:cubicBezTo>
                    <a:pt x="2960434" y="3281202"/>
                    <a:pt x="2863949" y="3204155"/>
                    <a:pt x="2744172" y="3245074"/>
                  </a:cubicBezTo>
                  <a:cubicBezTo>
                    <a:pt x="2624395" y="3285993"/>
                    <a:pt x="2441092" y="3211358"/>
                    <a:pt x="2217459" y="3245074"/>
                  </a:cubicBezTo>
                  <a:cubicBezTo>
                    <a:pt x="1993826" y="3278790"/>
                    <a:pt x="1841652" y="3185429"/>
                    <a:pt x="1690747" y="3245074"/>
                  </a:cubicBezTo>
                  <a:cubicBezTo>
                    <a:pt x="1539842" y="3304719"/>
                    <a:pt x="1326239" y="3226890"/>
                    <a:pt x="1164034" y="3245074"/>
                  </a:cubicBezTo>
                  <a:cubicBezTo>
                    <a:pt x="1001829" y="3263258"/>
                    <a:pt x="728958" y="3202856"/>
                    <a:pt x="600452" y="3245074"/>
                  </a:cubicBezTo>
                  <a:cubicBezTo>
                    <a:pt x="471946" y="3287292"/>
                    <a:pt x="294398" y="3183399"/>
                    <a:pt x="0" y="3245074"/>
                  </a:cubicBezTo>
                  <a:cubicBezTo>
                    <a:pt x="-40914" y="3101094"/>
                    <a:pt x="5051" y="2934101"/>
                    <a:pt x="0" y="2769130"/>
                  </a:cubicBezTo>
                  <a:cubicBezTo>
                    <a:pt x="-5051" y="2604159"/>
                    <a:pt x="54787" y="2501544"/>
                    <a:pt x="0" y="2260735"/>
                  </a:cubicBezTo>
                  <a:cubicBezTo>
                    <a:pt x="-54787" y="2019927"/>
                    <a:pt x="8978" y="1892466"/>
                    <a:pt x="0" y="1784791"/>
                  </a:cubicBezTo>
                  <a:cubicBezTo>
                    <a:pt x="-8978" y="1677116"/>
                    <a:pt x="22968" y="1437635"/>
                    <a:pt x="0" y="1211494"/>
                  </a:cubicBezTo>
                  <a:cubicBezTo>
                    <a:pt x="-22968" y="985353"/>
                    <a:pt x="22742" y="801348"/>
                    <a:pt x="0" y="670649"/>
                  </a:cubicBezTo>
                  <a:cubicBezTo>
                    <a:pt x="-22742" y="539951"/>
                    <a:pt x="6052" y="175702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pPr>
                <a:defRPr/>
              </a:pPr>
              <a:r>
                <a:rPr lang="it-IT" sz="1400" b="1">
                  <a:solidFill>
                    <a:schemeClr val="bg1"/>
                  </a:solidFill>
                </a:rPr>
                <a:t>Allergeni</a:t>
              </a:r>
              <a:endParaRPr/>
            </a:p>
          </p:txBody>
        </p:sp>
        <p:graphicFrame>
          <p:nvGraphicFramePr>
            <p:cNvPr id="1912812202" name="Diagramma 67"/>
            <p:cNvGraphicFramePr>
              <a:graphicFrameLocks xmlns:a="http://schemas.openxmlformats.org/drawingml/2006/main"/>
            </p:cNvGraphicFramePr>
            <p:nvPr/>
          </p:nvGraphicFramePr>
          <p:xfrm rot="0">
            <a:off x="215411" y="552706"/>
            <a:ext cx="3088717" cy="2619297"/>
            <a:chOff x="0" y="0"/>
            <a:chExt cx="3088717" cy="261929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0" r:lo="rId12" r:qs="rId13" r:cs="rId11"/>
            </a:graphicData>
          </a:graphic>
        </p:graphicFrame>
        <p:sp>
          <p:nvSpPr>
            <p:cNvPr id="543898358" name="Rettangolo 77"/>
            <p:cNvSpPr/>
            <p:nvPr/>
          </p:nvSpPr>
          <p:spPr bwMode="auto">
            <a:xfrm rot="5400000">
              <a:off x="1751130" y="1339954"/>
              <a:ext cx="184725" cy="3408925"/>
            </a:xfrm>
            <a:prstGeom prst="rect">
              <a:avLst/>
            </a:prstGeom>
            <a:solidFill>
              <a:srgbClr val="FBE5D6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569040070" name="Rettangolo 78"/>
            <p:cNvSpPr/>
            <p:nvPr/>
          </p:nvSpPr>
          <p:spPr bwMode="auto">
            <a:xfrm rot="5400000">
              <a:off x="1751130" y="-1338259"/>
              <a:ext cx="184725" cy="3408925"/>
            </a:xfrm>
            <a:prstGeom prst="rect">
              <a:avLst/>
            </a:prstGeom>
            <a:solidFill>
              <a:srgbClr val="FBE5D6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1455625942" name="Triangolo isoscele 80"/>
            <p:cNvSpPr/>
            <p:nvPr/>
          </p:nvSpPr>
          <p:spPr bwMode="auto">
            <a:xfrm>
              <a:off x="1750770" y="324184"/>
              <a:ext cx="145708" cy="84030"/>
            </a:xfrm>
            <a:prstGeom prst="triangle">
              <a:avLst>
                <a:gd name="adj" fmla="val 50000"/>
              </a:avLst>
            </a:prstGeom>
            <a:solidFill>
              <a:srgbClr val="843C0C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1206376338" name="Triangolo isoscele 81"/>
            <p:cNvSpPr/>
            <p:nvPr/>
          </p:nvSpPr>
          <p:spPr bwMode="auto">
            <a:xfrm rot="10800000">
              <a:off x="1750772" y="3006249"/>
              <a:ext cx="145708" cy="84030"/>
            </a:xfrm>
            <a:prstGeom prst="triangle">
              <a:avLst>
                <a:gd name="adj" fmla="val 50000"/>
              </a:avLst>
            </a:prstGeom>
            <a:solidFill>
              <a:srgbClr val="843C0C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</p:grpSp>
      <p:cxnSp>
        <p:nvCxnSpPr>
          <p:cNvPr id="692686252" name="Connettore diritto 4"/>
          <p:cNvCxnSpPr/>
          <p:nvPr/>
        </p:nvCxnSpPr>
        <p:spPr bwMode="auto">
          <a:xfrm>
            <a:off x="0" y="939799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22605791" name="CasellaDiTesto 24"/>
          <p:cNvSpPr txBox="1"/>
          <p:nvPr/>
        </p:nvSpPr>
        <p:spPr bwMode="auto">
          <a:xfrm>
            <a:off x="5185746" y="1459737"/>
            <a:ext cx="1728268" cy="4575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400" b="1">
                <a:solidFill>
                  <a:schemeClr val="accent2"/>
                </a:solidFill>
                <a:latin typeface="Carlito"/>
                <a:ea typeface="Carlito"/>
                <a:cs typeface="Carlito"/>
              </a:rPr>
              <a:t>Il mio piatto</a:t>
            </a:r>
            <a:endParaRPr>
              <a:latin typeface="Carlito"/>
              <a:cs typeface="Carlito"/>
            </a:endParaRPr>
          </a:p>
        </p:txBody>
      </p:sp>
      <p:sp>
        <p:nvSpPr>
          <p:cNvPr id="955161491" name="CasellaDiTesto 25"/>
          <p:cNvSpPr txBox="1"/>
          <p:nvPr/>
        </p:nvSpPr>
        <p:spPr bwMode="auto">
          <a:xfrm>
            <a:off x="4630892" y="1113459"/>
            <a:ext cx="2895032" cy="5185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800" b="1">
                <a:solidFill>
                  <a:schemeClr val="accent2">
                    <a:lumMod val="50000"/>
                  </a:schemeClr>
                </a:solidFill>
                <a:latin typeface="Carlito"/>
                <a:ea typeface="Carlito"/>
                <a:cs typeface="Carlito"/>
              </a:rPr>
              <a:t>Aggiungi un piatto</a:t>
            </a:r>
            <a:endParaRPr>
              <a:latin typeface="Carlito"/>
              <a:cs typeface="Carlito"/>
            </a:endParaRPr>
          </a:p>
        </p:txBody>
      </p:sp>
      <p:cxnSp>
        <p:nvCxnSpPr>
          <p:cNvPr id="258749450" name="Connettore diritto 4"/>
          <p:cNvCxnSpPr/>
          <p:nvPr/>
        </p:nvCxnSpPr>
        <p:spPr bwMode="auto">
          <a:xfrm>
            <a:off x="0" y="2201907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1764459195" name="Gruppo 143"/>
          <p:cNvGrpSpPr/>
          <p:nvPr/>
        </p:nvGrpSpPr>
        <p:grpSpPr bwMode="auto">
          <a:xfrm>
            <a:off x="482952" y="1326999"/>
            <a:ext cx="960555" cy="305159"/>
            <a:chOff x="0" y="0"/>
            <a:chExt cx="960555" cy="305159"/>
          </a:xfrm>
        </p:grpSpPr>
        <p:sp>
          <p:nvSpPr>
            <p:cNvPr id="655988929" name="Rettangolo 123"/>
            <p:cNvSpPr/>
            <p:nvPr/>
          </p:nvSpPr>
          <p:spPr bwMode="auto">
            <a:xfrm>
              <a:off x="0" y="0"/>
              <a:ext cx="960555" cy="30515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r">
                <a:defRPr/>
              </a:pPr>
              <a:r>
                <a:rPr lang="it-IT" sz="1400">
                  <a:solidFill>
                    <a:schemeClr val="accent1"/>
                  </a:solidFill>
                </a:rPr>
                <a:t>Indietro</a:t>
              </a:r>
              <a:endParaRPr/>
            </a:p>
          </p:txBody>
        </p:sp>
        <p:pic>
          <p:nvPicPr>
            <p:cNvPr id="1778279192" name="Elemento grafico 141" descr="Accento circonflesso verso sinistra con riempimento a tinta unita"/>
            <p:cNvPicPr>
              <a:picLocks noChangeAspect="1"/>
            </p:cNvPicPr>
            <p:nvPr/>
          </p:nvPicPr>
          <p:blipFill rotWithShape="1">
            <a:blip r:embed="rId14"/>
            <a:stretch/>
          </p:blipFill>
          <p:spPr bwMode="auto">
            <a:xfrm>
              <a:off x="55584" y="45719"/>
              <a:ext cx="228315" cy="228315"/>
            </a:xfrm>
            <a:prstGeom prst="rect">
              <a:avLst/>
            </a:prstGeom>
          </p:spPr>
        </p:pic>
      </p:grpSp>
      <p:pic>
        <p:nvPicPr>
          <p:cNvPr id="1245768320" name="Elemento grafico 141" descr="Accento circonflesso verso sinistra con riempimento a tinta unita"/>
          <p:cNvPicPr>
            <a:picLocks noChangeAspect="1"/>
          </p:cNvPicPr>
          <p:nvPr/>
        </p:nvPicPr>
        <p:blipFill rotWithShape="1">
          <a:blip r:embed="rId14"/>
          <a:stretch/>
        </p:blipFill>
        <p:spPr bwMode="auto">
          <a:xfrm rot="0" flipH="0" flipV="0">
            <a:off x="709979" y="7357953"/>
            <a:ext cx="228315" cy="228315"/>
          </a:xfrm>
          <a:prstGeom prst="rect">
            <a:avLst/>
          </a:prstGeom>
        </p:spPr>
      </p:pic>
      <p:sp modelId="{A04F6C91-AEBF-4847-980F-C23A5906DCBB}">
        <p:nvSpPr>
          <p:cNvPr id="721625751" name=""/>
          <p:cNvSpPr/>
          <p:nvPr/>
        </p:nvSpPr>
        <p:spPr bwMode="auto">
          <a:xfrm flipH="0" flipV="0">
            <a:off x="621666" y="5491187"/>
            <a:ext cx="3448932" cy="257113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accent2">
                <a:shade val="80000"/>
                <a:hueOff val="0"/>
                <a:satOff val="0"/>
                <a:lumOff val="0"/>
                <a:alphaOff val="0"/>
              </a:schemeClr>
            </a:solidFill>
            <a:prstDash val="solid"/>
            <a:miter lim="800000"/>
          </a:ln>
          <a:effectLst/>
        </p:spPr>
        <p:style>
          <a:lnRef idx="2">
            <a:srgbClr val="000000"/>
          </a:lnRef>
          <a:fillRef idx="1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spcFirstLastPara="0" vert="horz" wrap="square" lIns="45720" tIns="45720" rIns="45720" bIns="45720" numCol="1" spcCol="1268" anchor="ctr" anchorCtr="0">
            <a:noAutofit/>
          </a:bodyPr>
          <a:lstStyle/>
          <a:p>
            <a:pPr marL="0" lvl="0" indent="0" algn="l" defTabSz="53339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1200" b="1">
                <a:solidFill>
                  <a:schemeClr val="accent2">
                    <a:lumMod val="50000"/>
                  </a:schemeClr>
                </a:solidFill>
              </a:rPr>
              <a:t>    </a:t>
            </a:r>
            <a:endParaRPr/>
          </a:p>
        </p:txBody>
      </p:sp>
      <p:pic>
        <p:nvPicPr>
          <p:cNvPr id="125580491" name="Elemento grafico 8" descr="Accento circonflesso verso il basso con riempimento a tinta unita"/>
          <p:cNvPicPr>
            <a:picLocks noChangeAspect="1"/>
          </p:cNvPicPr>
          <p:nvPr/>
        </p:nvPicPr>
        <p:blipFill rotWithShape="1">
          <a:blip r:embed="rId15"/>
          <a:stretch/>
        </p:blipFill>
        <p:spPr bwMode="auto">
          <a:xfrm>
            <a:off x="3775862" y="5495965"/>
            <a:ext cx="252335" cy="252335"/>
          </a:xfrm>
          <a:prstGeom prst="rect">
            <a:avLst/>
          </a:prstGeom>
        </p:spPr>
      </p:pic>
      <p:sp>
        <p:nvSpPr>
          <p:cNvPr id="831421182" name=""/>
          <p:cNvSpPr/>
          <p:nvPr/>
        </p:nvSpPr>
        <p:spPr bwMode="auto">
          <a:xfrm rot="0" flipH="0" flipV="0">
            <a:off x="0" y="0"/>
            <a:ext cx="12196690" cy="6854264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74928032" name=""/>
          <p:cNvSpPr/>
          <p:nvPr/>
        </p:nvSpPr>
        <p:spPr bwMode="auto">
          <a:xfrm rot="0" flipH="0" flipV="0">
            <a:off x="4221600" y="2325220"/>
            <a:ext cx="3726192" cy="18863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318480699" name="CasellaDiTesto 24"/>
          <p:cNvSpPr txBox="1"/>
          <p:nvPr/>
        </p:nvSpPr>
        <p:spPr bwMode="auto">
          <a:xfrm>
            <a:off x="4503145" y="2732725"/>
            <a:ext cx="3127351" cy="640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1800" b="1">
                <a:solidFill>
                  <a:schemeClr val="accent2"/>
                </a:solidFill>
                <a:latin typeface="Carlito"/>
                <a:ea typeface="Carlito"/>
                <a:cs typeface="Carlito"/>
              </a:rPr>
              <a:t>Errore tecnico durante il </a:t>
            </a:r>
            <a:endParaRPr lang="it-IT" sz="1800" b="1">
              <a:solidFill>
                <a:schemeClr val="accent2"/>
              </a:solidFill>
              <a:latin typeface="Carlito"/>
              <a:ea typeface="Carlito"/>
              <a:cs typeface="Carlito"/>
            </a:endParaRPr>
          </a:p>
          <a:p>
            <a:pPr>
              <a:defRPr/>
            </a:pPr>
            <a:r>
              <a:rPr lang="it-IT" sz="1800" b="1">
                <a:solidFill>
                  <a:schemeClr val="accent2"/>
                </a:solidFill>
                <a:latin typeface="Carlito"/>
                <a:ea typeface="Carlito"/>
                <a:cs typeface="Carlito"/>
              </a:rPr>
              <a:t>caricamento. </a:t>
            </a:r>
            <a:r>
              <a:rPr lang="it-IT" sz="1800" b="1">
                <a:solidFill>
                  <a:schemeClr val="accent2"/>
                </a:solidFill>
                <a:latin typeface="Carlito"/>
                <a:ea typeface="Carlito"/>
                <a:cs typeface="Carlito"/>
              </a:rPr>
              <a:t>Riprova più tardi.</a:t>
            </a:r>
            <a:endParaRPr lang="it-IT" sz="1800" b="1">
              <a:solidFill>
                <a:schemeClr val="accent2"/>
              </a:solidFill>
              <a:latin typeface="Carlito"/>
              <a:ea typeface="Carlito"/>
              <a:cs typeface="Carlito"/>
            </a:endParaRPr>
          </a:p>
        </p:txBody>
      </p:sp>
      <p:sp>
        <p:nvSpPr>
          <p:cNvPr id="784189633" name="CasellaDiTesto 25"/>
          <p:cNvSpPr txBox="1"/>
          <p:nvPr/>
        </p:nvSpPr>
        <p:spPr bwMode="auto">
          <a:xfrm>
            <a:off x="4503145" y="2386447"/>
            <a:ext cx="3381379" cy="5185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800" b="1">
                <a:solidFill>
                  <a:schemeClr val="accent2">
                    <a:lumMod val="50000"/>
                  </a:schemeClr>
                </a:solidFill>
                <a:latin typeface="Carlito"/>
                <a:ea typeface="Carlito"/>
                <a:cs typeface="Carlito"/>
              </a:rPr>
              <a:t>Errore di caricamento</a:t>
            </a:r>
            <a:endParaRPr>
              <a:latin typeface="Carlito"/>
              <a:cs typeface="Carlito"/>
            </a:endParaRPr>
          </a:p>
        </p:txBody>
      </p:sp>
      <p:sp>
        <p:nvSpPr>
          <p:cNvPr id="1745675204" name="Rettangolo 79"/>
          <p:cNvSpPr/>
          <p:nvPr/>
        </p:nvSpPr>
        <p:spPr bwMode="auto">
          <a:xfrm rot="0" flipH="0" flipV="0">
            <a:off x="5501052" y="3613087"/>
            <a:ext cx="1097658" cy="3661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defRPr/>
            </a:pPr>
            <a:r>
              <a:rPr lang="it-IT" b="1"/>
              <a:t>Continua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660292236" name="Connettore diritto 4"/>
          <p:cNvCxnSpPr/>
          <p:nvPr/>
        </p:nvCxnSpPr>
        <p:spPr bwMode="auto">
          <a:xfrm>
            <a:off x="0" y="939799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64421905" name="CasellaDiTesto 13"/>
          <p:cNvSpPr txBox="1"/>
          <p:nvPr/>
        </p:nvSpPr>
        <p:spPr bwMode="auto">
          <a:xfrm>
            <a:off x="534613" y="137259"/>
            <a:ext cx="3364285" cy="584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it-IT" sz="3200" spc="599">
                <a:solidFill>
                  <a:schemeClr val="accent2"/>
                </a:solidFill>
                <a:latin typeface="Aharoni"/>
                <a:cs typeface="Aharoni"/>
              </a:rPr>
              <a:t>PickyEaters</a:t>
            </a:r>
            <a:endParaRPr lang="it-IT" spc="599">
              <a:solidFill>
                <a:schemeClr val="accent2"/>
              </a:solidFill>
              <a:latin typeface="Aharoni"/>
              <a:cs typeface="Aharoni"/>
            </a:endParaRPr>
          </a:p>
        </p:txBody>
      </p:sp>
      <p:pic>
        <p:nvPicPr>
          <p:cNvPr id="1547382229" name="Elemento grafico 20" descr="Cursore con riempimento a tinta unita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1">
            <a:off x="0" y="136738"/>
            <a:ext cx="584775" cy="584775"/>
          </a:xfrm>
          <a:prstGeom prst="rect">
            <a:avLst/>
          </a:prstGeom>
        </p:spPr>
      </p:pic>
      <p:grpSp>
        <p:nvGrpSpPr>
          <p:cNvPr id="702882106" name="Gruppo 21"/>
          <p:cNvGrpSpPr/>
          <p:nvPr/>
        </p:nvGrpSpPr>
        <p:grpSpPr bwMode="auto">
          <a:xfrm>
            <a:off x="311159" y="2554088"/>
            <a:ext cx="4032128" cy="713016"/>
            <a:chOff x="311159" y="2091709"/>
            <a:chExt cx="4032128" cy="713016"/>
          </a:xfrm>
        </p:grpSpPr>
        <p:sp>
          <p:nvSpPr>
            <p:cNvPr id="698784006" name="CasellaDiTesto 22"/>
            <p:cNvSpPr txBox="1"/>
            <p:nvPr/>
          </p:nvSpPr>
          <p:spPr bwMode="auto">
            <a:xfrm>
              <a:off x="311159" y="2422044"/>
              <a:ext cx="4032128" cy="338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it-IT" sz="1600" b="1">
                  <a:solidFill>
                    <a:schemeClr val="bg1"/>
                  </a:solidFill>
                </a:rPr>
                <a:t>A che categoria appartiene il piatto?</a:t>
              </a:r>
              <a:endParaRPr/>
            </a:p>
          </p:txBody>
        </p:sp>
        <p:sp>
          <p:nvSpPr>
            <p:cNvPr id="924817204" name="CasellaDiTesto 41"/>
            <p:cNvSpPr txBox="1"/>
            <p:nvPr/>
          </p:nvSpPr>
          <p:spPr bwMode="auto">
            <a:xfrm>
              <a:off x="542646" y="2091709"/>
              <a:ext cx="3678952" cy="713016"/>
            </a:xfrm>
            <a:custGeom>
              <a:avLst/>
              <a:gdLst>
                <a:gd name="connsiteX0" fmla="*/ 0 w 3678954"/>
                <a:gd name="connsiteY0" fmla="*/ 0 h 713016"/>
                <a:gd name="connsiteX1" fmla="*/ 525565 w 3678954"/>
                <a:gd name="connsiteY1" fmla="*/ 0 h 713016"/>
                <a:gd name="connsiteX2" fmla="*/ 1087919 w 3678954"/>
                <a:gd name="connsiteY2" fmla="*/ 0 h 713016"/>
                <a:gd name="connsiteX3" fmla="*/ 1576695 w 3678954"/>
                <a:gd name="connsiteY3" fmla="*/ 0 h 713016"/>
                <a:gd name="connsiteX4" fmla="*/ 2102259 w 3678954"/>
                <a:gd name="connsiteY4" fmla="*/ 0 h 713016"/>
                <a:gd name="connsiteX5" fmla="*/ 2627824 w 3678954"/>
                <a:gd name="connsiteY5" fmla="*/ 0 h 713016"/>
                <a:gd name="connsiteX6" fmla="*/ 3116600 w 3678954"/>
                <a:gd name="connsiteY6" fmla="*/ 0 h 713016"/>
                <a:gd name="connsiteX7" fmla="*/ 3678954 w 3678954"/>
                <a:gd name="connsiteY7" fmla="*/ 0 h 713016"/>
                <a:gd name="connsiteX8" fmla="*/ 3678954 w 3678954"/>
                <a:gd name="connsiteY8" fmla="*/ 363638 h 713016"/>
                <a:gd name="connsiteX9" fmla="*/ 3678954 w 3678954"/>
                <a:gd name="connsiteY9" fmla="*/ 713016 h 713016"/>
                <a:gd name="connsiteX10" fmla="*/ 3226968 w 3678954"/>
                <a:gd name="connsiteY10" fmla="*/ 713016 h 713016"/>
                <a:gd name="connsiteX11" fmla="*/ 2664614 w 3678954"/>
                <a:gd name="connsiteY11" fmla="*/ 713016 h 713016"/>
                <a:gd name="connsiteX12" fmla="*/ 2212628 w 3678954"/>
                <a:gd name="connsiteY12" fmla="*/ 713016 h 713016"/>
                <a:gd name="connsiteX13" fmla="*/ 1760642 w 3678954"/>
                <a:gd name="connsiteY13" fmla="*/ 713016 h 713016"/>
                <a:gd name="connsiteX14" fmla="*/ 1198288 w 3678954"/>
                <a:gd name="connsiteY14" fmla="*/ 713016 h 713016"/>
                <a:gd name="connsiteX15" fmla="*/ 709513 w 3678954"/>
                <a:gd name="connsiteY15" fmla="*/ 713016 h 713016"/>
                <a:gd name="connsiteX16" fmla="*/ 0 w 3678954"/>
                <a:gd name="connsiteY16" fmla="*/ 713016 h 713016"/>
                <a:gd name="connsiteX17" fmla="*/ 0 w 3678954"/>
                <a:gd name="connsiteY17" fmla="*/ 370768 h 713016"/>
                <a:gd name="connsiteX18" fmla="*/ 0 w 3678954"/>
                <a:gd name="connsiteY18" fmla="*/ 0 h 713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678954" h="713016" fill="none" stroke="1" extrusionOk="0">
                  <a:moveTo>
                    <a:pt x="0" y="0"/>
                  </a:moveTo>
                  <a:cubicBezTo>
                    <a:pt x="106438" y="-4997"/>
                    <a:pt x="290281" y="12720"/>
                    <a:pt x="525565" y="0"/>
                  </a:cubicBezTo>
                  <a:cubicBezTo>
                    <a:pt x="760849" y="-12720"/>
                    <a:pt x="944033" y="41878"/>
                    <a:pt x="1087919" y="0"/>
                  </a:cubicBezTo>
                  <a:cubicBezTo>
                    <a:pt x="1231805" y="-41878"/>
                    <a:pt x="1434944" y="36466"/>
                    <a:pt x="1576695" y="0"/>
                  </a:cubicBezTo>
                  <a:cubicBezTo>
                    <a:pt x="1718446" y="-36466"/>
                    <a:pt x="1870168" y="52935"/>
                    <a:pt x="2102259" y="0"/>
                  </a:cubicBezTo>
                  <a:cubicBezTo>
                    <a:pt x="2334350" y="-52935"/>
                    <a:pt x="2498891" y="34467"/>
                    <a:pt x="2627824" y="0"/>
                  </a:cubicBezTo>
                  <a:cubicBezTo>
                    <a:pt x="2756758" y="-34467"/>
                    <a:pt x="2986951" y="19835"/>
                    <a:pt x="3116600" y="0"/>
                  </a:cubicBezTo>
                  <a:cubicBezTo>
                    <a:pt x="3246249" y="-19835"/>
                    <a:pt x="3495103" y="18411"/>
                    <a:pt x="3678954" y="0"/>
                  </a:cubicBezTo>
                  <a:cubicBezTo>
                    <a:pt x="3696401" y="97946"/>
                    <a:pt x="3659628" y="230606"/>
                    <a:pt x="3678954" y="363638"/>
                  </a:cubicBezTo>
                  <a:cubicBezTo>
                    <a:pt x="3698280" y="496670"/>
                    <a:pt x="3675102" y="600816"/>
                    <a:pt x="3678954" y="713016"/>
                  </a:cubicBezTo>
                  <a:cubicBezTo>
                    <a:pt x="3515749" y="735965"/>
                    <a:pt x="3388328" y="679855"/>
                    <a:pt x="3226968" y="713016"/>
                  </a:cubicBezTo>
                  <a:cubicBezTo>
                    <a:pt x="3065608" y="746177"/>
                    <a:pt x="2789577" y="686206"/>
                    <a:pt x="2664614" y="713016"/>
                  </a:cubicBezTo>
                  <a:cubicBezTo>
                    <a:pt x="2539651" y="739826"/>
                    <a:pt x="2358840" y="668039"/>
                    <a:pt x="2212628" y="713016"/>
                  </a:cubicBezTo>
                  <a:cubicBezTo>
                    <a:pt x="2066416" y="757993"/>
                    <a:pt x="1974174" y="698246"/>
                    <a:pt x="1760642" y="713016"/>
                  </a:cubicBezTo>
                  <a:cubicBezTo>
                    <a:pt x="1547110" y="727786"/>
                    <a:pt x="1332764" y="706061"/>
                    <a:pt x="1198288" y="713016"/>
                  </a:cubicBezTo>
                  <a:cubicBezTo>
                    <a:pt x="1063812" y="719971"/>
                    <a:pt x="876579" y="655965"/>
                    <a:pt x="709513" y="713016"/>
                  </a:cubicBezTo>
                  <a:cubicBezTo>
                    <a:pt x="542447" y="770067"/>
                    <a:pt x="240243" y="629967"/>
                    <a:pt x="0" y="713016"/>
                  </a:cubicBezTo>
                  <a:cubicBezTo>
                    <a:pt x="-1346" y="573898"/>
                    <a:pt x="37630" y="457402"/>
                    <a:pt x="0" y="370768"/>
                  </a:cubicBezTo>
                  <a:cubicBezTo>
                    <a:pt x="-37630" y="284134"/>
                    <a:pt x="30866" y="172819"/>
                    <a:pt x="0" y="0"/>
                  </a:cubicBezTo>
                  <a:close/>
                </a:path>
                <a:path w="3678954" h="713016" fill="norm" stroke="0" extrusionOk="0">
                  <a:moveTo>
                    <a:pt x="0" y="0"/>
                  </a:moveTo>
                  <a:cubicBezTo>
                    <a:pt x="103131" y="-9360"/>
                    <a:pt x="292001" y="40606"/>
                    <a:pt x="488775" y="0"/>
                  </a:cubicBezTo>
                  <a:cubicBezTo>
                    <a:pt x="685549" y="-40606"/>
                    <a:pt x="768138" y="39139"/>
                    <a:pt x="1014340" y="0"/>
                  </a:cubicBezTo>
                  <a:cubicBezTo>
                    <a:pt x="1260543" y="-39139"/>
                    <a:pt x="1339992" y="60992"/>
                    <a:pt x="1539905" y="0"/>
                  </a:cubicBezTo>
                  <a:cubicBezTo>
                    <a:pt x="1739819" y="-60992"/>
                    <a:pt x="1835688" y="24468"/>
                    <a:pt x="1955101" y="0"/>
                  </a:cubicBezTo>
                  <a:cubicBezTo>
                    <a:pt x="2074514" y="-24468"/>
                    <a:pt x="2338163" y="31478"/>
                    <a:pt x="2480666" y="0"/>
                  </a:cubicBezTo>
                  <a:cubicBezTo>
                    <a:pt x="2623170" y="-31478"/>
                    <a:pt x="2799086" y="44158"/>
                    <a:pt x="3079810" y="0"/>
                  </a:cubicBezTo>
                  <a:cubicBezTo>
                    <a:pt x="3360534" y="-44158"/>
                    <a:pt x="3398958" y="63391"/>
                    <a:pt x="3678954" y="0"/>
                  </a:cubicBezTo>
                  <a:cubicBezTo>
                    <a:pt x="3701422" y="153123"/>
                    <a:pt x="3649368" y="180147"/>
                    <a:pt x="3678954" y="356508"/>
                  </a:cubicBezTo>
                  <a:cubicBezTo>
                    <a:pt x="3708540" y="532869"/>
                    <a:pt x="3642430" y="618845"/>
                    <a:pt x="3678954" y="713016"/>
                  </a:cubicBezTo>
                  <a:cubicBezTo>
                    <a:pt x="3428851" y="726921"/>
                    <a:pt x="3396913" y="671597"/>
                    <a:pt x="3153389" y="713016"/>
                  </a:cubicBezTo>
                  <a:cubicBezTo>
                    <a:pt x="2909866" y="754435"/>
                    <a:pt x="2831314" y="660195"/>
                    <a:pt x="2701403" y="713016"/>
                  </a:cubicBezTo>
                  <a:cubicBezTo>
                    <a:pt x="2571492" y="765837"/>
                    <a:pt x="2345691" y="673526"/>
                    <a:pt x="2102259" y="713016"/>
                  </a:cubicBezTo>
                  <a:cubicBezTo>
                    <a:pt x="1858827" y="752506"/>
                    <a:pt x="1864375" y="692526"/>
                    <a:pt x="1650274" y="713016"/>
                  </a:cubicBezTo>
                  <a:cubicBezTo>
                    <a:pt x="1436174" y="733506"/>
                    <a:pt x="1327173" y="694293"/>
                    <a:pt x="1198288" y="713016"/>
                  </a:cubicBezTo>
                  <a:cubicBezTo>
                    <a:pt x="1069403" y="731739"/>
                    <a:pt x="878107" y="663824"/>
                    <a:pt x="746302" y="713016"/>
                  </a:cubicBezTo>
                  <a:cubicBezTo>
                    <a:pt x="614497" y="762208"/>
                    <a:pt x="232841" y="643641"/>
                    <a:pt x="0" y="713016"/>
                  </a:cubicBezTo>
                  <a:cubicBezTo>
                    <a:pt x="-27456" y="584045"/>
                    <a:pt x="861" y="498799"/>
                    <a:pt x="0" y="356508"/>
                  </a:cubicBezTo>
                  <a:cubicBezTo>
                    <a:pt x="-861" y="214217"/>
                    <a:pt x="37318" y="17639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pPr>
                <a:defRPr/>
              </a:pPr>
              <a:r>
                <a:rPr lang="it-IT" sz="1400" b="1">
                  <a:solidFill>
                    <a:schemeClr val="bg1"/>
                  </a:solidFill>
                </a:rPr>
                <a:t>Nome</a:t>
              </a:r>
              <a:endParaRPr/>
            </a:p>
          </p:txBody>
        </p:sp>
        <p:sp>
          <p:nvSpPr>
            <p:cNvPr id="1059687669" name="Rettangolo con angoli arrotondati 10"/>
            <p:cNvSpPr/>
            <p:nvPr/>
          </p:nvSpPr>
          <p:spPr bwMode="auto">
            <a:xfrm>
              <a:off x="682555" y="2377915"/>
              <a:ext cx="3269683" cy="262344"/>
            </a:xfrm>
            <a:prstGeom prst="roundRect">
              <a:avLst>
                <a:gd name="adj" fmla="val 16667"/>
              </a:avLst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defRPr/>
              </a:pPr>
              <a:r>
                <a:rPr lang="it-IT" sz="1200"/>
                <a:t>Spaghetti alla carbonara </a:t>
              </a:r>
              <a:endParaRPr/>
            </a:p>
          </p:txBody>
        </p:sp>
      </p:grpSp>
      <p:sp>
        <p:nvSpPr>
          <p:cNvPr id="94346017" name="CasellaDiTesto 74"/>
          <p:cNvSpPr txBox="1"/>
          <p:nvPr/>
        </p:nvSpPr>
        <p:spPr bwMode="auto">
          <a:xfrm>
            <a:off x="9085878" y="184209"/>
            <a:ext cx="2083026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/>
              <a:t>Ciao, </a:t>
            </a:r>
            <a:r>
              <a:rPr lang="it-IT" b="1" i="1"/>
              <a:t>Luca Gasperini</a:t>
            </a:r>
            <a:endParaRPr/>
          </a:p>
        </p:txBody>
      </p:sp>
      <p:grpSp>
        <p:nvGrpSpPr>
          <p:cNvPr id="1460538389" name="Gruppo 97"/>
          <p:cNvGrpSpPr/>
          <p:nvPr/>
        </p:nvGrpSpPr>
        <p:grpSpPr bwMode="auto">
          <a:xfrm>
            <a:off x="11357834" y="221713"/>
            <a:ext cx="547191" cy="304938"/>
            <a:chOff x="11307901" y="248603"/>
            <a:chExt cx="547191" cy="304938"/>
          </a:xfrm>
        </p:grpSpPr>
        <p:sp>
          <p:nvSpPr>
            <p:cNvPr id="2011101948" name="Rettangolo con angoli arrotondati 91"/>
            <p:cNvSpPr/>
            <p:nvPr/>
          </p:nvSpPr>
          <p:spPr bwMode="auto">
            <a:xfrm>
              <a:off x="11307901" y="248603"/>
              <a:ext cx="547191" cy="304938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>
                <a:defRPr/>
              </a:pPr>
              <a:endParaRPr lang="it-IT"/>
            </a:p>
          </p:txBody>
        </p:sp>
        <p:grpSp>
          <p:nvGrpSpPr>
            <p:cNvPr id="131754028" name="Gruppo 92"/>
            <p:cNvGrpSpPr/>
            <p:nvPr/>
          </p:nvGrpSpPr>
          <p:grpSpPr bwMode="auto">
            <a:xfrm>
              <a:off x="11366458" y="287692"/>
              <a:ext cx="436966" cy="226758"/>
              <a:chOff x="11370200" y="216945"/>
              <a:chExt cx="579868" cy="303861"/>
            </a:xfrm>
            <a:solidFill>
              <a:schemeClr val="bg1"/>
            </a:solidFill>
          </p:grpSpPr>
          <p:sp>
            <p:nvSpPr>
              <p:cNvPr id="1242411164" name="Elemento grafico 76" descr="Accento circonflesso verso il basso con riempimento a tinta unita"/>
              <p:cNvSpPr/>
              <p:nvPr/>
            </p:nvSpPr>
            <p:spPr bwMode="auto">
              <a:xfrm>
                <a:off x="11737449" y="333085"/>
                <a:ext cx="212619" cy="122263"/>
              </a:xfrm>
              <a:custGeom>
                <a:avLst/>
                <a:gdLst>
                  <a:gd name="connsiteX0" fmla="*/ 106321 w 212620"/>
                  <a:gd name="connsiteY0" fmla="*/ 122264 h 122264"/>
                  <a:gd name="connsiteX1" fmla="*/ 0 w 212620"/>
                  <a:gd name="connsiteY1" fmla="*/ 15966 h 122264"/>
                  <a:gd name="connsiteX2" fmla="*/ 15962 w 212620"/>
                  <a:gd name="connsiteY2" fmla="*/ 0 h 122264"/>
                  <a:gd name="connsiteX3" fmla="*/ 106321 w 212620"/>
                  <a:gd name="connsiteY3" fmla="*/ 90341 h 122264"/>
                  <a:gd name="connsiteX4" fmla="*/ 196659 w 212620"/>
                  <a:gd name="connsiteY4" fmla="*/ 4 h 122264"/>
                  <a:gd name="connsiteX5" fmla="*/ 212620 w 212620"/>
                  <a:gd name="connsiteY5" fmla="*/ 15966 h 122264"/>
                  <a:gd name="connsiteX6" fmla="*/ 106321 w 212620"/>
                  <a:gd name="connsiteY6" fmla="*/ 122264 h 1222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2620" h="122264" fill="norm" stroke="1" extrusionOk="0">
                    <a:moveTo>
                      <a:pt x="106321" y="122264"/>
                    </a:moveTo>
                    <a:lnTo>
                      <a:pt x="0" y="15966"/>
                    </a:lnTo>
                    <a:lnTo>
                      <a:pt x="15962" y="0"/>
                    </a:lnTo>
                    <a:lnTo>
                      <a:pt x="106321" y="90341"/>
                    </a:lnTo>
                    <a:lnTo>
                      <a:pt x="196659" y="4"/>
                    </a:lnTo>
                    <a:lnTo>
                      <a:pt x="212620" y="15966"/>
                    </a:lnTo>
                    <a:lnTo>
                      <a:pt x="106321" y="122264"/>
                    </a:lnTo>
                    <a:close/>
                  </a:path>
                </a:pathLst>
              </a:custGeom>
              <a:grpFill/>
              <a:ln w="36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it-IT"/>
              </a:p>
            </p:txBody>
          </p:sp>
          <p:grpSp>
            <p:nvGrpSpPr>
              <p:cNvPr id="1662701673" name="Elemento grafico 78" descr="Utente con riempimento a tinta unita"/>
              <p:cNvGrpSpPr/>
              <p:nvPr/>
            </p:nvGrpSpPr>
            <p:grpSpPr bwMode="auto">
              <a:xfrm>
                <a:off x="11370200" y="216945"/>
                <a:ext cx="285987" cy="303861"/>
                <a:chOff x="11370200" y="216945"/>
                <a:chExt cx="285987" cy="303861"/>
              </a:xfrm>
              <a:grpFill/>
            </p:grpSpPr>
            <p:sp>
              <p:nvSpPr>
                <p:cNvPr id="1144871329" name="Figura a mano libera: forma 95"/>
                <p:cNvSpPr/>
                <p:nvPr/>
              </p:nvSpPr>
              <p:spPr bwMode="auto">
                <a:xfrm>
                  <a:off x="11441696" y="216945"/>
                  <a:ext cx="142993" cy="142993"/>
                </a:xfrm>
                <a:custGeom>
                  <a:avLst/>
                  <a:gdLst>
                    <a:gd name="connsiteX0" fmla="*/ 142994 w 142994"/>
                    <a:gd name="connsiteY0" fmla="*/ 71497 h 142994"/>
                    <a:gd name="connsiteX1" fmla="*/ 71497 w 142994"/>
                    <a:gd name="connsiteY1" fmla="*/ 142994 h 142994"/>
                    <a:gd name="connsiteX2" fmla="*/ 0 w 142994"/>
                    <a:gd name="connsiteY2" fmla="*/ 71497 h 142994"/>
                    <a:gd name="connsiteX3" fmla="*/ 71497 w 142994"/>
                    <a:gd name="connsiteY3" fmla="*/ 0 h 142994"/>
                    <a:gd name="connsiteX4" fmla="*/ 142994 w 142994"/>
                    <a:gd name="connsiteY4" fmla="*/ 71497 h 142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2994" h="142994" fill="norm" stroke="1" extrusionOk="0">
                      <a:moveTo>
                        <a:pt x="142994" y="71497"/>
                      </a:moveTo>
                      <a:cubicBezTo>
                        <a:pt x="142994" y="110984"/>
                        <a:pt x="110984" y="142994"/>
                        <a:pt x="71497" y="142994"/>
                      </a:cubicBezTo>
                      <a:cubicBezTo>
                        <a:pt x="32010" y="142994"/>
                        <a:pt x="0" y="110984"/>
                        <a:pt x="0" y="71497"/>
                      </a:cubicBezTo>
                      <a:cubicBezTo>
                        <a:pt x="0" y="32010"/>
                        <a:pt x="32010" y="0"/>
                        <a:pt x="71497" y="0"/>
                      </a:cubicBezTo>
                      <a:cubicBezTo>
                        <a:pt x="110984" y="0"/>
                        <a:pt x="142994" y="32010"/>
                        <a:pt x="142994" y="71497"/>
                      </a:cubicBezTo>
                      <a:close/>
                    </a:path>
                  </a:pathLst>
                </a:custGeom>
                <a:grpFill/>
                <a:ln w="44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it-IT"/>
                </a:p>
              </p:txBody>
            </p:sp>
            <p:sp>
              <p:nvSpPr>
                <p:cNvPr id="1742307990" name="Figura a mano libera: forma 96"/>
                <p:cNvSpPr/>
                <p:nvPr/>
              </p:nvSpPr>
              <p:spPr bwMode="auto">
                <a:xfrm>
                  <a:off x="11370200" y="377812"/>
                  <a:ext cx="285987" cy="142993"/>
                </a:xfrm>
                <a:custGeom>
                  <a:avLst/>
                  <a:gdLst>
                    <a:gd name="connsiteX0" fmla="*/ 285989 w 285988"/>
                    <a:gd name="connsiteY0" fmla="*/ 142994 h 142994"/>
                    <a:gd name="connsiteX1" fmla="*/ 285989 w 285988"/>
                    <a:gd name="connsiteY1" fmla="*/ 71497 h 142994"/>
                    <a:gd name="connsiteX2" fmla="*/ 271689 w 285988"/>
                    <a:gd name="connsiteY2" fmla="*/ 42898 h 142994"/>
                    <a:gd name="connsiteX3" fmla="*/ 201980 w 285988"/>
                    <a:gd name="connsiteY3" fmla="*/ 8937 h 142994"/>
                    <a:gd name="connsiteX4" fmla="*/ 142994 w 285988"/>
                    <a:gd name="connsiteY4" fmla="*/ 0 h 142994"/>
                    <a:gd name="connsiteX5" fmla="*/ 84009 w 285988"/>
                    <a:gd name="connsiteY5" fmla="*/ 8937 h 142994"/>
                    <a:gd name="connsiteX6" fmla="*/ 14299 w 285988"/>
                    <a:gd name="connsiteY6" fmla="*/ 42898 h 142994"/>
                    <a:gd name="connsiteX7" fmla="*/ 0 w 285988"/>
                    <a:gd name="connsiteY7" fmla="*/ 71497 h 142994"/>
                    <a:gd name="connsiteX8" fmla="*/ 0 w 285988"/>
                    <a:gd name="connsiteY8" fmla="*/ 142994 h 142994"/>
                    <a:gd name="connsiteX9" fmla="*/ 285989 w 285988"/>
                    <a:gd name="connsiteY9" fmla="*/ 142994 h 142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85988" h="142994" fill="norm" stroke="1" extrusionOk="0">
                      <a:moveTo>
                        <a:pt x="285989" y="142994"/>
                      </a:moveTo>
                      <a:lnTo>
                        <a:pt x="285989" y="71497"/>
                      </a:lnTo>
                      <a:cubicBezTo>
                        <a:pt x="285989" y="60773"/>
                        <a:pt x="280626" y="50048"/>
                        <a:pt x="271689" y="42898"/>
                      </a:cubicBezTo>
                      <a:cubicBezTo>
                        <a:pt x="252028" y="26811"/>
                        <a:pt x="227004" y="16087"/>
                        <a:pt x="201980" y="8937"/>
                      </a:cubicBezTo>
                      <a:cubicBezTo>
                        <a:pt x="184105" y="3575"/>
                        <a:pt x="164443" y="0"/>
                        <a:pt x="142994" y="0"/>
                      </a:cubicBezTo>
                      <a:cubicBezTo>
                        <a:pt x="123333" y="0"/>
                        <a:pt x="103671" y="3575"/>
                        <a:pt x="84009" y="8937"/>
                      </a:cubicBezTo>
                      <a:cubicBezTo>
                        <a:pt x="58985" y="16087"/>
                        <a:pt x="33961" y="28599"/>
                        <a:pt x="14299" y="42898"/>
                      </a:cubicBezTo>
                      <a:cubicBezTo>
                        <a:pt x="5362" y="50048"/>
                        <a:pt x="0" y="60773"/>
                        <a:pt x="0" y="71497"/>
                      </a:cubicBezTo>
                      <a:lnTo>
                        <a:pt x="0" y="142994"/>
                      </a:lnTo>
                      <a:lnTo>
                        <a:pt x="285989" y="142994"/>
                      </a:lnTo>
                      <a:close/>
                    </a:path>
                  </a:pathLst>
                </a:custGeom>
                <a:grpFill/>
                <a:ln w="44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it-IT"/>
                </a:p>
              </p:txBody>
            </p:sp>
          </p:grpSp>
        </p:grpSp>
      </p:grpSp>
      <p:grpSp>
        <p:nvGrpSpPr>
          <p:cNvPr id="25517412" name="Gruppo 144"/>
          <p:cNvGrpSpPr/>
          <p:nvPr/>
        </p:nvGrpSpPr>
        <p:grpSpPr bwMode="auto">
          <a:xfrm>
            <a:off x="5306305" y="6229678"/>
            <a:ext cx="1579386" cy="369331"/>
            <a:chOff x="5278057" y="6199535"/>
            <a:chExt cx="1635882" cy="382542"/>
          </a:xfrm>
        </p:grpSpPr>
        <p:sp>
          <p:nvSpPr>
            <p:cNvPr id="1758916371" name="Rettangolo 79"/>
            <p:cNvSpPr/>
            <p:nvPr/>
          </p:nvSpPr>
          <p:spPr bwMode="auto">
            <a:xfrm>
              <a:off x="5278057" y="6199535"/>
              <a:ext cx="1635882" cy="3825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>
                <a:defRPr/>
              </a:pPr>
              <a:r>
                <a:rPr lang="it-IT" b="1"/>
                <a:t>Salva piatto</a:t>
              </a:r>
              <a:endParaRPr/>
            </a:p>
          </p:txBody>
        </p:sp>
        <p:sp>
          <p:nvSpPr>
            <p:cNvPr id="1757082475" name="Figura a mano libera: forma 117"/>
            <p:cNvSpPr/>
            <p:nvPr/>
          </p:nvSpPr>
          <p:spPr bwMode="auto">
            <a:xfrm>
              <a:off x="6602186" y="6287787"/>
              <a:ext cx="246819" cy="188139"/>
            </a:xfrm>
            <a:custGeom>
              <a:avLst/>
              <a:gdLst>
                <a:gd name="connsiteX0" fmla="*/ 336099 w 336099"/>
                <a:gd name="connsiteY0" fmla="*/ 40815 h 256193"/>
                <a:gd name="connsiteX1" fmla="*/ 296094 w 336099"/>
                <a:gd name="connsiteY1" fmla="*/ 0 h 256193"/>
                <a:gd name="connsiteX2" fmla="*/ 116710 w 336099"/>
                <a:gd name="connsiteY2" fmla="*/ 175784 h 256193"/>
                <a:gd name="connsiteX3" fmla="*/ 40415 w 336099"/>
                <a:gd name="connsiteY3" fmla="*/ 99489 h 256193"/>
                <a:gd name="connsiteX4" fmla="*/ 0 w 336099"/>
                <a:gd name="connsiteY4" fmla="*/ 139894 h 256193"/>
                <a:gd name="connsiteX5" fmla="*/ 116300 w 336099"/>
                <a:gd name="connsiteY5" fmla="*/ 256194 h 256193"/>
                <a:gd name="connsiteX6" fmla="*/ 336099 w 336099"/>
                <a:gd name="connsiteY6" fmla="*/ 40815 h 256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6099" h="256193" fill="norm" stroke="1" extrusionOk="0">
                  <a:moveTo>
                    <a:pt x="336099" y="40815"/>
                  </a:moveTo>
                  <a:lnTo>
                    <a:pt x="296094" y="0"/>
                  </a:lnTo>
                  <a:lnTo>
                    <a:pt x="116710" y="175784"/>
                  </a:lnTo>
                  <a:lnTo>
                    <a:pt x="40415" y="99489"/>
                  </a:lnTo>
                  <a:lnTo>
                    <a:pt x="0" y="139894"/>
                  </a:lnTo>
                  <a:lnTo>
                    <a:pt x="116300" y="256194"/>
                  </a:lnTo>
                  <a:lnTo>
                    <a:pt x="336099" y="4081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it-IT"/>
            </a:p>
          </p:txBody>
        </p:sp>
      </p:grpSp>
      <p:grpSp>
        <p:nvGrpSpPr>
          <p:cNvPr id="601960073" name="Gruppo 23"/>
          <p:cNvGrpSpPr/>
          <p:nvPr/>
        </p:nvGrpSpPr>
        <p:grpSpPr bwMode="auto">
          <a:xfrm>
            <a:off x="534611" y="3371594"/>
            <a:ext cx="3686986" cy="1754147"/>
            <a:chOff x="6686555" y="1228717"/>
            <a:chExt cx="3686986" cy="1754147"/>
          </a:xfrm>
        </p:grpSpPr>
        <p:sp>
          <p:nvSpPr>
            <p:cNvPr id="1597947987" name="CasellaDiTesto 3"/>
            <p:cNvSpPr txBox="1"/>
            <p:nvPr/>
          </p:nvSpPr>
          <p:spPr bwMode="auto">
            <a:xfrm>
              <a:off x="6686555" y="1228717"/>
              <a:ext cx="3686986" cy="1754147"/>
            </a:xfrm>
            <a:custGeom>
              <a:avLst/>
              <a:gdLst>
                <a:gd name="connsiteX0" fmla="*/ 0 w 3686987"/>
                <a:gd name="connsiteY0" fmla="*/ 0 h 1754148"/>
                <a:gd name="connsiteX1" fmla="*/ 452973 w 3686987"/>
                <a:gd name="connsiteY1" fmla="*/ 0 h 1754148"/>
                <a:gd name="connsiteX2" fmla="*/ 979685 w 3686987"/>
                <a:gd name="connsiteY2" fmla="*/ 0 h 1754148"/>
                <a:gd name="connsiteX3" fmla="*/ 1506398 w 3686987"/>
                <a:gd name="connsiteY3" fmla="*/ 0 h 1754148"/>
                <a:gd name="connsiteX4" fmla="*/ 1996240 w 3686987"/>
                <a:gd name="connsiteY4" fmla="*/ 0 h 1754148"/>
                <a:gd name="connsiteX5" fmla="*/ 2522953 w 3686987"/>
                <a:gd name="connsiteY5" fmla="*/ 0 h 1754148"/>
                <a:gd name="connsiteX6" fmla="*/ 3086535 w 3686987"/>
                <a:gd name="connsiteY6" fmla="*/ 0 h 1754148"/>
                <a:gd name="connsiteX7" fmla="*/ 3686987 w 3686987"/>
                <a:gd name="connsiteY7" fmla="*/ 0 h 1754148"/>
                <a:gd name="connsiteX8" fmla="*/ 3686987 w 3686987"/>
                <a:gd name="connsiteY8" fmla="*/ 532092 h 1754148"/>
                <a:gd name="connsiteX9" fmla="*/ 3686987 w 3686987"/>
                <a:gd name="connsiteY9" fmla="*/ 1064183 h 1754148"/>
                <a:gd name="connsiteX10" fmla="*/ 3686987 w 3686987"/>
                <a:gd name="connsiteY10" fmla="*/ 1754148 h 1754148"/>
                <a:gd name="connsiteX11" fmla="*/ 3234014 w 3686987"/>
                <a:gd name="connsiteY11" fmla="*/ 1754148 h 1754148"/>
                <a:gd name="connsiteX12" fmla="*/ 2670432 w 3686987"/>
                <a:gd name="connsiteY12" fmla="*/ 1754148 h 1754148"/>
                <a:gd name="connsiteX13" fmla="*/ 2180589 w 3686987"/>
                <a:gd name="connsiteY13" fmla="*/ 1754148 h 1754148"/>
                <a:gd name="connsiteX14" fmla="*/ 1727617 w 3686987"/>
                <a:gd name="connsiteY14" fmla="*/ 1754148 h 1754148"/>
                <a:gd name="connsiteX15" fmla="*/ 1274644 w 3686987"/>
                <a:gd name="connsiteY15" fmla="*/ 1754148 h 1754148"/>
                <a:gd name="connsiteX16" fmla="*/ 711062 w 3686987"/>
                <a:gd name="connsiteY16" fmla="*/ 1754148 h 1754148"/>
                <a:gd name="connsiteX17" fmla="*/ 0 w 3686987"/>
                <a:gd name="connsiteY17" fmla="*/ 1754148 h 1754148"/>
                <a:gd name="connsiteX18" fmla="*/ 0 w 3686987"/>
                <a:gd name="connsiteY18" fmla="*/ 1204515 h 1754148"/>
                <a:gd name="connsiteX19" fmla="*/ 0 w 3686987"/>
                <a:gd name="connsiteY19" fmla="*/ 637340 h 1754148"/>
                <a:gd name="connsiteX20" fmla="*/ 0 w 3686987"/>
                <a:gd name="connsiteY20" fmla="*/ 0 h 1754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86987" h="1754148" fill="none" stroke="1" extrusionOk="0">
                  <a:moveTo>
                    <a:pt x="0" y="0"/>
                  </a:moveTo>
                  <a:cubicBezTo>
                    <a:pt x="129934" y="-43702"/>
                    <a:pt x="286924" y="9096"/>
                    <a:pt x="452973" y="0"/>
                  </a:cubicBezTo>
                  <a:cubicBezTo>
                    <a:pt x="619022" y="-9096"/>
                    <a:pt x="740879" y="21527"/>
                    <a:pt x="979685" y="0"/>
                  </a:cubicBezTo>
                  <a:cubicBezTo>
                    <a:pt x="1218491" y="-21527"/>
                    <a:pt x="1246574" y="41589"/>
                    <a:pt x="1506398" y="0"/>
                  </a:cubicBezTo>
                  <a:cubicBezTo>
                    <a:pt x="1766222" y="-41589"/>
                    <a:pt x="1807060" y="19017"/>
                    <a:pt x="1996240" y="0"/>
                  </a:cubicBezTo>
                  <a:cubicBezTo>
                    <a:pt x="2185420" y="-19017"/>
                    <a:pt x="2321121" y="28337"/>
                    <a:pt x="2522953" y="0"/>
                  </a:cubicBezTo>
                  <a:cubicBezTo>
                    <a:pt x="2724785" y="-28337"/>
                    <a:pt x="2857727" y="1235"/>
                    <a:pt x="3086535" y="0"/>
                  </a:cubicBezTo>
                  <a:cubicBezTo>
                    <a:pt x="3315343" y="-1235"/>
                    <a:pt x="3469423" y="61880"/>
                    <a:pt x="3686987" y="0"/>
                  </a:cubicBezTo>
                  <a:cubicBezTo>
                    <a:pt x="3746168" y="248166"/>
                    <a:pt x="3650318" y="351662"/>
                    <a:pt x="3686987" y="532092"/>
                  </a:cubicBezTo>
                  <a:cubicBezTo>
                    <a:pt x="3723656" y="712522"/>
                    <a:pt x="3666451" y="840838"/>
                    <a:pt x="3686987" y="1064183"/>
                  </a:cubicBezTo>
                  <a:cubicBezTo>
                    <a:pt x="3707523" y="1287528"/>
                    <a:pt x="3607977" y="1457305"/>
                    <a:pt x="3686987" y="1754148"/>
                  </a:cubicBezTo>
                  <a:cubicBezTo>
                    <a:pt x="3471077" y="1800156"/>
                    <a:pt x="3448594" y="1736836"/>
                    <a:pt x="3234014" y="1754148"/>
                  </a:cubicBezTo>
                  <a:cubicBezTo>
                    <a:pt x="3019434" y="1771460"/>
                    <a:pt x="2787630" y="1733171"/>
                    <a:pt x="2670432" y="1754148"/>
                  </a:cubicBezTo>
                  <a:cubicBezTo>
                    <a:pt x="2553234" y="1775125"/>
                    <a:pt x="2422499" y="1709984"/>
                    <a:pt x="2180589" y="1754148"/>
                  </a:cubicBezTo>
                  <a:cubicBezTo>
                    <a:pt x="1938679" y="1798312"/>
                    <a:pt x="1944906" y="1747137"/>
                    <a:pt x="1727617" y="1754148"/>
                  </a:cubicBezTo>
                  <a:cubicBezTo>
                    <a:pt x="1510328" y="1761159"/>
                    <a:pt x="1394936" y="1748683"/>
                    <a:pt x="1274644" y="1754148"/>
                  </a:cubicBezTo>
                  <a:cubicBezTo>
                    <a:pt x="1154352" y="1759613"/>
                    <a:pt x="846465" y="1687997"/>
                    <a:pt x="711062" y="1754148"/>
                  </a:cubicBezTo>
                  <a:cubicBezTo>
                    <a:pt x="575659" y="1820299"/>
                    <a:pt x="325161" y="1745013"/>
                    <a:pt x="0" y="1754148"/>
                  </a:cubicBezTo>
                  <a:cubicBezTo>
                    <a:pt x="-32283" y="1489626"/>
                    <a:pt x="52974" y="1415188"/>
                    <a:pt x="0" y="1204515"/>
                  </a:cubicBezTo>
                  <a:cubicBezTo>
                    <a:pt x="-52974" y="993842"/>
                    <a:pt x="27051" y="819127"/>
                    <a:pt x="0" y="637340"/>
                  </a:cubicBezTo>
                  <a:cubicBezTo>
                    <a:pt x="-27051" y="455553"/>
                    <a:pt x="21282" y="254298"/>
                    <a:pt x="0" y="0"/>
                  </a:cubicBezTo>
                  <a:close/>
                </a:path>
                <a:path w="3686987" h="1754148" fill="norm" stroke="0" extrusionOk="0">
                  <a:moveTo>
                    <a:pt x="0" y="0"/>
                  </a:moveTo>
                  <a:cubicBezTo>
                    <a:pt x="152296" y="-692"/>
                    <a:pt x="332954" y="5869"/>
                    <a:pt x="489843" y="0"/>
                  </a:cubicBezTo>
                  <a:cubicBezTo>
                    <a:pt x="646732" y="-5869"/>
                    <a:pt x="767879" y="20724"/>
                    <a:pt x="1016555" y="0"/>
                  </a:cubicBezTo>
                  <a:cubicBezTo>
                    <a:pt x="1265231" y="-20724"/>
                    <a:pt x="1287666" y="28693"/>
                    <a:pt x="1543267" y="0"/>
                  </a:cubicBezTo>
                  <a:cubicBezTo>
                    <a:pt x="1798868" y="-28693"/>
                    <a:pt x="1793946" y="1083"/>
                    <a:pt x="1959370" y="0"/>
                  </a:cubicBezTo>
                  <a:cubicBezTo>
                    <a:pt x="2124794" y="-1083"/>
                    <a:pt x="2228765" y="57811"/>
                    <a:pt x="2486083" y="0"/>
                  </a:cubicBezTo>
                  <a:cubicBezTo>
                    <a:pt x="2743401" y="-57811"/>
                    <a:pt x="2959520" y="69337"/>
                    <a:pt x="3086535" y="0"/>
                  </a:cubicBezTo>
                  <a:cubicBezTo>
                    <a:pt x="3213550" y="-69337"/>
                    <a:pt x="3551423" y="71545"/>
                    <a:pt x="3686987" y="0"/>
                  </a:cubicBezTo>
                  <a:cubicBezTo>
                    <a:pt x="3742723" y="286966"/>
                    <a:pt x="3686180" y="368708"/>
                    <a:pt x="3686987" y="584716"/>
                  </a:cubicBezTo>
                  <a:cubicBezTo>
                    <a:pt x="3687794" y="800724"/>
                    <a:pt x="3656751" y="923442"/>
                    <a:pt x="3686987" y="1169432"/>
                  </a:cubicBezTo>
                  <a:cubicBezTo>
                    <a:pt x="3717223" y="1415422"/>
                    <a:pt x="3669684" y="1601925"/>
                    <a:pt x="3686987" y="1754148"/>
                  </a:cubicBezTo>
                  <a:cubicBezTo>
                    <a:pt x="3549815" y="1762940"/>
                    <a:pt x="3472153" y="1738774"/>
                    <a:pt x="3270884" y="1754148"/>
                  </a:cubicBezTo>
                  <a:cubicBezTo>
                    <a:pt x="3069615" y="1769522"/>
                    <a:pt x="2828117" y="1724844"/>
                    <a:pt x="2670432" y="1754148"/>
                  </a:cubicBezTo>
                  <a:cubicBezTo>
                    <a:pt x="2512747" y="1783452"/>
                    <a:pt x="2311793" y="1702707"/>
                    <a:pt x="2217459" y="1754148"/>
                  </a:cubicBezTo>
                  <a:cubicBezTo>
                    <a:pt x="2123125" y="1805589"/>
                    <a:pt x="1956863" y="1724861"/>
                    <a:pt x="1764487" y="1754148"/>
                  </a:cubicBezTo>
                  <a:cubicBezTo>
                    <a:pt x="1572111" y="1783435"/>
                    <a:pt x="1433755" y="1714338"/>
                    <a:pt x="1311514" y="1754148"/>
                  </a:cubicBezTo>
                  <a:cubicBezTo>
                    <a:pt x="1189273" y="1793958"/>
                    <a:pt x="1008380" y="1712792"/>
                    <a:pt x="784802" y="1754148"/>
                  </a:cubicBezTo>
                  <a:cubicBezTo>
                    <a:pt x="561224" y="1795504"/>
                    <a:pt x="176838" y="1744808"/>
                    <a:pt x="0" y="1754148"/>
                  </a:cubicBezTo>
                  <a:cubicBezTo>
                    <a:pt x="-36299" y="1559233"/>
                    <a:pt x="5385" y="1370594"/>
                    <a:pt x="0" y="1169432"/>
                  </a:cubicBezTo>
                  <a:cubicBezTo>
                    <a:pt x="-5385" y="968270"/>
                    <a:pt x="26800" y="850003"/>
                    <a:pt x="0" y="584716"/>
                  </a:cubicBezTo>
                  <a:cubicBezTo>
                    <a:pt x="-26800" y="319429"/>
                    <a:pt x="29227" y="225033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pPr>
                <a:defRPr/>
              </a:pPr>
              <a:r>
                <a:rPr lang="it-IT" sz="1400" b="1">
                  <a:solidFill>
                    <a:schemeClr val="bg1"/>
                  </a:solidFill>
                </a:rPr>
                <a:t>Descrizione</a:t>
              </a:r>
              <a:endParaRPr/>
            </a:p>
          </p:txBody>
        </p:sp>
        <p:sp>
          <p:nvSpPr>
            <p:cNvPr id="86784315" name="Rettangolo con angoli arrotondati 5"/>
            <p:cNvSpPr/>
            <p:nvPr/>
          </p:nvSpPr>
          <p:spPr bwMode="auto">
            <a:xfrm>
              <a:off x="6834497" y="1526490"/>
              <a:ext cx="3477307" cy="1152916"/>
            </a:xfrm>
            <a:prstGeom prst="roundRect">
              <a:avLst>
                <a:gd name="adj" fmla="val 16667"/>
              </a:avLst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>
                <a:defRPr/>
              </a:pPr>
              <a:r>
                <a:rPr lang="it-IT" sz="1200"/>
                <a:t>Spaghetti di grano 100% italiano trafilati al bronzo, croccante guanciale amatriciano d’allevamento biologico, avvolgente crema di uova laziali a KM 0, pecorino romano DOP ed aromatico pepe nero appena macinato.</a:t>
              </a:r>
              <a:endParaRPr/>
            </a:p>
          </p:txBody>
        </p:sp>
      </p:grpSp>
      <p:sp>
        <p:nvSpPr>
          <p:cNvPr id="661929025" name="CasellaDiTesto 40"/>
          <p:cNvSpPr txBox="1"/>
          <p:nvPr/>
        </p:nvSpPr>
        <p:spPr bwMode="auto">
          <a:xfrm flipH="0" flipV="0">
            <a:off x="534613" y="5199725"/>
            <a:ext cx="3686986" cy="587249"/>
          </a:xfrm>
          <a:custGeom>
            <a:avLst/>
            <a:gdLst>
              <a:gd name="connsiteX0" fmla="*/ 0 w 3686987"/>
              <a:gd name="connsiteY0" fmla="*/ 0 h 1861664"/>
              <a:gd name="connsiteX1" fmla="*/ 452973 w 3686987"/>
              <a:gd name="connsiteY1" fmla="*/ 0 h 1861664"/>
              <a:gd name="connsiteX2" fmla="*/ 942815 w 3686987"/>
              <a:gd name="connsiteY2" fmla="*/ 0 h 1861664"/>
              <a:gd name="connsiteX3" fmla="*/ 1469528 w 3686987"/>
              <a:gd name="connsiteY3" fmla="*/ 0 h 1861664"/>
              <a:gd name="connsiteX4" fmla="*/ 2033110 w 3686987"/>
              <a:gd name="connsiteY4" fmla="*/ 0 h 1861664"/>
              <a:gd name="connsiteX5" fmla="*/ 2449213 w 3686987"/>
              <a:gd name="connsiteY5" fmla="*/ 0 h 1861664"/>
              <a:gd name="connsiteX6" fmla="*/ 2865316 w 3686987"/>
              <a:gd name="connsiteY6" fmla="*/ 0 h 1861664"/>
              <a:gd name="connsiteX7" fmla="*/ 3686987 w 3686987"/>
              <a:gd name="connsiteY7" fmla="*/ 0 h 1861664"/>
              <a:gd name="connsiteX8" fmla="*/ 3686987 w 3686987"/>
              <a:gd name="connsiteY8" fmla="*/ 409566 h 1861664"/>
              <a:gd name="connsiteX9" fmla="*/ 3686987 w 3686987"/>
              <a:gd name="connsiteY9" fmla="*/ 837749 h 1861664"/>
              <a:gd name="connsiteX10" fmla="*/ 3686987 w 3686987"/>
              <a:gd name="connsiteY10" fmla="*/ 1284548 h 1861664"/>
              <a:gd name="connsiteX11" fmla="*/ 3686987 w 3686987"/>
              <a:gd name="connsiteY11" fmla="*/ 1861664 h 1861664"/>
              <a:gd name="connsiteX12" fmla="*/ 3234014 w 3686987"/>
              <a:gd name="connsiteY12" fmla="*/ 1861664 h 1861664"/>
              <a:gd name="connsiteX13" fmla="*/ 2781042 w 3686987"/>
              <a:gd name="connsiteY13" fmla="*/ 1861664 h 1861664"/>
              <a:gd name="connsiteX14" fmla="*/ 2217459 w 3686987"/>
              <a:gd name="connsiteY14" fmla="*/ 1861664 h 1861664"/>
              <a:gd name="connsiteX15" fmla="*/ 1653877 w 3686987"/>
              <a:gd name="connsiteY15" fmla="*/ 1861664 h 1861664"/>
              <a:gd name="connsiteX16" fmla="*/ 1200904 w 3686987"/>
              <a:gd name="connsiteY16" fmla="*/ 1861664 h 1861664"/>
              <a:gd name="connsiteX17" fmla="*/ 711062 w 3686987"/>
              <a:gd name="connsiteY17" fmla="*/ 1861664 h 1861664"/>
              <a:gd name="connsiteX18" fmla="*/ 0 w 3686987"/>
              <a:gd name="connsiteY18" fmla="*/ 1861664 h 1861664"/>
              <a:gd name="connsiteX19" fmla="*/ 0 w 3686987"/>
              <a:gd name="connsiteY19" fmla="*/ 1359015 h 1861664"/>
              <a:gd name="connsiteX20" fmla="*/ 0 w 3686987"/>
              <a:gd name="connsiteY20" fmla="*/ 893599 h 1861664"/>
              <a:gd name="connsiteX21" fmla="*/ 0 w 3686987"/>
              <a:gd name="connsiteY21" fmla="*/ 484033 h 1861664"/>
              <a:gd name="connsiteX22" fmla="*/ 0 w 3686987"/>
              <a:gd name="connsiteY22" fmla="*/ 0 h 1861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686987" h="1861664" fill="none" stroke="1" extrusionOk="0">
                <a:moveTo>
                  <a:pt x="0" y="0"/>
                </a:moveTo>
                <a:cubicBezTo>
                  <a:pt x="124882" y="-33618"/>
                  <a:pt x="301111" y="44737"/>
                  <a:pt x="452973" y="0"/>
                </a:cubicBezTo>
                <a:cubicBezTo>
                  <a:pt x="604835" y="-44737"/>
                  <a:pt x="753635" y="19017"/>
                  <a:pt x="942815" y="0"/>
                </a:cubicBezTo>
                <a:cubicBezTo>
                  <a:pt x="1131995" y="-19017"/>
                  <a:pt x="1267696" y="28337"/>
                  <a:pt x="1469528" y="0"/>
                </a:cubicBezTo>
                <a:cubicBezTo>
                  <a:pt x="1671360" y="-28337"/>
                  <a:pt x="1804302" y="1235"/>
                  <a:pt x="2033110" y="0"/>
                </a:cubicBezTo>
                <a:cubicBezTo>
                  <a:pt x="2261918" y="-1235"/>
                  <a:pt x="2288696" y="42015"/>
                  <a:pt x="2449213" y="0"/>
                </a:cubicBezTo>
                <a:cubicBezTo>
                  <a:pt x="2609730" y="-42015"/>
                  <a:pt x="2764105" y="15917"/>
                  <a:pt x="2865316" y="0"/>
                </a:cubicBezTo>
                <a:cubicBezTo>
                  <a:pt x="2966527" y="-15917"/>
                  <a:pt x="3373033" y="622"/>
                  <a:pt x="3686987" y="0"/>
                </a:cubicBezTo>
                <a:cubicBezTo>
                  <a:pt x="3717474" y="121686"/>
                  <a:pt x="3656586" y="307913"/>
                  <a:pt x="3686987" y="409566"/>
                </a:cubicBezTo>
                <a:cubicBezTo>
                  <a:pt x="3717388" y="511219"/>
                  <a:pt x="3652326" y="697421"/>
                  <a:pt x="3686987" y="837749"/>
                </a:cubicBezTo>
                <a:cubicBezTo>
                  <a:pt x="3721648" y="978077"/>
                  <a:pt x="3636732" y="1182396"/>
                  <a:pt x="3686987" y="1284548"/>
                </a:cubicBezTo>
                <a:cubicBezTo>
                  <a:pt x="3737242" y="1386700"/>
                  <a:pt x="3681295" y="1710091"/>
                  <a:pt x="3686987" y="1861664"/>
                </a:cubicBezTo>
                <a:cubicBezTo>
                  <a:pt x="3474786" y="1876587"/>
                  <a:pt x="3456356" y="1859253"/>
                  <a:pt x="3234014" y="1861664"/>
                </a:cubicBezTo>
                <a:cubicBezTo>
                  <a:pt x="3011672" y="1864075"/>
                  <a:pt x="2899754" y="1852177"/>
                  <a:pt x="2781042" y="1861664"/>
                </a:cubicBezTo>
                <a:cubicBezTo>
                  <a:pt x="2662330" y="1871151"/>
                  <a:pt x="2359930" y="1798148"/>
                  <a:pt x="2217459" y="1861664"/>
                </a:cubicBezTo>
                <a:cubicBezTo>
                  <a:pt x="2074988" y="1925180"/>
                  <a:pt x="1814277" y="1856769"/>
                  <a:pt x="1653877" y="1861664"/>
                </a:cubicBezTo>
                <a:cubicBezTo>
                  <a:pt x="1493477" y="1866559"/>
                  <a:pt x="1390264" y="1861048"/>
                  <a:pt x="1200904" y="1861664"/>
                </a:cubicBezTo>
                <a:cubicBezTo>
                  <a:pt x="1011544" y="1862280"/>
                  <a:pt x="896329" y="1839178"/>
                  <a:pt x="711062" y="1861664"/>
                </a:cubicBezTo>
                <a:cubicBezTo>
                  <a:pt x="525795" y="1884150"/>
                  <a:pt x="260213" y="1780405"/>
                  <a:pt x="0" y="1861664"/>
                </a:cubicBezTo>
                <a:cubicBezTo>
                  <a:pt x="-17140" y="1705143"/>
                  <a:pt x="54146" y="1602233"/>
                  <a:pt x="0" y="1359015"/>
                </a:cubicBezTo>
                <a:cubicBezTo>
                  <a:pt x="-54146" y="1115797"/>
                  <a:pt x="48865" y="999127"/>
                  <a:pt x="0" y="893599"/>
                </a:cubicBezTo>
                <a:cubicBezTo>
                  <a:pt x="-48865" y="788071"/>
                  <a:pt x="36330" y="605323"/>
                  <a:pt x="0" y="484033"/>
                </a:cubicBezTo>
                <a:cubicBezTo>
                  <a:pt x="-36330" y="362743"/>
                  <a:pt x="35957" y="162900"/>
                  <a:pt x="0" y="0"/>
                </a:cubicBezTo>
                <a:close/>
              </a:path>
              <a:path w="3686987" h="1861664" fill="norm" stroke="0" extrusionOk="0">
                <a:moveTo>
                  <a:pt x="0" y="0"/>
                </a:moveTo>
                <a:cubicBezTo>
                  <a:pt x="152296" y="-692"/>
                  <a:pt x="332954" y="5869"/>
                  <a:pt x="489843" y="0"/>
                </a:cubicBezTo>
                <a:cubicBezTo>
                  <a:pt x="646732" y="-5869"/>
                  <a:pt x="767879" y="20724"/>
                  <a:pt x="1016555" y="0"/>
                </a:cubicBezTo>
                <a:cubicBezTo>
                  <a:pt x="1265231" y="-20724"/>
                  <a:pt x="1287666" y="28693"/>
                  <a:pt x="1543267" y="0"/>
                </a:cubicBezTo>
                <a:cubicBezTo>
                  <a:pt x="1798868" y="-28693"/>
                  <a:pt x="1793946" y="1083"/>
                  <a:pt x="1959370" y="0"/>
                </a:cubicBezTo>
                <a:cubicBezTo>
                  <a:pt x="2124794" y="-1083"/>
                  <a:pt x="2228765" y="57811"/>
                  <a:pt x="2486083" y="0"/>
                </a:cubicBezTo>
                <a:cubicBezTo>
                  <a:pt x="2743401" y="-57811"/>
                  <a:pt x="2959520" y="69337"/>
                  <a:pt x="3086535" y="0"/>
                </a:cubicBezTo>
                <a:cubicBezTo>
                  <a:pt x="3213550" y="-69337"/>
                  <a:pt x="3551423" y="71545"/>
                  <a:pt x="3686987" y="0"/>
                </a:cubicBezTo>
                <a:cubicBezTo>
                  <a:pt x="3724680" y="199738"/>
                  <a:pt x="3683091" y="315379"/>
                  <a:pt x="3686987" y="465416"/>
                </a:cubicBezTo>
                <a:cubicBezTo>
                  <a:pt x="3690883" y="615453"/>
                  <a:pt x="3637222" y="813433"/>
                  <a:pt x="3686987" y="930832"/>
                </a:cubicBezTo>
                <a:cubicBezTo>
                  <a:pt x="3736752" y="1048231"/>
                  <a:pt x="3637575" y="1242298"/>
                  <a:pt x="3686987" y="1396248"/>
                </a:cubicBezTo>
                <a:cubicBezTo>
                  <a:pt x="3736399" y="1550198"/>
                  <a:pt x="3680098" y="1688107"/>
                  <a:pt x="3686987" y="1861664"/>
                </a:cubicBezTo>
                <a:cubicBezTo>
                  <a:pt x="3586317" y="1876876"/>
                  <a:pt x="3420479" y="1850487"/>
                  <a:pt x="3270884" y="1861664"/>
                </a:cubicBezTo>
                <a:cubicBezTo>
                  <a:pt x="3121289" y="1872841"/>
                  <a:pt x="2912245" y="1810223"/>
                  <a:pt x="2817911" y="1861664"/>
                </a:cubicBezTo>
                <a:cubicBezTo>
                  <a:pt x="2723577" y="1913105"/>
                  <a:pt x="2557315" y="1832377"/>
                  <a:pt x="2364939" y="1861664"/>
                </a:cubicBezTo>
                <a:cubicBezTo>
                  <a:pt x="2172563" y="1890951"/>
                  <a:pt x="2034207" y="1821854"/>
                  <a:pt x="1911966" y="1861664"/>
                </a:cubicBezTo>
                <a:cubicBezTo>
                  <a:pt x="1789725" y="1901474"/>
                  <a:pt x="1608832" y="1820308"/>
                  <a:pt x="1385254" y="1861664"/>
                </a:cubicBezTo>
                <a:cubicBezTo>
                  <a:pt x="1161676" y="1903020"/>
                  <a:pt x="1010616" y="1804196"/>
                  <a:pt x="858541" y="1861664"/>
                </a:cubicBezTo>
                <a:cubicBezTo>
                  <a:pt x="706466" y="1919132"/>
                  <a:pt x="351619" y="1799034"/>
                  <a:pt x="0" y="1861664"/>
                </a:cubicBezTo>
                <a:cubicBezTo>
                  <a:pt x="-11432" y="1620778"/>
                  <a:pt x="52838" y="1553047"/>
                  <a:pt x="0" y="1377631"/>
                </a:cubicBezTo>
                <a:cubicBezTo>
                  <a:pt x="-52838" y="1202215"/>
                  <a:pt x="36353" y="1085450"/>
                  <a:pt x="0" y="949449"/>
                </a:cubicBezTo>
                <a:cubicBezTo>
                  <a:pt x="-36353" y="813448"/>
                  <a:pt x="4914" y="616546"/>
                  <a:pt x="0" y="521266"/>
                </a:cubicBezTo>
                <a:cubicBezTo>
                  <a:pt x="-4914" y="425986"/>
                  <a:pt x="23622" y="25614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square" rtlCol="0">
            <a:normAutofit/>
          </a:bodyPr>
          <a:lstStyle/>
          <a:p>
            <a:pPr>
              <a:defRPr/>
            </a:pPr>
            <a:r>
              <a:rPr lang="it-IT" sz="1400" b="1">
                <a:solidFill>
                  <a:schemeClr val="bg1"/>
                </a:solidFill>
              </a:rPr>
              <a:t>Categoria</a:t>
            </a:r>
            <a:endParaRPr/>
          </a:p>
        </p:txBody>
      </p:sp>
      <p:grpSp>
        <p:nvGrpSpPr>
          <p:cNvPr id="1240410020" name="Gruppo 19"/>
          <p:cNvGrpSpPr/>
          <p:nvPr/>
        </p:nvGrpSpPr>
        <p:grpSpPr bwMode="auto">
          <a:xfrm>
            <a:off x="4382764" y="2554088"/>
            <a:ext cx="3686986" cy="3245073"/>
            <a:chOff x="534613" y="2882119"/>
            <a:chExt cx="3686986" cy="3245073"/>
          </a:xfrm>
        </p:grpSpPr>
        <p:sp>
          <p:nvSpPr>
            <p:cNvPr id="2009447231" name="CasellaDiTesto 39"/>
            <p:cNvSpPr txBox="1"/>
            <p:nvPr/>
          </p:nvSpPr>
          <p:spPr bwMode="auto">
            <a:xfrm>
              <a:off x="534613" y="2882119"/>
              <a:ext cx="3686986" cy="3245073"/>
            </a:xfrm>
            <a:custGeom>
              <a:avLst/>
              <a:gdLst>
                <a:gd name="connsiteX0" fmla="*/ 0 w 3686987"/>
                <a:gd name="connsiteY0" fmla="*/ 0 h 3245074"/>
                <a:gd name="connsiteX1" fmla="*/ 526712 w 3686987"/>
                <a:gd name="connsiteY1" fmla="*/ 0 h 3245074"/>
                <a:gd name="connsiteX2" fmla="*/ 942815 w 3686987"/>
                <a:gd name="connsiteY2" fmla="*/ 0 h 3245074"/>
                <a:gd name="connsiteX3" fmla="*/ 1543267 w 3686987"/>
                <a:gd name="connsiteY3" fmla="*/ 0 h 3245074"/>
                <a:gd name="connsiteX4" fmla="*/ 1959370 w 3686987"/>
                <a:gd name="connsiteY4" fmla="*/ 0 h 3245074"/>
                <a:gd name="connsiteX5" fmla="*/ 2449213 w 3686987"/>
                <a:gd name="connsiteY5" fmla="*/ 0 h 3245074"/>
                <a:gd name="connsiteX6" fmla="*/ 2975925 w 3686987"/>
                <a:gd name="connsiteY6" fmla="*/ 0 h 3245074"/>
                <a:gd name="connsiteX7" fmla="*/ 3686987 w 3686987"/>
                <a:gd name="connsiteY7" fmla="*/ 0 h 3245074"/>
                <a:gd name="connsiteX8" fmla="*/ 3686987 w 3686987"/>
                <a:gd name="connsiteY8" fmla="*/ 508395 h 3245074"/>
                <a:gd name="connsiteX9" fmla="*/ 3686987 w 3686987"/>
                <a:gd name="connsiteY9" fmla="*/ 1081691 h 3245074"/>
                <a:gd name="connsiteX10" fmla="*/ 3686987 w 3686987"/>
                <a:gd name="connsiteY10" fmla="*/ 1654988 h 3245074"/>
                <a:gd name="connsiteX11" fmla="*/ 3686987 w 3686987"/>
                <a:gd name="connsiteY11" fmla="*/ 2130932 h 3245074"/>
                <a:gd name="connsiteX12" fmla="*/ 3686987 w 3686987"/>
                <a:gd name="connsiteY12" fmla="*/ 2606876 h 3245074"/>
                <a:gd name="connsiteX13" fmla="*/ 3686987 w 3686987"/>
                <a:gd name="connsiteY13" fmla="*/ 3245074 h 3245074"/>
                <a:gd name="connsiteX14" fmla="*/ 3123405 w 3686987"/>
                <a:gd name="connsiteY14" fmla="*/ 3245074 h 3245074"/>
                <a:gd name="connsiteX15" fmla="*/ 2522953 w 3686987"/>
                <a:gd name="connsiteY15" fmla="*/ 3245074 h 3245074"/>
                <a:gd name="connsiteX16" fmla="*/ 1959370 w 3686987"/>
                <a:gd name="connsiteY16" fmla="*/ 3245074 h 3245074"/>
                <a:gd name="connsiteX17" fmla="*/ 1469528 w 3686987"/>
                <a:gd name="connsiteY17" fmla="*/ 3245074 h 3245074"/>
                <a:gd name="connsiteX18" fmla="*/ 979685 w 3686987"/>
                <a:gd name="connsiteY18" fmla="*/ 3245074 h 3245074"/>
                <a:gd name="connsiteX19" fmla="*/ 0 w 3686987"/>
                <a:gd name="connsiteY19" fmla="*/ 3245074 h 3245074"/>
                <a:gd name="connsiteX20" fmla="*/ 0 w 3686987"/>
                <a:gd name="connsiteY20" fmla="*/ 2639327 h 3245074"/>
                <a:gd name="connsiteX21" fmla="*/ 0 w 3686987"/>
                <a:gd name="connsiteY21" fmla="*/ 2130932 h 3245074"/>
                <a:gd name="connsiteX22" fmla="*/ 0 w 3686987"/>
                <a:gd name="connsiteY22" fmla="*/ 1525185 h 3245074"/>
                <a:gd name="connsiteX23" fmla="*/ 0 w 3686987"/>
                <a:gd name="connsiteY23" fmla="*/ 1016790 h 3245074"/>
                <a:gd name="connsiteX24" fmla="*/ 0 w 3686987"/>
                <a:gd name="connsiteY24" fmla="*/ 540846 h 3245074"/>
                <a:gd name="connsiteX25" fmla="*/ 0 w 3686987"/>
                <a:gd name="connsiteY25" fmla="*/ 0 h 3245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686987" h="3245074" fill="none" stroke="1" extrusionOk="0">
                  <a:moveTo>
                    <a:pt x="0" y="0"/>
                  </a:moveTo>
                  <a:cubicBezTo>
                    <a:pt x="112289" y="-20948"/>
                    <a:pt x="364223" y="57965"/>
                    <a:pt x="526712" y="0"/>
                  </a:cubicBezTo>
                  <a:cubicBezTo>
                    <a:pt x="689201" y="-57965"/>
                    <a:pt x="841604" y="15917"/>
                    <a:pt x="942815" y="0"/>
                  </a:cubicBezTo>
                  <a:cubicBezTo>
                    <a:pt x="1044026" y="-15917"/>
                    <a:pt x="1402346" y="18993"/>
                    <a:pt x="1543267" y="0"/>
                  </a:cubicBezTo>
                  <a:cubicBezTo>
                    <a:pt x="1684188" y="-18993"/>
                    <a:pt x="1773745" y="12259"/>
                    <a:pt x="1959370" y="0"/>
                  </a:cubicBezTo>
                  <a:cubicBezTo>
                    <a:pt x="2144995" y="-12259"/>
                    <a:pt x="2292178" y="50293"/>
                    <a:pt x="2449213" y="0"/>
                  </a:cubicBezTo>
                  <a:cubicBezTo>
                    <a:pt x="2606248" y="-50293"/>
                    <a:pt x="2860442" y="29996"/>
                    <a:pt x="2975925" y="0"/>
                  </a:cubicBezTo>
                  <a:cubicBezTo>
                    <a:pt x="3091408" y="-29996"/>
                    <a:pt x="3441445" y="1779"/>
                    <a:pt x="3686987" y="0"/>
                  </a:cubicBezTo>
                  <a:cubicBezTo>
                    <a:pt x="3728225" y="209158"/>
                    <a:pt x="3677660" y="267845"/>
                    <a:pt x="3686987" y="508395"/>
                  </a:cubicBezTo>
                  <a:cubicBezTo>
                    <a:pt x="3696314" y="748945"/>
                    <a:pt x="3659638" y="807628"/>
                    <a:pt x="3686987" y="1081691"/>
                  </a:cubicBezTo>
                  <a:cubicBezTo>
                    <a:pt x="3714336" y="1355754"/>
                    <a:pt x="3656689" y="1412557"/>
                    <a:pt x="3686987" y="1654988"/>
                  </a:cubicBezTo>
                  <a:cubicBezTo>
                    <a:pt x="3717285" y="1897419"/>
                    <a:pt x="3660942" y="1959352"/>
                    <a:pt x="3686987" y="2130932"/>
                  </a:cubicBezTo>
                  <a:cubicBezTo>
                    <a:pt x="3713032" y="2302512"/>
                    <a:pt x="3669954" y="2484500"/>
                    <a:pt x="3686987" y="2606876"/>
                  </a:cubicBezTo>
                  <a:cubicBezTo>
                    <a:pt x="3704020" y="2729252"/>
                    <a:pt x="3615112" y="2931980"/>
                    <a:pt x="3686987" y="3245074"/>
                  </a:cubicBezTo>
                  <a:cubicBezTo>
                    <a:pt x="3491393" y="3248972"/>
                    <a:pt x="3293233" y="3223662"/>
                    <a:pt x="3123405" y="3245074"/>
                  </a:cubicBezTo>
                  <a:cubicBezTo>
                    <a:pt x="2953577" y="3266486"/>
                    <a:pt x="2732213" y="3185894"/>
                    <a:pt x="2522953" y="3245074"/>
                  </a:cubicBezTo>
                  <a:cubicBezTo>
                    <a:pt x="2313693" y="3304254"/>
                    <a:pt x="2107251" y="3238350"/>
                    <a:pt x="1959370" y="3245074"/>
                  </a:cubicBezTo>
                  <a:cubicBezTo>
                    <a:pt x="1811489" y="3251798"/>
                    <a:pt x="1639457" y="3241086"/>
                    <a:pt x="1469528" y="3245074"/>
                  </a:cubicBezTo>
                  <a:cubicBezTo>
                    <a:pt x="1299599" y="3249062"/>
                    <a:pt x="1186331" y="3214868"/>
                    <a:pt x="979685" y="3245074"/>
                  </a:cubicBezTo>
                  <a:cubicBezTo>
                    <a:pt x="773039" y="3275280"/>
                    <a:pt x="440271" y="3196392"/>
                    <a:pt x="0" y="3245074"/>
                  </a:cubicBezTo>
                  <a:cubicBezTo>
                    <a:pt x="-11265" y="3074145"/>
                    <a:pt x="42452" y="2936612"/>
                    <a:pt x="0" y="2639327"/>
                  </a:cubicBezTo>
                  <a:cubicBezTo>
                    <a:pt x="-42452" y="2342042"/>
                    <a:pt x="17728" y="2380662"/>
                    <a:pt x="0" y="2130932"/>
                  </a:cubicBezTo>
                  <a:cubicBezTo>
                    <a:pt x="-17728" y="1881202"/>
                    <a:pt x="52833" y="1763900"/>
                    <a:pt x="0" y="1525185"/>
                  </a:cubicBezTo>
                  <a:cubicBezTo>
                    <a:pt x="-52833" y="1286470"/>
                    <a:pt x="39848" y="1182473"/>
                    <a:pt x="0" y="1016790"/>
                  </a:cubicBezTo>
                  <a:cubicBezTo>
                    <a:pt x="-39848" y="851108"/>
                    <a:pt x="16929" y="697112"/>
                    <a:pt x="0" y="540846"/>
                  </a:cubicBezTo>
                  <a:cubicBezTo>
                    <a:pt x="-16929" y="384580"/>
                    <a:pt x="3359" y="186462"/>
                    <a:pt x="0" y="0"/>
                  </a:cubicBezTo>
                  <a:close/>
                </a:path>
                <a:path w="3686987" h="3245074" fill="norm" stroke="0" extrusionOk="0">
                  <a:moveTo>
                    <a:pt x="0" y="0"/>
                  </a:moveTo>
                  <a:cubicBezTo>
                    <a:pt x="152296" y="-692"/>
                    <a:pt x="332954" y="5869"/>
                    <a:pt x="489843" y="0"/>
                  </a:cubicBezTo>
                  <a:cubicBezTo>
                    <a:pt x="646732" y="-5869"/>
                    <a:pt x="767879" y="20724"/>
                    <a:pt x="1016555" y="0"/>
                  </a:cubicBezTo>
                  <a:cubicBezTo>
                    <a:pt x="1265231" y="-20724"/>
                    <a:pt x="1287666" y="28693"/>
                    <a:pt x="1543267" y="0"/>
                  </a:cubicBezTo>
                  <a:cubicBezTo>
                    <a:pt x="1798868" y="-28693"/>
                    <a:pt x="1793946" y="1083"/>
                    <a:pt x="1959370" y="0"/>
                  </a:cubicBezTo>
                  <a:cubicBezTo>
                    <a:pt x="2124794" y="-1083"/>
                    <a:pt x="2228765" y="57811"/>
                    <a:pt x="2486083" y="0"/>
                  </a:cubicBezTo>
                  <a:cubicBezTo>
                    <a:pt x="2743401" y="-57811"/>
                    <a:pt x="2959520" y="69337"/>
                    <a:pt x="3086535" y="0"/>
                  </a:cubicBezTo>
                  <a:cubicBezTo>
                    <a:pt x="3213550" y="-69337"/>
                    <a:pt x="3551423" y="71545"/>
                    <a:pt x="3686987" y="0"/>
                  </a:cubicBezTo>
                  <a:cubicBezTo>
                    <a:pt x="3727921" y="222702"/>
                    <a:pt x="3625191" y="374379"/>
                    <a:pt x="3686987" y="540846"/>
                  </a:cubicBezTo>
                  <a:cubicBezTo>
                    <a:pt x="3748783" y="707313"/>
                    <a:pt x="3623747" y="873030"/>
                    <a:pt x="3686987" y="1081691"/>
                  </a:cubicBezTo>
                  <a:cubicBezTo>
                    <a:pt x="3750227" y="1290352"/>
                    <a:pt x="3626145" y="1477654"/>
                    <a:pt x="3686987" y="1622537"/>
                  </a:cubicBezTo>
                  <a:cubicBezTo>
                    <a:pt x="3747829" y="1767420"/>
                    <a:pt x="3655329" y="1856251"/>
                    <a:pt x="3686987" y="2066030"/>
                  </a:cubicBezTo>
                  <a:cubicBezTo>
                    <a:pt x="3718645" y="2275809"/>
                    <a:pt x="3652712" y="2334581"/>
                    <a:pt x="3686987" y="2509524"/>
                  </a:cubicBezTo>
                  <a:cubicBezTo>
                    <a:pt x="3721262" y="2684467"/>
                    <a:pt x="3619816" y="3010479"/>
                    <a:pt x="3686987" y="3245074"/>
                  </a:cubicBezTo>
                  <a:cubicBezTo>
                    <a:pt x="3478083" y="3260693"/>
                    <a:pt x="3433854" y="3208946"/>
                    <a:pt x="3197144" y="3245074"/>
                  </a:cubicBezTo>
                  <a:cubicBezTo>
                    <a:pt x="2960434" y="3281202"/>
                    <a:pt x="2863949" y="3204155"/>
                    <a:pt x="2744172" y="3245074"/>
                  </a:cubicBezTo>
                  <a:cubicBezTo>
                    <a:pt x="2624395" y="3285993"/>
                    <a:pt x="2441092" y="3211358"/>
                    <a:pt x="2217459" y="3245074"/>
                  </a:cubicBezTo>
                  <a:cubicBezTo>
                    <a:pt x="1993826" y="3278790"/>
                    <a:pt x="1841652" y="3185429"/>
                    <a:pt x="1690747" y="3245074"/>
                  </a:cubicBezTo>
                  <a:cubicBezTo>
                    <a:pt x="1539842" y="3304719"/>
                    <a:pt x="1326239" y="3226890"/>
                    <a:pt x="1164034" y="3245074"/>
                  </a:cubicBezTo>
                  <a:cubicBezTo>
                    <a:pt x="1001829" y="3263258"/>
                    <a:pt x="728958" y="3202856"/>
                    <a:pt x="600452" y="3245074"/>
                  </a:cubicBezTo>
                  <a:cubicBezTo>
                    <a:pt x="471946" y="3287292"/>
                    <a:pt x="294398" y="3183399"/>
                    <a:pt x="0" y="3245074"/>
                  </a:cubicBezTo>
                  <a:cubicBezTo>
                    <a:pt x="-40914" y="3101094"/>
                    <a:pt x="5051" y="2934101"/>
                    <a:pt x="0" y="2769130"/>
                  </a:cubicBezTo>
                  <a:cubicBezTo>
                    <a:pt x="-5051" y="2604159"/>
                    <a:pt x="54787" y="2501544"/>
                    <a:pt x="0" y="2260735"/>
                  </a:cubicBezTo>
                  <a:cubicBezTo>
                    <a:pt x="-54787" y="2019927"/>
                    <a:pt x="8978" y="1892466"/>
                    <a:pt x="0" y="1784791"/>
                  </a:cubicBezTo>
                  <a:cubicBezTo>
                    <a:pt x="-8978" y="1677116"/>
                    <a:pt x="22968" y="1437635"/>
                    <a:pt x="0" y="1211494"/>
                  </a:cubicBezTo>
                  <a:cubicBezTo>
                    <a:pt x="-22968" y="985353"/>
                    <a:pt x="22742" y="801348"/>
                    <a:pt x="0" y="670649"/>
                  </a:cubicBezTo>
                  <a:cubicBezTo>
                    <a:pt x="-22742" y="539951"/>
                    <a:pt x="6052" y="175702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pPr>
                <a:defRPr/>
              </a:pPr>
              <a:r>
                <a:rPr lang="it-IT" sz="1400" b="1">
                  <a:solidFill>
                    <a:schemeClr val="bg1"/>
                  </a:solidFill>
                </a:rPr>
                <a:t>Ingredienti</a:t>
              </a:r>
              <a:endParaRPr/>
            </a:p>
          </p:txBody>
        </p:sp>
        <p:graphicFrame>
          <p:nvGraphicFramePr>
            <p:cNvPr id="1789984628" name="Diagramma 66"/>
            <p:cNvGraphicFramePr>
              <a:graphicFrameLocks xmlns:a="http://schemas.openxmlformats.org/drawingml/2006/main"/>
            </p:cNvGraphicFramePr>
            <p:nvPr/>
          </p:nvGraphicFramePr>
          <p:xfrm rot="0">
            <a:off x="750027" y="3434827"/>
            <a:ext cx="3088718" cy="2619297"/>
            <a:chOff x="0" y="0"/>
            <a:chExt cx="3088718" cy="261929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5" r:lo="rId7" r:qs="rId8" r:cs="rId6"/>
            </a:graphicData>
          </a:graphic>
        </p:graphicFrame>
        <p:cxnSp>
          <p:nvCxnSpPr>
            <p:cNvPr id="1670152117" name="Connettore diritto 68"/>
            <p:cNvCxnSpPr/>
            <p:nvPr/>
          </p:nvCxnSpPr>
          <p:spPr bwMode="auto">
            <a:xfrm flipV="1">
              <a:off x="595338" y="5747186"/>
              <a:ext cx="3525810" cy="6894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586056710" name="Elemento grafico 100" descr="Chiudi con riempimento a tinta unita"/>
            <p:cNvPicPr>
              <a:picLocks noChangeAspect="1"/>
            </p:cNvPicPr>
            <p:nvPr/>
          </p:nvPicPr>
          <p:blipFill rotWithShape="1">
            <a:blip r:embed="rId9"/>
            <a:stretch/>
          </p:blipFill>
          <p:spPr bwMode="auto">
            <a:xfrm>
              <a:off x="3582290" y="3736233"/>
              <a:ext cx="199305" cy="199305"/>
            </a:xfrm>
            <a:prstGeom prst="rect">
              <a:avLst/>
            </a:prstGeom>
          </p:spPr>
        </p:pic>
        <p:pic>
          <p:nvPicPr>
            <p:cNvPr id="748692497" name="Elemento grafico 101" descr="Chiudi con riempimento a tinta unita"/>
            <p:cNvPicPr>
              <a:picLocks noChangeAspect="1"/>
            </p:cNvPicPr>
            <p:nvPr/>
          </p:nvPicPr>
          <p:blipFill rotWithShape="1">
            <a:blip r:embed="rId9"/>
            <a:stretch/>
          </p:blipFill>
          <p:spPr bwMode="auto">
            <a:xfrm>
              <a:off x="3582290" y="3465166"/>
              <a:ext cx="199305" cy="199305"/>
            </a:xfrm>
            <a:prstGeom prst="rect">
              <a:avLst/>
            </a:prstGeom>
          </p:spPr>
        </p:pic>
        <p:pic>
          <p:nvPicPr>
            <p:cNvPr id="9526463" name="Elemento grafico 102" descr="Chiudi con riempimento a tinta unita"/>
            <p:cNvPicPr>
              <a:picLocks noChangeAspect="1"/>
            </p:cNvPicPr>
            <p:nvPr/>
          </p:nvPicPr>
          <p:blipFill rotWithShape="1">
            <a:blip r:embed="rId9"/>
            <a:stretch/>
          </p:blipFill>
          <p:spPr bwMode="auto">
            <a:xfrm>
              <a:off x="3582290" y="4006771"/>
              <a:ext cx="199305" cy="199305"/>
            </a:xfrm>
            <a:prstGeom prst="rect">
              <a:avLst/>
            </a:prstGeom>
          </p:spPr>
        </p:pic>
        <p:pic>
          <p:nvPicPr>
            <p:cNvPr id="280994376" name="Elemento grafico 103" descr="Chiudi con riempimento a tinta unita"/>
            <p:cNvPicPr>
              <a:picLocks noChangeAspect="1"/>
            </p:cNvPicPr>
            <p:nvPr/>
          </p:nvPicPr>
          <p:blipFill rotWithShape="1">
            <a:blip r:embed="rId9"/>
            <a:stretch/>
          </p:blipFill>
          <p:spPr bwMode="auto">
            <a:xfrm>
              <a:off x="3582290" y="4274843"/>
              <a:ext cx="199305" cy="199305"/>
            </a:xfrm>
            <a:prstGeom prst="rect">
              <a:avLst/>
            </a:prstGeom>
          </p:spPr>
        </p:pic>
        <p:pic>
          <p:nvPicPr>
            <p:cNvPr id="2067127579" name="Elemento grafico 104" descr="Chiudi con riempimento a tinta unita"/>
            <p:cNvPicPr>
              <a:picLocks noChangeAspect="1"/>
            </p:cNvPicPr>
            <p:nvPr/>
          </p:nvPicPr>
          <p:blipFill rotWithShape="1">
            <a:blip r:embed="rId9"/>
            <a:stretch/>
          </p:blipFill>
          <p:spPr bwMode="auto">
            <a:xfrm>
              <a:off x="3582290" y="4546090"/>
              <a:ext cx="199305" cy="199305"/>
            </a:xfrm>
            <a:prstGeom prst="rect">
              <a:avLst/>
            </a:prstGeom>
          </p:spPr>
        </p:pic>
        <p:pic>
          <p:nvPicPr>
            <p:cNvPr id="303680734" name="Elemento grafico 105" descr="Chiudi con riempimento a tinta unita"/>
            <p:cNvPicPr>
              <a:picLocks noChangeAspect="1"/>
            </p:cNvPicPr>
            <p:nvPr/>
          </p:nvPicPr>
          <p:blipFill rotWithShape="1">
            <a:blip r:embed="rId9"/>
            <a:stretch/>
          </p:blipFill>
          <p:spPr bwMode="auto">
            <a:xfrm>
              <a:off x="3582290" y="4803324"/>
              <a:ext cx="199305" cy="199305"/>
            </a:xfrm>
            <a:prstGeom prst="rect">
              <a:avLst/>
            </a:prstGeom>
          </p:spPr>
        </p:pic>
        <p:sp>
          <p:nvSpPr>
            <p:cNvPr id="691863790" name="Rettangolo 17"/>
            <p:cNvSpPr/>
            <p:nvPr/>
          </p:nvSpPr>
          <p:spPr bwMode="auto">
            <a:xfrm rot="5400000">
              <a:off x="2285743" y="3895235"/>
              <a:ext cx="184725" cy="3408925"/>
            </a:xfrm>
            <a:prstGeom prst="rect">
              <a:avLst/>
            </a:prstGeom>
            <a:solidFill>
              <a:srgbClr val="FBE5D6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823937479" name="Rettangolo 18"/>
            <p:cNvSpPr/>
            <p:nvPr/>
          </p:nvSpPr>
          <p:spPr bwMode="auto">
            <a:xfrm rot="5400000">
              <a:off x="2285743" y="1543858"/>
              <a:ext cx="184725" cy="3408925"/>
            </a:xfrm>
            <a:prstGeom prst="rect">
              <a:avLst/>
            </a:prstGeom>
            <a:solidFill>
              <a:srgbClr val="FBE5D6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1687308653" name="Triangolo isoscele 12"/>
            <p:cNvSpPr/>
            <p:nvPr/>
          </p:nvSpPr>
          <p:spPr bwMode="auto">
            <a:xfrm>
              <a:off x="2285386" y="3206305"/>
              <a:ext cx="145708" cy="84030"/>
            </a:xfrm>
            <a:prstGeom prst="triangle">
              <a:avLst>
                <a:gd name="adj" fmla="val 50000"/>
              </a:avLst>
            </a:prstGeom>
            <a:solidFill>
              <a:srgbClr val="843C0C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1363037284" name="Triangolo isoscele 14"/>
            <p:cNvSpPr/>
            <p:nvPr/>
          </p:nvSpPr>
          <p:spPr bwMode="auto">
            <a:xfrm rot="10800000">
              <a:off x="2285388" y="5561532"/>
              <a:ext cx="145708" cy="84030"/>
            </a:xfrm>
            <a:prstGeom prst="triangle">
              <a:avLst>
                <a:gd name="adj" fmla="val 50000"/>
              </a:avLst>
            </a:prstGeom>
            <a:solidFill>
              <a:srgbClr val="843C0C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</p:grpSp>
      <p:grpSp>
        <p:nvGrpSpPr>
          <p:cNvPr id="68050189" name="Gruppo 64"/>
          <p:cNvGrpSpPr/>
          <p:nvPr/>
        </p:nvGrpSpPr>
        <p:grpSpPr bwMode="auto">
          <a:xfrm>
            <a:off x="8222880" y="2568731"/>
            <a:ext cx="3686985" cy="3245072"/>
            <a:chOff x="0" y="0"/>
            <a:chExt cx="3686985" cy="3245072"/>
          </a:xfrm>
        </p:grpSpPr>
        <p:sp>
          <p:nvSpPr>
            <p:cNvPr id="1663936482" name="CasellaDiTesto 65"/>
            <p:cNvSpPr txBox="1"/>
            <p:nvPr/>
          </p:nvSpPr>
          <p:spPr bwMode="auto">
            <a:xfrm>
              <a:off x="0" y="0"/>
              <a:ext cx="3686986" cy="3245073"/>
            </a:xfrm>
            <a:custGeom>
              <a:avLst/>
              <a:gdLst>
                <a:gd name="connsiteX0" fmla="*/ 0 w 3686987"/>
                <a:gd name="connsiteY0" fmla="*/ 0 h 3245074"/>
                <a:gd name="connsiteX1" fmla="*/ 526712 w 3686987"/>
                <a:gd name="connsiteY1" fmla="*/ 0 h 3245074"/>
                <a:gd name="connsiteX2" fmla="*/ 942815 w 3686987"/>
                <a:gd name="connsiteY2" fmla="*/ 0 h 3245074"/>
                <a:gd name="connsiteX3" fmla="*/ 1543267 w 3686987"/>
                <a:gd name="connsiteY3" fmla="*/ 0 h 3245074"/>
                <a:gd name="connsiteX4" fmla="*/ 1959370 w 3686987"/>
                <a:gd name="connsiteY4" fmla="*/ 0 h 3245074"/>
                <a:gd name="connsiteX5" fmla="*/ 2449213 w 3686987"/>
                <a:gd name="connsiteY5" fmla="*/ 0 h 3245074"/>
                <a:gd name="connsiteX6" fmla="*/ 2975925 w 3686987"/>
                <a:gd name="connsiteY6" fmla="*/ 0 h 3245074"/>
                <a:gd name="connsiteX7" fmla="*/ 3686987 w 3686987"/>
                <a:gd name="connsiteY7" fmla="*/ 0 h 3245074"/>
                <a:gd name="connsiteX8" fmla="*/ 3686987 w 3686987"/>
                <a:gd name="connsiteY8" fmla="*/ 508395 h 3245074"/>
                <a:gd name="connsiteX9" fmla="*/ 3686987 w 3686987"/>
                <a:gd name="connsiteY9" fmla="*/ 1081691 h 3245074"/>
                <a:gd name="connsiteX10" fmla="*/ 3686987 w 3686987"/>
                <a:gd name="connsiteY10" fmla="*/ 1654988 h 3245074"/>
                <a:gd name="connsiteX11" fmla="*/ 3686987 w 3686987"/>
                <a:gd name="connsiteY11" fmla="*/ 2130932 h 3245074"/>
                <a:gd name="connsiteX12" fmla="*/ 3686987 w 3686987"/>
                <a:gd name="connsiteY12" fmla="*/ 2606876 h 3245074"/>
                <a:gd name="connsiteX13" fmla="*/ 3686987 w 3686987"/>
                <a:gd name="connsiteY13" fmla="*/ 3245074 h 3245074"/>
                <a:gd name="connsiteX14" fmla="*/ 3123405 w 3686987"/>
                <a:gd name="connsiteY14" fmla="*/ 3245074 h 3245074"/>
                <a:gd name="connsiteX15" fmla="*/ 2522953 w 3686987"/>
                <a:gd name="connsiteY15" fmla="*/ 3245074 h 3245074"/>
                <a:gd name="connsiteX16" fmla="*/ 1959370 w 3686987"/>
                <a:gd name="connsiteY16" fmla="*/ 3245074 h 3245074"/>
                <a:gd name="connsiteX17" fmla="*/ 1469528 w 3686987"/>
                <a:gd name="connsiteY17" fmla="*/ 3245074 h 3245074"/>
                <a:gd name="connsiteX18" fmla="*/ 979685 w 3686987"/>
                <a:gd name="connsiteY18" fmla="*/ 3245074 h 3245074"/>
                <a:gd name="connsiteX19" fmla="*/ 0 w 3686987"/>
                <a:gd name="connsiteY19" fmla="*/ 3245074 h 3245074"/>
                <a:gd name="connsiteX20" fmla="*/ 0 w 3686987"/>
                <a:gd name="connsiteY20" fmla="*/ 2639327 h 3245074"/>
                <a:gd name="connsiteX21" fmla="*/ 0 w 3686987"/>
                <a:gd name="connsiteY21" fmla="*/ 2130932 h 3245074"/>
                <a:gd name="connsiteX22" fmla="*/ 0 w 3686987"/>
                <a:gd name="connsiteY22" fmla="*/ 1525185 h 3245074"/>
                <a:gd name="connsiteX23" fmla="*/ 0 w 3686987"/>
                <a:gd name="connsiteY23" fmla="*/ 1016790 h 3245074"/>
                <a:gd name="connsiteX24" fmla="*/ 0 w 3686987"/>
                <a:gd name="connsiteY24" fmla="*/ 540846 h 3245074"/>
                <a:gd name="connsiteX25" fmla="*/ 0 w 3686987"/>
                <a:gd name="connsiteY25" fmla="*/ 0 h 3245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686987" h="3245074" fill="none" stroke="1" extrusionOk="0">
                  <a:moveTo>
                    <a:pt x="0" y="0"/>
                  </a:moveTo>
                  <a:cubicBezTo>
                    <a:pt x="112289" y="-20948"/>
                    <a:pt x="364223" y="57965"/>
                    <a:pt x="526712" y="0"/>
                  </a:cubicBezTo>
                  <a:cubicBezTo>
                    <a:pt x="689201" y="-57965"/>
                    <a:pt x="841604" y="15917"/>
                    <a:pt x="942815" y="0"/>
                  </a:cubicBezTo>
                  <a:cubicBezTo>
                    <a:pt x="1044026" y="-15917"/>
                    <a:pt x="1402346" y="18993"/>
                    <a:pt x="1543267" y="0"/>
                  </a:cubicBezTo>
                  <a:cubicBezTo>
                    <a:pt x="1684188" y="-18993"/>
                    <a:pt x="1773745" y="12259"/>
                    <a:pt x="1959370" y="0"/>
                  </a:cubicBezTo>
                  <a:cubicBezTo>
                    <a:pt x="2144995" y="-12259"/>
                    <a:pt x="2292178" y="50293"/>
                    <a:pt x="2449213" y="0"/>
                  </a:cubicBezTo>
                  <a:cubicBezTo>
                    <a:pt x="2606248" y="-50293"/>
                    <a:pt x="2860442" y="29996"/>
                    <a:pt x="2975925" y="0"/>
                  </a:cubicBezTo>
                  <a:cubicBezTo>
                    <a:pt x="3091408" y="-29996"/>
                    <a:pt x="3441445" y="1779"/>
                    <a:pt x="3686987" y="0"/>
                  </a:cubicBezTo>
                  <a:cubicBezTo>
                    <a:pt x="3728225" y="209158"/>
                    <a:pt x="3677660" y="267845"/>
                    <a:pt x="3686987" y="508395"/>
                  </a:cubicBezTo>
                  <a:cubicBezTo>
                    <a:pt x="3696314" y="748945"/>
                    <a:pt x="3659638" y="807628"/>
                    <a:pt x="3686987" y="1081691"/>
                  </a:cubicBezTo>
                  <a:cubicBezTo>
                    <a:pt x="3714336" y="1355754"/>
                    <a:pt x="3656689" y="1412557"/>
                    <a:pt x="3686987" y="1654988"/>
                  </a:cubicBezTo>
                  <a:cubicBezTo>
                    <a:pt x="3717285" y="1897419"/>
                    <a:pt x="3660942" y="1959352"/>
                    <a:pt x="3686987" y="2130932"/>
                  </a:cubicBezTo>
                  <a:cubicBezTo>
                    <a:pt x="3713032" y="2302512"/>
                    <a:pt x="3669954" y="2484500"/>
                    <a:pt x="3686987" y="2606876"/>
                  </a:cubicBezTo>
                  <a:cubicBezTo>
                    <a:pt x="3704020" y="2729252"/>
                    <a:pt x="3615112" y="2931980"/>
                    <a:pt x="3686987" y="3245074"/>
                  </a:cubicBezTo>
                  <a:cubicBezTo>
                    <a:pt x="3491393" y="3248972"/>
                    <a:pt x="3293233" y="3223662"/>
                    <a:pt x="3123405" y="3245074"/>
                  </a:cubicBezTo>
                  <a:cubicBezTo>
                    <a:pt x="2953577" y="3266486"/>
                    <a:pt x="2732213" y="3185894"/>
                    <a:pt x="2522953" y="3245074"/>
                  </a:cubicBezTo>
                  <a:cubicBezTo>
                    <a:pt x="2313693" y="3304254"/>
                    <a:pt x="2107251" y="3238350"/>
                    <a:pt x="1959370" y="3245074"/>
                  </a:cubicBezTo>
                  <a:cubicBezTo>
                    <a:pt x="1811489" y="3251798"/>
                    <a:pt x="1639457" y="3241086"/>
                    <a:pt x="1469528" y="3245074"/>
                  </a:cubicBezTo>
                  <a:cubicBezTo>
                    <a:pt x="1299599" y="3249062"/>
                    <a:pt x="1186331" y="3214868"/>
                    <a:pt x="979685" y="3245074"/>
                  </a:cubicBezTo>
                  <a:cubicBezTo>
                    <a:pt x="773039" y="3275280"/>
                    <a:pt x="440271" y="3196392"/>
                    <a:pt x="0" y="3245074"/>
                  </a:cubicBezTo>
                  <a:cubicBezTo>
                    <a:pt x="-11265" y="3074145"/>
                    <a:pt x="42452" y="2936612"/>
                    <a:pt x="0" y="2639327"/>
                  </a:cubicBezTo>
                  <a:cubicBezTo>
                    <a:pt x="-42452" y="2342042"/>
                    <a:pt x="17728" y="2380662"/>
                    <a:pt x="0" y="2130932"/>
                  </a:cubicBezTo>
                  <a:cubicBezTo>
                    <a:pt x="-17728" y="1881202"/>
                    <a:pt x="52833" y="1763900"/>
                    <a:pt x="0" y="1525185"/>
                  </a:cubicBezTo>
                  <a:cubicBezTo>
                    <a:pt x="-52833" y="1286470"/>
                    <a:pt x="39848" y="1182473"/>
                    <a:pt x="0" y="1016790"/>
                  </a:cubicBezTo>
                  <a:cubicBezTo>
                    <a:pt x="-39848" y="851108"/>
                    <a:pt x="16929" y="697112"/>
                    <a:pt x="0" y="540846"/>
                  </a:cubicBezTo>
                  <a:cubicBezTo>
                    <a:pt x="-16929" y="384580"/>
                    <a:pt x="3359" y="186462"/>
                    <a:pt x="0" y="0"/>
                  </a:cubicBezTo>
                  <a:close/>
                </a:path>
                <a:path w="3686987" h="3245074" fill="norm" stroke="0" extrusionOk="0">
                  <a:moveTo>
                    <a:pt x="0" y="0"/>
                  </a:moveTo>
                  <a:cubicBezTo>
                    <a:pt x="152296" y="-692"/>
                    <a:pt x="332954" y="5869"/>
                    <a:pt x="489843" y="0"/>
                  </a:cubicBezTo>
                  <a:cubicBezTo>
                    <a:pt x="646732" y="-5869"/>
                    <a:pt x="767879" y="20724"/>
                    <a:pt x="1016555" y="0"/>
                  </a:cubicBezTo>
                  <a:cubicBezTo>
                    <a:pt x="1265231" y="-20724"/>
                    <a:pt x="1287666" y="28693"/>
                    <a:pt x="1543267" y="0"/>
                  </a:cubicBezTo>
                  <a:cubicBezTo>
                    <a:pt x="1798868" y="-28693"/>
                    <a:pt x="1793946" y="1083"/>
                    <a:pt x="1959370" y="0"/>
                  </a:cubicBezTo>
                  <a:cubicBezTo>
                    <a:pt x="2124794" y="-1083"/>
                    <a:pt x="2228765" y="57811"/>
                    <a:pt x="2486083" y="0"/>
                  </a:cubicBezTo>
                  <a:cubicBezTo>
                    <a:pt x="2743401" y="-57811"/>
                    <a:pt x="2959520" y="69337"/>
                    <a:pt x="3086535" y="0"/>
                  </a:cubicBezTo>
                  <a:cubicBezTo>
                    <a:pt x="3213550" y="-69337"/>
                    <a:pt x="3551423" y="71545"/>
                    <a:pt x="3686987" y="0"/>
                  </a:cubicBezTo>
                  <a:cubicBezTo>
                    <a:pt x="3727921" y="222702"/>
                    <a:pt x="3625191" y="374379"/>
                    <a:pt x="3686987" y="540846"/>
                  </a:cubicBezTo>
                  <a:cubicBezTo>
                    <a:pt x="3748783" y="707313"/>
                    <a:pt x="3623747" y="873030"/>
                    <a:pt x="3686987" y="1081691"/>
                  </a:cubicBezTo>
                  <a:cubicBezTo>
                    <a:pt x="3750227" y="1290352"/>
                    <a:pt x="3626145" y="1477654"/>
                    <a:pt x="3686987" y="1622537"/>
                  </a:cubicBezTo>
                  <a:cubicBezTo>
                    <a:pt x="3747829" y="1767420"/>
                    <a:pt x="3655329" y="1856251"/>
                    <a:pt x="3686987" y="2066030"/>
                  </a:cubicBezTo>
                  <a:cubicBezTo>
                    <a:pt x="3718645" y="2275809"/>
                    <a:pt x="3652712" y="2334581"/>
                    <a:pt x="3686987" y="2509524"/>
                  </a:cubicBezTo>
                  <a:cubicBezTo>
                    <a:pt x="3721262" y="2684467"/>
                    <a:pt x="3619816" y="3010479"/>
                    <a:pt x="3686987" y="3245074"/>
                  </a:cubicBezTo>
                  <a:cubicBezTo>
                    <a:pt x="3478083" y="3260693"/>
                    <a:pt x="3433854" y="3208946"/>
                    <a:pt x="3197144" y="3245074"/>
                  </a:cubicBezTo>
                  <a:cubicBezTo>
                    <a:pt x="2960434" y="3281202"/>
                    <a:pt x="2863949" y="3204155"/>
                    <a:pt x="2744172" y="3245074"/>
                  </a:cubicBezTo>
                  <a:cubicBezTo>
                    <a:pt x="2624395" y="3285993"/>
                    <a:pt x="2441092" y="3211358"/>
                    <a:pt x="2217459" y="3245074"/>
                  </a:cubicBezTo>
                  <a:cubicBezTo>
                    <a:pt x="1993826" y="3278790"/>
                    <a:pt x="1841652" y="3185429"/>
                    <a:pt x="1690747" y="3245074"/>
                  </a:cubicBezTo>
                  <a:cubicBezTo>
                    <a:pt x="1539842" y="3304719"/>
                    <a:pt x="1326239" y="3226890"/>
                    <a:pt x="1164034" y="3245074"/>
                  </a:cubicBezTo>
                  <a:cubicBezTo>
                    <a:pt x="1001829" y="3263258"/>
                    <a:pt x="728958" y="3202856"/>
                    <a:pt x="600452" y="3245074"/>
                  </a:cubicBezTo>
                  <a:cubicBezTo>
                    <a:pt x="471946" y="3287292"/>
                    <a:pt x="294398" y="3183399"/>
                    <a:pt x="0" y="3245074"/>
                  </a:cubicBezTo>
                  <a:cubicBezTo>
                    <a:pt x="-40914" y="3101094"/>
                    <a:pt x="5051" y="2934101"/>
                    <a:pt x="0" y="2769130"/>
                  </a:cubicBezTo>
                  <a:cubicBezTo>
                    <a:pt x="-5051" y="2604159"/>
                    <a:pt x="54787" y="2501544"/>
                    <a:pt x="0" y="2260735"/>
                  </a:cubicBezTo>
                  <a:cubicBezTo>
                    <a:pt x="-54787" y="2019927"/>
                    <a:pt x="8978" y="1892466"/>
                    <a:pt x="0" y="1784791"/>
                  </a:cubicBezTo>
                  <a:cubicBezTo>
                    <a:pt x="-8978" y="1677116"/>
                    <a:pt x="22968" y="1437635"/>
                    <a:pt x="0" y="1211494"/>
                  </a:cubicBezTo>
                  <a:cubicBezTo>
                    <a:pt x="-22968" y="985353"/>
                    <a:pt x="22742" y="801348"/>
                    <a:pt x="0" y="670649"/>
                  </a:cubicBezTo>
                  <a:cubicBezTo>
                    <a:pt x="-22742" y="539951"/>
                    <a:pt x="6052" y="175702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pPr>
                <a:defRPr/>
              </a:pPr>
              <a:r>
                <a:rPr lang="it-IT" sz="1400" b="1">
                  <a:solidFill>
                    <a:schemeClr val="bg1"/>
                  </a:solidFill>
                </a:rPr>
                <a:t>Allergeni</a:t>
              </a:r>
              <a:endParaRPr/>
            </a:p>
          </p:txBody>
        </p:sp>
        <p:graphicFrame>
          <p:nvGraphicFramePr>
            <p:cNvPr id="406772688" name="Diagramma 67"/>
            <p:cNvGraphicFramePr>
              <a:graphicFrameLocks xmlns:a="http://schemas.openxmlformats.org/drawingml/2006/main"/>
            </p:cNvGraphicFramePr>
            <p:nvPr/>
          </p:nvGraphicFramePr>
          <p:xfrm rot="0">
            <a:off x="215413" y="552707"/>
            <a:ext cx="3088717" cy="2619297"/>
            <a:chOff x="0" y="0"/>
            <a:chExt cx="3088717" cy="261929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1" r:lo="rId13" r:qs="rId14" r:cs="rId12"/>
            </a:graphicData>
          </a:graphic>
        </p:graphicFrame>
        <p:sp>
          <p:nvSpPr>
            <p:cNvPr id="1472710168" name="Rettangolo 77"/>
            <p:cNvSpPr/>
            <p:nvPr/>
          </p:nvSpPr>
          <p:spPr bwMode="auto">
            <a:xfrm rot="5400000">
              <a:off x="1751130" y="1339954"/>
              <a:ext cx="184725" cy="3408925"/>
            </a:xfrm>
            <a:prstGeom prst="rect">
              <a:avLst/>
            </a:prstGeom>
            <a:solidFill>
              <a:srgbClr val="FBE5D6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97673736" name="Rettangolo 78"/>
            <p:cNvSpPr/>
            <p:nvPr/>
          </p:nvSpPr>
          <p:spPr bwMode="auto">
            <a:xfrm rot="5400000">
              <a:off x="1751130" y="-1338260"/>
              <a:ext cx="184725" cy="3408925"/>
            </a:xfrm>
            <a:prstGeom prst="rect">
              <a:avLst/>
            </a:prstGeom>
            <a:solidFill>
              <a:srgbClr val="FBE5D6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2059810018" name="Triangolo isoscele 80"/>
            <p:cNvSpPr/>
            <p:nvPr/>
          </p:nvSpPr>
          <p:spPr bwMode="auto">
            <a:xfrm>
              <a:off x="1750772" y="324185"/>
              <a:ext cx="145708" cy="84030"/>
            </a:xfrm>
            <a:prstGeom prst="triangle">
              <a:avLst>
                <a:gd name="adj" fmla="val 50000"/>
              </a:avLst>
            </a:prstGeom>
            <a:solidFill>
              <a:srgbClr val="843C0C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1579740274" name="Triangolo isoscele 81"/>
            <p:cNvSpPr/>
            <p:nvPr/>
          </p:nvSpPr>
          <p:spPr bwMode="auto">
            <a:xfrm rot="10800000">
              <a:off x="1750774" y="3006250"/>
              <a:ext cx="145708" cy="84030"/>
            </a:xfrm>
            <a:prstGeom prst="triangle">
              <a:avLst>
                <a:gd name="adj" fmla="val 50000"/>
              </a:avLst>
            </a:prstGeom>
            <a:solidFill>
              <a:srgbClr val="843C0C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</p:grpSp>
      <p:cxnSp>
        <p:nvCxnSpPr>
          <p:cNvPr id="1939143306" name="Connettore diritto 4"/>
          <p:cNvCxnSpPr/>
          <p:nvPr/>
        </p:nvCxnSpPr>
        <p:spPr bwMode="auto">
          <a:xfrm>
            <a:off x="0" y="939799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56448320" name="CasellaDiTesto 24"/>
          <p:cNvSpPr txBox="1"/>
          <p:nvPr/>
        </p:nvSpPr>
        <p:spPr bwMode="auto">
          <a:xfrm>
            <a:off x="5185746" y="1459737"/>
            <a:ext cx="1728268" cy="4575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400" b="1">
                <a:solidFill>
                  <a:schemeClr val="accent2"/>
                </a:solidFill>
                <a:latin typeface="Carlito"/>
                <a:ea typeface="Carlito"/>
                <a:cs typeface="Carlito"/>
              </a:rPr>
              <a:t>Il mio piatto</a:t>
            </a:r>
            <a:endParaRPr>
              <a:latin typeface="Carlito"/>
              <a:cs typeface="Carlito"/>
            </a:endParaRPr>
          </a:p>
        </p:txBody>
      </p:sp>
      <p:sp>
        <p:nvSpPr>
          <p:cNvPr id="1951045615" name="CasellaDiTesto 25"/>
          <p:cNvSpPr txBox="1"/>
          <p:nvPr/>
        </p:nvSpPr>
        <p:spPr bwMode="auto">
          <a:xfrm>
            <a:off x="4630892" y="1113459"/>
            <a:ext cx="2895032" cy="5185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800" b="1">
                <a:solidFill>
                  <a:schemeClr val="accent2">
                    <a:lumMod val="50000"/>
                  </a:schemeClr>
                </a:solidFill>
                <a:latin typeface="Carlito"/>
                <a:ea typeface="Carlito"/>
                <a:cs typeface="Carlito"/>
              </a:rPr>
              <a:t>Aggiungi un piatto</a:t>
            </a:r>
            <a:endParaRPr>
              <a:latin typeface="Carlito"/>
              <a:cs typeface="Carlito"/>
            </a:endParaRPr>
          </a:p>
        </p:txBody>
      </p:sp>
      <p:cxnSp>
        <p:nvCxnSpPr>
          <p:cNvPr id="1470103649" name="Connettore diritto 4"/>
          <p:cNvCxnSpPr/>
          <p:nvPr/>
        </p:nvCxnSpPr>
        <p:spPr bwMode="auto">
          <a:xfrm>
            <a:off x="0" y="2201907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47230480" name="Gruppo 143"/>
          <p:cNvGrpSpPr/>
          <p:nvPr/>
        </p:nvGrpSpPr>
        <p:grpSpPr bwMode="auto">
          <a:xfrm>
            <a:off x="482952" y="1326999"/>
            <a:ext cx="960555" cy="305159"/>
            <a:chOff x="0" y="0"/>
            <a:chExt cx="960555" cy="305159"/>
          </a:xfrm>
        </p:grpSpPr>
        <p:sp>
          <p:nvSpPr>
            <p:cNvPr id="1761520924" name="Rettangolo 123"/>
            <p:cNvSpPr/>
            <p:nvPr/>
          </p:nvSpPr>
          <p:spPr bwMode="auto">
            <a:xfrm>
              <a:off x="0" y="0"/>
              <a:ext cx="960555" cy="30515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r">
                <a:defRPr/>
              </a:pPr>
              <a:r>
                <a:rPr lang="it-IT" sz="1400">
                  <a:solidFill>
                    <a:schemeClr val="accent1"/>
                  </a:solidFill>
                </a:rPr>
                <a:t>Indietro</a:t>
              </a:r>
              <a:endParaRPr/>
            </a:p>
          </p:txBody>
        </p:sp>
        <p:pic>
          <p:nvPicPr>
            <p:cNvPr id="1022200832" name="Elemento grafico 141" descr="Accento circonflesso verso sinistra con riempimento a tinta unita"/>
            <p:cNvPicPr>
              <a:picLocks noChangeAspect="1"/>
            </p:cNvPicPr>
            <p:nvPr/>
          </p:nvPicPr>
          <p:blipFill rotWithShape="1">
            <a:blip r:embed="rId15"/>
            <a:stretch/>
          </p:blipFill>
          <p:spPr bwMode="auto">
            <a:xfrm>
              <a:off x="55584" y="45719"/>
              <a:ext cx="228315" cy="228315"/>
            </a:xfrm>
            <a:prstGeom prst="rect">
              <a:avLst/>
            </a:prstGeom>
          </p:spPr>
        </p:pic>
      </p:grpSp>
      <p:pic>
        <p:nvPicPr>
          <p:cNvPr id="1350728233" name="Elemento grafico 141" descr="Accento circonflesso verso sinistra con riempimento a tinta unita"/>
          <p:cNvPicPr>
            <a:picLocks noChangeAspect="1"/>
          </p:cNvPicPr>
          <p:nvPr/>
        </p:nvPicPr>
        <p:blipFill rotWithShape="1">
          <a:blip r:embed="rId15"/>
          <a:stretch/>
        </p:blipFill>
        <p:spPr bwMode="auto">
          <a:xfrm rot="0" flipH="0" flipV="0">
            <a:off x="709979" y="7357953"/>
            <a:ext cx="228315" cy="228315"/>
          </a:xfrm>
          <a:prstGeom prst="rect">
            <a:avLst/>
          </a:prstGeom>
        </p:spPr>
      </p:pic>
      <p:sp modelId="{A04F6C91-AEBF-4847-980F-C23A5906DCBB}">
        <p:nvSpPr>
          <p:cNvPr id="1623566381" name=""/>
          <p:cNvSpPr/>
          <p:nvPr/>
        </p:nvSpPr>
        <p:spPr bwMode="auto">
          <a:xfrm flipH="0" flipV="0">
            <a:off x="621666" y="5491187"/>
            <a:ext cx="3448932" cy="257113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accent2">
                <a:shade val="80000"/>
                <a:hueOff val="0"/>
                <a:satOff val="0"/>
                <a:lumOff val="0"/>
                <a:alphaOff val="0"/>
              </a:schemeClr>
            </a:solidFill>
            <a:prstDash val="solid"/>
            <a:miter lim="800000"/>
          </a:ln>
          <a:effectLst/>
        </p:spPr>
        <p:style>
          <a:lnRef idx="2">
            <a:srgbClr val="000000"/>
          </a:lnRef>
          <a:fillRef idx="1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spcFirstLastPara="0" vert="horz" wrap="square" lIns="45720" tIns="45720" rIns="45720" bIns="45720" numCol="1" spcCol="1268" anchor="ctr" anchorCtr="0">
            <a:noAutofit/>
          </a:bodyPr>
          <a:lstStyle/>
          <a:p>
            <a:pPr marL="0" lvl="0" indent="0" algn="l" defTabSz="53339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1200" b="1">
                <a:solidFill>
                  <a:schemeClr val="accent2">
                    <a:lumMod val="50000"/>
                  </a:schemeClr>
                </a:solidFill>
              </a:rPr>
              <a:t>    Bevanda</a:t>
            </a:r>
            <a:endParaRPr/>
          </a:p>
        </p:txBody>
      </p:sp>
      <p:pic>
        <p:nvPicPr>
          <p:cNvPr id="851315173" name="Elemento grafico 8" descr="Accento circonflesso verso il basso con riempimento a tinta unita"/>
          <p:cNvPicPr>
            <a:picLocks noChangeAspect="1"/>
          </p:cNvPicPr>
          <p:nvPr/>
        </p:nvPicPr>
        <p:blipFill rotWithShape="1">
          <a:blip r:embed="rId16"/>
          <a:stretch/>
        </p:blipFill>
        <p:spPr bwMode="auto">
          <a:xfrm>
            <a:off x="3775862" y="5495965"/>
            <a:ext cx="252335" cy="252335"/>
          </a:xfrm>
          <a:prstGeom prst="rect">
            <a:avLst/>
          </a:prstGeom>
        </p:spPr>
      </p:pic>
      <p:sp>
        <p:nvSpPr>
          <p:cNvPr id="1467754359" name=""/>
          <p:cNvSpPr/>
          <p:nvPr/>
        </p:nvSpPr>
        <p:spPr bwMode="auto">
          <a:xfrm rot="0" flipH="0" flipV="0">
            <a:off x="0" y="0"/>
            <a:ext cx="12196690" cy="6854264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61521881" name=""/>
          <p:cNvSpPr/>
          <p:nvPr/>
        </p:nvSpPr>
        <p:spPr bwMode="auto">
          <a:xfrm rot="0" flipH="0" flipV="0">
            <a:off x="4221600" y="2325220"/>
            <a:ext cx="3586119" cy="18863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2561509" name="CasellaDiTesto 24"/>
          <p:cNvSpPr txBox="1"/>
          <p:nvPr/>
        </p:nvSpPr>
        <p:spPr bwMode="auto">
          <a:xfrm>
            <a:off x="4503145" y="2732725"/>
            <a:ext cx="3093862" cy="640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1800" b="1">
                <a:solidFill>
                  <a:schemeClr val="accent2"/>
                </a:solidFill>
                <a:latin typeface="Carlito"/>
                <a:ea typeface="Carlito"/>
                <a:cs typeface="Carlito"/>
              </a:rPr>
              <a:t>Spaghetti alla carbonara esiste</a:t>
            </a:r>
            <a:endParaRPr lang="it-IT" sz="1800" b="1">
              <a:solidFill>
                <a:schemeClr val="accent2"/>
              </a:solidFill>
              <a:latin typeface="Carlito"/>
              <a:ea typeface="Carlito"/>
              <a:cs typeface="Carlito"/>
            </a:endParaRPr>
          </a:p>
          <a:p>
            <a:pPr>
              <a:defRPr/>
            </a:pPr>
            <a:r>
              <a:rPr lang="it-IT" sz="1800" b="1">
                <a:solidFill>
                  <a:schemeClr val="accent2"/>
                </a:solidFill>
                <a:latin typeface="Carlito"/>
                <a:ea typeface="Carlito"/>
                <a:cs typeface="Carlito"/>
              </a:rPr>
              <a:t>già</a:t>
            </a:r>
            <a:r>
              <a:rPr lang="it-IT" sz="1800" b="1">
                <a:solidFill>
                  <a:schemeClr val="accent2"/>
                </a:solidFill>
                <a:latin typeface="Carlito"/>
                <a:ea typeface="Carlito"/>
                <a:cs typeface="Carlito"/>
              </a:rPr>
              <a:t> nel menù!</a:t>
            </a:r>
            <a:endParaRPr lang="it-IT" sz="1800" b="1">
              <a:solidFill>
                <a:schemeClr val="accent2"/>
              </a:solidFill>
              <a:latin typeface="Carlito"/>
              <a:ea typeface="Carlito"/>
              <a:cs typeface="Carlito"/>
            </a:endParaRPr>
          </a:p>
        </p:txBody>
      </p:sp>
      <p:sp>
        <p:nvSpPr>
          <p:cNvPr id="393758630" name="CasellaDiTesto 25"/>
          <p:cNvSpPr txBox="1"/>
          <p:nvPr/>
        </p:nvSpPr>
        <p:spPr bwMode="auto">
          <a:xfrm>
            <a:off x="4503145" y="2386447"/>
            <a:ext cx="2870029" cy="5185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800" b="1">
                <a:solidFill>
                  <a:schemeClr val="accent2">
                    <a:lumMod val="50000"/>
                  </a:schemeClr>
                </a:solidFill>
                <a:latin typeface="Carlito"/>
                <a:ea typeface="Carlito"/>
                <a:cs typeface="Carlito"/>
              </a:rPr>
              <a:t>Piatto non salvato</a:t>
            </a:r>
            <a:endParaRPr>
              <a:latin typeface="Carlito"/>
              <a:cs typeface="Carlito"/>
            </a:endParaRPr>
          </a:p>
        </p:txBody>
      </p:sp>
      <p:sp>
        <p:nvSpPr>
          <p:cNvPr id="1792399127" name="Rettangolo 79"/>
          <p:cNvSpPr/>
          <p:nvPr/>
        </p:nvSpPr>
        <p:spPr bwMode="auto">
          <a:xfrm rot="0" flipH="0" flipV="0">
            <a:off x="5431443" y="3613087"/>
            <a:ext cx="1097658" cy="3661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defRPr/>
            </a:pPr>
            <a:r>
              <a:rPr lang="it-IT" b="1"/>
              <a:t>Continua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197094186" name="Connettore diritto 4"/>
          <p:cNvCxnSpPr/>
          <p:nvPr/>
        </p:nvCxnSpPr>
        <p:spPr bwMode="auto">
          <a:xfrm>
            <a:off x="0" y="939799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853426815" name="CasellaDiTesto 13"/>
          <p:cNvSpPr txBox="1"/>
          <p:nvPr/>
        </p:nvSpPr>
        <p:spPr bwMode="auto">
          <a:xfrm>
            <a:off x="534613" y="137259"/>
            <a:ext cx="3364285" cy="584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it-IT" sz="3200" spc="599">
                <a:solidFill>
                  <a:schemeClr val="accent2"/>
                </a:solidFill>
                <a:latin typeface="Aharoni"/>
                <a:cs typeface="Aharoni"/>
              </a:rPr>
              <a:t>PickyEaters</a:t>
            </a:r>
            <a:endParaRPr lang="it-IT" spc="599">
              <a:solidFill>
                <a:schemeClr val="accent2"/>
              </a:solidFill>
              <a:latin typeface="Aharoni"/>
              <a:cs typeface="Aharoni"/>
            </a:endParaRPr>
          </a:p>
        </p:txBody>
      </p:sp>
      <p:pic>
        <p:nvPicPr>
          <p:cNvPr id="1433071812" name="Elemento grafico 20" descr="Cursore con riempimento a tinta unita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1">
            <a:off x="0" y="136738"/>
            <a:ext cx="584775" cy="584775"/>
          </a:xfrm>
          <a:prstGeom prst="rect">
            <a:avLst/>
          </a:prstGeom>
        </p:spPr>
      </p:pic>
      <p:grpSp>
        <p:nvGrpSpPr>
          <p:cNvPr id="411725699" name="Gruppo 21"/>
          <p:cNvGrpSpPr/>
          <p:nvPr/>
        </p:nvGrpSpPr>
        <p:grpSpPr bwMode="auto">
          <a:xfrm>
            <a:off x="311159" y="2554088"/>
            <a:ext cx="4032128" cy="713016"/>
            <a:chOff x="311159" y="2091709"/>
            <a:chExt cx="4032128" cy="713016"/>
          </a:xfrm>
        </p:grpSpPr>
        <p:sp>
          <p:nvSpPr>
            <p:cNvPr id="660425430" name="CasellaDiTesto 22"/>
            <p:cNvSpPr txBox="1"/>
            <p:nvPr/>
          </p:nvSpPr>
          <p:spPr bwMode="auto">
            <a:xfrm>
              <a:off x="311159" y="2422044"/>
              <a:ext cx="4032128" cy="338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it-IT" sz="1600" b="1">
                  <a:solidFill>
                    <a:schemeClr val="bg1"/>
                  </a:solidFill>
                </a:rPr>
                <a:t>A che categoria appartiene il piatto?</a:t>
              </a:r>
              <a:endParaRPr/>
            </a:p>
          </p:txBody>
        </p:sp>
        <p:sp>
          <p:nvSpPr>
            <p:cNvPr id="1890765139" name="CasellaDiTesto 41"/>
            <p:cNvSpPr txBox="1"/>
            <p:nvPr/>
          </p:nvSpPr>
          <p:spPr bwMode="auto">
            <a:xfrm>
              <a:off x="542646" y="2091709"/>
              <a:ext cx="3678952" cy="713016"/>
            </a:xfrm>
            <a:custGeom>
              <a:avLst/>
              <a:gdLst>
                <a:gd name="connsiteX0" fmla="*/ 0 w 3678954"/>
                <a:gd name="connsiteY0" fmla="*/ 0 h 713016"/>
                <a:gd name="connsiteX1" fmla="*/ 525565 w 3678954"/>
                <a:gd name="connsiteY1" fmla="*/ 0 h 713016"/>
                <a:gd name="connsiteX2" fmla="*/ 1087919 w 3678954"/>
                <a:gd name="connsiteY2" fmla="*/ 0 h 713016"/>
                <a:gd name="connsiteX3" fmla="*/ 1576695 w 3678954"/>
                <a:gd name="connsiteY3" fmla="*/ 0 h 713016"/>
                <a:gd name="connsiteX4" fmla="*/ 2102259 w 3678954"/>
                <a:gd name="connsiteY4" fmla="*/ 0 h 713016"/>
                <a:gd name="connsiteX5" fmla="*/ 2627824 w 3678954"/>
                <a:gd name="connsiteY5" fmla="*/ 0 h 713016"/>
                <a:gd name="connsiteX6" fmla="*/ 3116600 w 3678954"/>
                <a:gd name="connsiteY6" fmla="*/ 0 h 713016"/>
                <a:gd name="connsiteX7" fmla="*/ 3678954 w 3678954"/>
                <a:gd name="connsiteY7" fmla="*/ 0 h 713016"/>
                <a:gd name="connsiteX8" fmla="*/ 3678954 w 3678954"/>
                <a:gd name="connsiteY8" fmla="*/ 363638 h 713016"/>
                <a:gd name="connsiteX9" fmla="*/ 3678954 w 3678954"/>
                <a:gd name="connsiteY9" fmla="*/ 713016 h 713016"/>
                <a:gd name="connsiteX10" fmla="*/ 3226968 w 3678954"/>
                <a:gd name="connsiteY10" fmla="*/ 713016 h 713016"/>
                <a:gd name="connsiteX11" fmla="*/ 2664614 w 3678954"/>
                <a:gd name="connsiteY11" fmla="*/ 713016 h 713016"/>
                <a:gd name="connsiteX12" fmla="*/ 2212628 w 3678954"/>
                <a:gd name="connsiteY12" fmla="*/ 713016 h 713016"/>
                <a:gd name="connsiteX13" fmla="*/ 1760642 w 3678954"/>
                <a:gd name="connsiteY13" fmla="*/ 713016 h 713016"/>
                <a:gd name="connsiteX14" fmla="*/ 1198288 w 3678954"/>
                <a:gd name="connsiteY14" fmla="*/ 713016 h 713016"/>
                <a:gd name="connsiteX15" fmla="*/ 709513 w 3678954"/>
                <a:gd name="connsiteY15" fmla="*/ 713016 h 713016"/>
                <a:gd name="connsiteX16" fmla="*/ 0 w 3678954"/>
                <a:gd name="connsiteY16" fmla="*/ 713016 h 713016"/>
                <a:gd name="connsiteX17" fmla="*/ 0 w 3678954"/>
                <a:gd name="connsiteY17" fmla="*/ 370768 h 713016"/>
                <a:gd name="connsiteX18" fmla="*/ 0 w 3678954"/>
                <a:gd name="connsiteY18" fmla="*/ 0 h 713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678954" h="713016" fill="none" stroke="1" extrusionOk="0">
                  <a:moveTo>
                    <a:pt x="0" y="0"/>
                  </a:moveTo>
                  <a:cubicBezTo>
                    <a:pt x="106438" y="-4997"/>
                    <a:pt x="290281" y="12720"/>
                    <a:pt x="525565" y="0"/>
                  </a:cubicBezTo>
                  <a:cubicBezTo>
                    <a:pt x="760849" y="-12720"/>
                    <a:pt x="944033" y="41878"/>
                    <a:pt x="1087919" y="0"/>
                  </a:cubicBezTo>
                  <a:cubicBezTo>
                    <a:pt x="1231805" y="-41878"/>
                    <a:pt x="1434944" y="36466"/>
                    <a:pt x="1576695" y="0"/>
                  </a:cubicBezTo>
                  <a:cubicBezTo>
                    <a:pt x="1718446" y="-36466"/>
                    <a:pt x="1870168" y="52935"/>
                    <a:pt x="2102259" y="0"/>
                  </a:cubicBezTo>
                  <a:cubicBezTo>
                    <a:pt x="2334350" y="-52935"/>
                    <a:pt x="2498891" y="34467"/>
                    <a:pt x="2627824" y="0"/>
                  </a:cubicBezTo>
                  <a:cubicBezTo>
                    <a:pt x="2756758" y="-34467"/>
                    <a:pt x="2986951" y="19835"/>
                    <a:pt x="3116600" y="0"/>
                  </a:cubicBezTo>
                  <a:cubicBezTo>
                    <a:pt x="3246249" y="-19835"/>
                    <a:pt x="3495103" y="18411"/>
                    <a:pt x="3678954" y="0"/>
                  </a:cubicBezTo>
                  <a:cubicBezTo>
                    <a:pt x="3696401" y="97946"/>
                    <a:pt x="3659628" y="230606"/>
                    <a:pt x="3678954" y="363638"/>
                  </a:cubicBezTo>
                  <a:cubicBezTo>
                    <a:pt x="3698280" y="496670"/>
                    <a:pt x="3675102" y="600816"/>
                    <a:pt x="3678954" y="713016"/>
                  </a:cubicBezTo>
                  <a:cubicBezTo>
                    <a:pt x="3515749" y="735965"/>
                    <a:pt x="3388328" y="679855"/>
                    <a:pt x="3226968" y="713016"/>
                  </a:cubicBezTo>
                  <a:cubicBezTo>
                    <a:pt x="3065608" y="746177"/>
                    <a:pt x="2789577" y="686206"/>
                    <a:pt x="2664614" y="713016"/>
                  </a:cubicBezTo>
                  <a:cubicBezTo>
                    <a:pt x="2539651" y="739826"/>
                    <a:pt x="2358840" y="668039"/>
                    <a:pt x="2212628" y="713016"/>
                  </a:cubicBezTo>
                  <a:cubicBezTo>
                    <a:pt x="2066416" y="757993"/>
                    <a:pt x="1974174" y="698246"/>
                    <a:pt x="1760642" y="713016"/>
                  </a:cubicBezTo>
                  <a:cubicBezTo>
                    <a:pt x="1547110" y="727786"/>
                    <a:pt x="1332764" y="706061"/>
                    <a:pt x="1198288" y="713016"/>
                  </a:cubicBezTo>
                  <a:cubicBezTo>
                    <a:pt x="1063812" y="719971"/>
                    <a:pt x="876579" y="655965"/>
                    <a:pt x="709513" y="713016"/>
                  </a:cubicBezTo>
                  <a:cubicBezTo>
                    <a:pt x="542447" y="770067"/>
                    <a:pt x="240243" y="629967"/>
                    <a:pt x="0" y="713016"/>
                  </a:cubicBezTo>
                  <a:cubicBezTo>
                    <a:pt x="-1346" y="573898"/>
                    <a:pt x="37630" y="457402"/>
                    <a:pt x="0" y="370768"/>
                  </a:cubicBezTo>
                  <a:cubicBezTo>
                    <a:pt x="-37630" y="284134"/>
                    <a:pt x="30866" y="172819"/>
                    <a:pt x="0" y="0"/>
                  </a:cubicBezTo>
                  <a:close/>
                </a:path>
                <a:path w="3678954" h="713016" fill="norm" stroke="0" extrusionOk="0">
                  <a:moveTo>
                    <a:pt x="0" y="0"/>
                  </a:moveTo>
                  <a:cubicBezTo>
                    <a:pt x="103131" y="-9360"/>
                    <a:pt x="292001" y="40606"/>
                    <a:pt x="488775" y="0"/>
                  </a:cubicBezTo>
                  <a:cubicBezTo>
                    <a:pt x="685549" y="-40606"/>
                    <a:pt x="768138" y="39139"/>
                    <a:pt x="1014340" y="0"/>
                  </a:cubicBezTo>
                  <a:cubicBezTo>
                    <a:pt x="1260543" y="-39139"/>
                    <a:pt x="1339992" y="60992"/>
                    <a:pt x="1539905" y="0"/>
                  </a:cubicBezTo>
                  <a:cubicBezTo>
                    <a:pt x="1739819" y="-60992"/>
                    <a:pt x="1835688" y="24468"/>
                    <a:pt x="1955101" y="0"/>
                  </a:cubicBezTo>
                  <a:cubicBezTo>
                    <a:pt x="2074514" y="-24468"/>
                    <a:pt x="2338163" y="31478"/>
                    <a:pt x="2480666" y="0"/>
                  </a:cubicBezTo>
                  <a:cubicBezTo>
                    <a:pt x="2623170" y="-31478"/>
                    <a:pt x="2799086" y="44158"/>
                    <a:pt x="3079810" y="0"/>
                  </a:cubicBezTo>
                  <a:cubicBezTo>
                    <a:pt x="3360534" y="-44158"/>
                    <a:pt x="3398958" y="63391"/>
                    <a:pt x="3678954" y="0"/>
                  </a:cubicBezTo>
                  <a:cubicBezTo>
                    <a:pt x="3701422" y="153123"/>
                    <a:pt x="3649368" y="180147"/>
                    <a:pt x="3678954" y="356508"/>
                  </a:cubicBezTo>
                  <a:cubicBezTo>
                    <a:pt x="3708540" y="532869"/>
                    <a:pt x="3642430" y="618845"/>
                    <a:pt x="3678954" y="713016"/>
                  </a:cubicBezTo>
                  <a:cubicBezTo>
                    <a:pt x="3428851" y="726921"/>
                    <a:pt x="3396913" y="671597"/>
                    <a:pt x="3153389" y="713016"/>
                  </a:cubicBezTo>
                  <a:cubicBezTo>
                    <a:pt x="2909866" y="754435"/>
                    <a:pt x="2831314" y="660195"/>
                    <a:pt x="2701403" y="713016"/>
                  </a:cubicBezTo>
                  <a:cubicBezTo>
                    <a:pt x="2571492" y="765837"/>
                    <a:pt x="2345691" y="673526"/>
                    <a:pt x="2102259" y="713016"/>
                  </a:cubicBezTo>
                  <a:cubicBezTo>
                    <a:pt x="1858827" y="752506"/>
                    <a:pt x="1864375" y="692526"/>
                    <a:pt x="1650274" y="713016"/>
                  </a:cubicBezTo>
                  <a:cubicBezTo>
                    <a:pt x="1436174" y="733506"/>
                    <a:pt x="1327173" y="694293"/>
                    <a:pt x="1198288" y="713016"/>
                  </a:cubicBezTo>
                  <a:cubicBezTo>
                    <a:pt x="1069403" y="731739"/>
                    <a:pt x="878107" y="663824"/>
                    <a:pt x="746302" y="713016"/>
                  </a:cubicBezTo>
                  <a:cubicBezTo>
                    <a:pt x="614497" y="762208"/>
                    <a:pt x="232841" y="643641"/>
                    <a:pt x="0" y="713016"/>
                  </a:cubicBezTo>
                  <a:cubicBezTo>
                    <a:pt x="-27456" y="584045"/>
                    <a:pt x="861" y="498799"/>
                    <a:pt x="0" y="356508"/>
                  </a:cubicBezTo>
                  <a:cubicBezTo>
                    <a:pt x="-861" y="214217"/>
                    <a:pt x="37318" y="17639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pPr>
                <a:defRPr/>
              </a:pPr>
              <a:r>
                <a:rPr lang="it-IT" sz="1400" b="1">
                  <a:solidFill>
                    <a:schemeClr val="bg1"/>
                  </a:solidFill>
                </a:rPr>
                <a:t>Nome</a:t>
              </a:r>
              <a:endParaRPr/>
            </a:p>
          </p:txBody>
        </p:sp>
        <p:sp>
          <p:nvSpPr>
            <p:cNvPr id="1436244516" name="Rettangolo con angoli arrotondati 10"/>
            <p:cNvSpPr/>
            <p:nvPr/>
          </p:nvSpPr>
          <p:spPr bwMode="auto">
            <a:xfrm>
              <a:off x="682555" y="2377915"/>
              <a:ext cx="3269683" cy="262344"/>
            </a:xfrm>
            <a:prstGeom prst="roundRect">
              <a:avLst>
                <a:gd name="adj" fmla="val 16667"/>
              </a:avLst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defRPr/>
              </a:pPr>
              <a:r>
                <a:rPr lang="it-IT" sz="1200"/>
                <a:t>Spaghetti alla carbonara </a:t>
              </a:r>
              <a:endParaRPr/>
            </a:p>
          </p:txBody>
        </p:sp>
      </p:grpSp>
      <p:sp>
        <p:nvSpPr>
          <p:cNvPr id="1813919275" name="CasellaDiTesto 74"/>
          <p:cNvSpPr txBox="1"/>
          <p:nvPr/>
        </p:nvSpPr>
        <p:spPr bwMode="auto">
          <a:xfrm>
            <a:off x="9085878" y="184209"/>
            <a:ext cx="2083026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/>
              <a:t>Ciao, </a:t>
            </a:r>
            <a:r>
              <a:rPr lang="it-IT" b="1" i="1"/>
              <a:t>Luca Gasperini</a:t>
            </a:r>
            <a:endParaRPr/>
          </a:p>
        </p:txBody>
      </p:sp>
      <p:grpSp>
        <p:nvGrpSpPr>
          <p:cNvPr id="1851525548" name="Gruppo 97"/>
          <p:cNvGrpSpPr/>
          <p:nvPr/>
        </p:nvGrpSpPr>
        <p:grpSpPr bwMode="auto">
          <a:xfrm>
            <a:off x="11357834" y="221713"/>
            <a:ext cx="547191" cy="304938"/>
            <a:chOff x="11307901" y="248603"/>
            <a:chExt cx="547191" cy="304938"/>
          </a:xfrm>
        </p:grpSpPr>
        <p:sp>
          <p:nvSpPr>
            <p:cNvPr id="960114410" name="Rettangolo con angoli arrotondati 91"/>
            <p:cNvSpPr/>
            <p:nvPr/>
          </p:nvSpPr>
          <p:spPr bwMode="auto">
            <a:xfrm>
              <a:off x="11307901" y="248603"/>
              <a:ext cx="547191" cy="304938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>
                <a:defRPr/>
              </a:pPr>
              <a:endParaRPr lang="it-IT"/>
            </a:p>
          </p:txBody>
        </p:sp>
        <p:grpSp>
          <p:nvGrpSpPr>
            <p:cNvPr id="1083173837" name="Gruppo 92"/>
            <p:cNvGrpSpPr/>
            <p:nvPr/>
          </p:nvGrpSpPr>
          <p:grpSpPr bwMode="auto">
            <a:xfrm>
              <a:off x="11366458" y="287692"/>
              <a:ext cx="436966" cy="226758"/>
              <a:chOff x="11370200" y="216945"/>
              <a:chExt cx="579868" cy="303861"/>
            </a:xfrm>
            <a:solidFill>
              <a:schemeClr val="bg1"/>
            </a:solidFill>
          </p:grpSpPr>
          <p:sp>
            <p:nvSpPr>
              <p:cNvPr id="192029751" name="Elemento grafico 76" descr="Accento circonflesso verso il basso con riempimento a tinta unita"/>
              <p:cNvSpPr/>
              <p:nvPr/>
            </p:nvSpPr>
            <p:spPr bwMode="auto">
              <a:xfrm>
                <a:off x="11737449" y="333085"/>
                <a:ext cx="212619" cy="122263"/>
              </a:xfrm>
              <a:custGeom>
                <a:avLst/>
                <a:gdLst>
                  <a:gd name="connsiteX0" fmla="*/ 106321 w 212620"/>
                  <a:gd name="connsiteY0" fmla="*/ 122264 h 122264"/>
                  <a:gd name="connsiteX1" fmla="*/ 0 w 212620"/>
                  <a:gd name="connsiteY1" fmla="*/ 15966 h 122264"/>
                  <a:gd name="connsiteX2" fmla="*/ 15962 w 212620"/>
                  <a:gd name="connsiteY2" fmla="*/ 0 h 122264"/>
                  <a:gd name="connsiteX3" fmla="*/ 106321 w 212620"/>
                  <a:gd name="connsiteY3" fmla="*/ 90341 h 122264"/>
                  <a:gd name="connsiteX4" fmla="*/ 196659 w 212620"/>
                  <a:gd name="connsiteY4" fmla="*/ 4 h 122264"/>
                  <a:gd name="connsiteX5" fmla="*/ 212620 w 212620"/>
                  <a:gd name="connsiteY5" fmla="*/ 15966 h 122264"/>
                  <a:gd name="connsiteX6" fmla="*/ 106321 w 212620"/>
                  <a:gd name="connsiteY6" fmla="*/ 122264 h 1222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2620" h="122264" fill="norm" stroke="1" extrusionOk="0">
                    <a:moveTo>
                      <a:pt x="106321" y="122264"/>
                    </a:moveTo>
                    <a:lnTo>
                      <a:pt x="0" y="15966"/>
                    </a:lnTo>
                    <a:lnTo>
                      <a:pt x="15962" y="0"/>
                    </a:lnTo>
                    <a:lnTo>
                      <a:pt x="106321" y="90341"/>
                    </a:lnTo>
                    <a:lnTo>
                      <a:pt x="196659" y="4"/>
                    </a:lnTo>
                    <a:lnTo>
                      <a:pt x="212620" y="15966"/>
                    </a:lnTo>
                    <a:lnTo>
                      <a:pt x="106321" y="122264"/>
                    </a:lnTo>
                    <a:close/>
                  </a:path>
                </a:pathLst>
              </a:custGeom>
              <a:grpFill/>
              <a:ln w="36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it-IT"/>
              </a:p>
            </p:txBody>
          </p:sp>
          <p:grpSp>
            <p:nvGrpSpPr>
              <p:cNvPr id="59908159" name="Elemento grafico 78" descr="Utente con riempimento a tinta unita"/>
              <p:cNvGrpSpPr/>
              <p:nvPr/>
            </p:nvGrpSpPr>
            <p:grpSpPr bwMode="auto">
              <a:xfrm>
                <a:off x="11370200" y="216945"/>
                <a:ext cx="285987" cy="303861"/>
                <a:chOff x="11370200" y="216945"/>
                <a:chExt cx="285987" cy="303861"/>
              </a:xfrm>
              <a:grpFill/>
            </p:grpSpPr>
            <p:sp>
              <p:nvSpPr>
                <p:cNvPr id="449183510" name="Figura a mano libera: forma 95"/>
                <p:cNvSpPr/>
                <p:nvPr/>
              </p:nvSpPr>
              <p:spPr bwMode="auto">
                <a:xfrm>
                  <a:off x="11441696" y="216945"/>
                  <a:ext cx="142993" cy="142993"/>
                </a:xfrm>
                <a:custGeom>
                  <a:avLst/>
                  <a:gdLst>
                    <a:gd name="connsiteX0" fmla="*/ 142994 w 142994"/>
                    <a:gd name="connsiteY0" fmla="*/ 71497 h 142994"/>
                    <a:gd name="connsiteX1" fmla="*/ 71497 w 142994"/>
                    <a:gd name="connsiteY1" fmla="*/ 142994 h 142994"/>
                    <a:gd name="connsiteX2" fmla="*/ 0 w 142994"/>
                    <a:gd name="connsiteY2" fmla="*/ 71497 h 142994"/>
                    <a:gd name="connsiteX3" fmla="*/ 71497 w 142994"/>
                    <a:gd name="connsiteY3" fmla="*/ 0 h 142994"/>
                    <a:gd name="connsiteX4" fmla="*/ 142994 w 142994"/>
                    <a:gd name="connsiteY4" fmla="*/ 71497 h 142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2994" h="142994" fill="norm" stroke="1" extrusionOk="0">
                      <a:moveTo>
                        <a:pt x="142994" y="71497"/>
                      </a:moveTo>
                      <a:cubicBezTo>
                        <a:pt x="142994" y="110984"/>
                        <a:pt x="110984" y="142994"/>
                        <a:pt x="71497" y="142994"/>
                      </a:cubicBezTo>
                      <a:cubicBezTo>
                        <a:pt x="32010" y="142994"/>
                        <a:pt x="0" y="110984"/>
                        <a:pt x="0" y="71497"/>
                      </a:cubicBezTo>
                      <a:cubicBezTo>
                        <a:pt x="0" y="32010"/>
                        <a:pt x="32010" y="0"/>
                        <a:pt x="71497" y="0"/>
                      </a:cubicBezTo>
                      <a:cubicBezTo>
                        <a:pt x="110984" y="0"/>
                        <a:pt x="142994" y="32010"/>
                        <a:pt x="142994" y="71497"/>
                      </a:cubicBezTo>
                      <a:close/>
                    </a:path>
                  </a:pathLst>
                </a:custGeom>
                <a:grpFill/>
                <a:ln w="44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it-IT"/>
                </a:p>
              </p:txBody>
            </p:sp>
            <p:sp>
              <p:nvSpPr>
                <p:cNvPr id="840356077" name="Figura a mano libera: forma 96"/>
                <p:cNvSpPr/>
                <p:nvPr/>
              </p:nvSpPr>
              <p:spPr bwMode="auto">
                <a:xfrm>
                  <a:off x="11370200" y="377812"/>
                  <a:ext cx="285987" cy="142993"/>
                </a:xfrm>
                <a:custGeom>
                  <a:avLst/>
                  <a:gdLst>
                    <a:gd name="connsiteX0" fmla="*/ 285989 w 285988"/>
                    <a:gd name="connsiteY0" fmla="*/ 142994 h 142994"/>
                    <a:gd name="connsiteX1" fmla="*/ 285989 w 285988"/>
                    <a:gd name="connsiteY1" fmla="*/ 71497 h 142994"/>
                    <a:gd name="connsiteX2" fmla="*/ 271689 w 285988"/>
                    <a:gd name="connsiteY2" fmla="*/ 42898 h 142994"/>
                    <a:gd name="connsiteX3" fmla="*/ 201980 w 285988"/>
                    <a:gd name="connsiteY3" fmla="*/ 8937 h 142994"/>
                    <a:gd name="connsiteX4" fmla="*/ 142994 w 285988"/>
                    <a:gd name="connsiteY4" fmla="*/ 0 h 142994"/>
                    <a:gd name="connsiteX5" fmla="*/ 84009 w 285988"/>
                    <a:gd name="connsiteY5" fmla="*/ 8937 h 142994"/>
                    <a:gd name="connsiteX6" fmla="*/ 14299 w 285988"/>
                    <a:gd name="connsiteY6" fmla="*/ 42898 h 142994"/>
                    <a:gd name="connsiteX7" fmla="*/ 0 w 285988"/>
                    <a:gd name="connsiteY7" fmla="*/ 71497 h 142994"/>
                    <a:gd name="connsiteX8" fmla="*/ 0 w 285988"/>
                    <a:gd name="connsiteY8" fmla="*/ 142994 h 142994"/>
                    <a:gd name="connsiteX9" fmla="*/ 285989 w 285988"/>
                    <a:gd name="connsiteY9" fmla="*/ 142994 h 142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85988" h="142994" fill="norm" stroke="1" extrusionOk="0">
                      <a:moveTo>
                        <a:pt x="285989" y="142994"/>
                      </a:moveTo>
                      <a:lnTo>
                        <a:pt x="285989" y="71497"/>
                      </a:lnTo>
                      <a:cubicBezTo>
                        <a:pt x="285989" y="60773"/>
                        <a:pt x="280626" y="50048"/>
                        <a:pt x="271689" y="42898"/>
                      </a:cubicBezTo>
                      <a:cubicBezTo>
                        <a:pt x="252028" y="26811"/>
                        <a:pt x="227004" y="16087"/>
                        <a:pt x="201980" y="8937"/>
                      </a:cubicBezTo>
                      <a:cubicBezTo>
                        <a:pt x="184105" y="3575"/>
                        <a:pt x="164443" y="0"/>
                        <a:pt x="142994" y="0"/>
                      </a:cubicBezTo>
                      <a:cubicBezTo>
                        <a:pt x="123333" y="0"/>
                        <a:pt x="103671" y="3575"/>
                        <a:pt x="84009" y="8937"/>
                      </a:cubicBezTo>
                      <a:cubicBezTo>
                        <a:pt x="58985" y="16087"/>
                        <a:pt x="33961" y="28599"/>
                        <a:pt x="14299" y="42898"/>
                      </a:cubicBezTo>
                      <a:cubicBezTo>
                        <a:pt x="5362" y="50048"/>
                        <a:pt x="0" y="60773"/>
                        <a:pt x="0" y="71497"/>
                      </a:cubicBezTo>
                      <a:lnTo>
                        <a:pt x="0" y="142994"/>
                      </a:lnTo>
                      <a:lnTo>
                        <a:pt x="285989" y="142994"/>
                      </a:lnTo>
                      <a:close/>
                    </a:path>
                  </a:pathLst>
                </a:custGeom>
                <a:grpFill/>
                <a:ln w="44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it-IT"/>
                </a:p>
              </p:txBody>
            </p:sp>
          </p:grpSp>
        </p:grpSp>
      </p:grpSp>
      <p:grpSp>
        <p:nvGrpSpPr>
          <p:cNvPr id="762159422" name="Gruppo 144"/>
          <p:cNvGrpSpPr/>
          <p:nvPr/>
        </p:nvGrpSpPr>
        <p:grpSpPr bwMode="auto">
          <a:xfrm>
            <a:off x="5306305" y="6229678"/>
            <a:ext cx="1579386" cy="369331"/>
            <a:chOff x="5278057" y="6199535"/>
            <a:chExt cx="1635882" cy="382542"/>
          </a:xfrm>
        </p:grpSpPr>
        <p:sp>
          <p:nvSpPr>
            <p:cNvPr id="1844289831" name="Rettangolo 79"/>
            <p:cNvSpPr/>
            <p:nvPr/>
          </p:nvSpPr>
          <p:spPr bwMode="auto">
            <a:xfrm>
              <a:off x="5278057" y="6199535"/>
              <a:ext cx="1635882" cy="3825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>
                <a:defRPr/>
              </a:pPr>
              <a:r>
                <a:rPr lang="it-IT" b="1"/>
                <a:t>Salva piatto</a:t>
              </a:r>
              <a:endParaRPr/>
            </a:p>
          </p:txBody>
        </p:sp>
        <p:sp>
          <p:nvSpPr>
            <p:cNvPr id="1990232195" name="Figura a mano libera: forma 117"/>
            <p:cNvSpPr/>
            <p:nvPr/>
          </p:nvSpPr>
          <p:spPr bwMode="auto">
            <a:xfrm>
              <a:off x="6602186" y="6287787"/>
              <a:ext cx="246819" cy="188139"/>
            </a:xfrm>
            <a:custGeom>
              <a:avLst/>
              <a:gdLst>
                <a:gd name="connsiteX0" fmla="*/ 336099 w 336099"/>
                <a:gd name="connsiteY0" fmla="*/ 40815 h 256193"/>
                <a:gd name="connsiteX1" fmla="*/ 296094 w 336099"/>
                <a:gd name="connsiteY1" fmla="*/ 0 h 256193"/>
                <a:gd name="connsiteX2" fmla="*/ 116710 w 336099"/>
                <a:gd name="connsiteY2" fmla="*/ 175784 h 256193"/>
                <a:gd name="connsiteX3" fmla="*/ 40415 w 336099"/>
                <a:gd name="connsiteY3" fmla="*/ 99489 h 256193"/>
                <a:gd name="connsiteX4" fmla="*/ 0 w 336099"/>
                <a:gd name="connsiteY4" fmla="*/ 139894 h 256193"/>
                <a:gd name="connsiteX5" fmla="*/ 116300 w 336099"/>
                <a:gd name="connsiteY5" fmla="*/ 256194 h 256193"/>
                <a:gd name="connsiteX6" fmla="*/ 336099 w 336099"/>
                <a:gd name="connsiteY6" fmla="*/ 40815 h 256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6099" h="256193" fill="norm" stroke="1" extrusionOk="0">
                  <a:moveTo>
                    <a:pt x="336099" y="40815"/>
                  </a:moveTo>
                  <a:lnTo>
                    <a:pt x="296094" y="0"/>
                  </a:lnTo>
                  <a:lnTo>
                    <a:pt x="116710" y="175784"/>
                  </a:lnTo>
                  <a:lnTo>
                    <a:pt x="40415" y="99489"/>
                  </a:lnTo>
                  <a:lnTo>
                    <a:pt x="0" y="139894"/>
                  </a:lnTo>
                  <a:lnTo>
                    <a:pt x="116300" y="256194"/>
                  </a:lnTo>
                  <a:lnTo>
                    <a:pt x="336099" y="4081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it-IT"/>
            </a:p>
          </p:txBody>
        </p:sp>
      </p:grpSp>
      <p:grpSp>
        <p:nvGrpSpPr>
          <p:cNvPr id="1121372138" name="Gruppo 23"/>
          <p:cNvGrpSpPr/>
          <p:nvPr/>
        </p:nvGrpSpPr>
        <p:grpSpPr bwMode="auto">
          <a:xfrm>
            <a:off x="534611" y="3371594"/>
            <a:ext cx="3686986" cy="1754147"/>
            <a:chOff x="6686555" y="1228717"/>
            <a:chExt cx="3686986" cy="1754147"/>
          </a:xfrm>
        </p:grpSpPr>
        <p:sp>
          <p:nvSpPr>
            <p:cNvPr id="1911697279" name="CasellaDiTesto 3"/>
            <p:cNvSpPr txBox="1"/>
            <p:nvPr/>
          </p:nvSpPr>
          <p:spPr bwMode="auto">
            <a:xfrm>
              <a:off x="6686555" y="1228717"/>
              <a:ext cx="3686986" cy="1754147"/>
            </a:xfrm>
            <a:custGeom>
              <a:avLst/>
              <a:gdLst>
                <a:gd name="connsiteX0" fmla="*/ 0 w 3686987"/>
                <a:gd name="connsiteY0" fmla="*/ 0 h 1754148"/>
                <a:gd name="connsiteX1" fmla="*/ 452973 w 3686987"/>
                <a:gd name="connsiteY1" fmla="*/ 0 h 1754148"/>
                <a:gd name="connsiteX2" fmla="*/ 979685 w 3686987"/>
                <a:gd name="connsiteY2" fmla="*/ 0 h 1754148"/>
                <a:gd name="connsiteX3" fmla="*/ 1506398 w 3686987"/>
                <a:gd name="connsiteY3" fmla="*/ 0 h 1754148"/>
                <a:gd name="connsiteX4" fmla="*/ 1996240 w 3686987"/>
                <a:gd name="connsiteY4" fmla="*/ 0 h 1754148"/>
                <a:gd name="connsiteX5" fmla="*/ 2522953 w 3686987"/>
                <a:gd name="connsiteY5" fmla="*/ 0 h 1754148"/>
                <a:gd name="connsiteX6" fmla="*/ 3086535 w 3686987"/>
                <a:gd name="connsiteY6" fmla="*/ 0 h 1754148"/>
                <a:gd name="connsiteX7" fmla="*/ 3686987 w 3686987"/>
                <a:gd name="connsiteY7" fmla="*/ 0 h 1754148"/>
                <a:gd name="connsiteX8" fmla="*/ 3686987 w 3686987"/>
                <a:gd name="connsiteY8" fmla="*/ 532092 h 1754148"/>
                <a:gd name="connsiteX9" fmla="*/ 3686987 w 3686987"/>
                <a:gd name="connsiteY9" fmla="*/ 1064183 h 1754148"/>
                <a:gd name="connsiteX10" fmla="*/ 3686987 w 3686987"/>
                <a:gd name="connsiteY10" fmla="*/ 1754148 h 1754148"/>
                <a:gd name="connsiteX11" fmla="*/ 3234014 w 3686987"/>
                <a:gd name="connsiteY11" fmla="*/ 1754148 h 1754148"/>
                <a:gd name="connsiteX12" fmla="*/ 2670432 w 3686987"/>
                <a:gd name="connsiteY12" fmla="*/ 1754148 h 1754148"/>
                <a:gd name="connsiteX13" fmla="*/ 2180589 w 3686987"/>
                <a:gd name="connsiteY13" fmla="*/ 1754148 h 1754148"/>
                <a:gd name="connsiteX14" fmla="*/ 1727617 w 3686987"/>
                <a:gd name="connsiteY14" fmla="*/ 1754148 h 1754148"/>
                <a:gd name="connsiteX15" fmla="*/ 1274644 w 3686987"/>
                <a:gd name="connsiteY15" fmla="*/ 1754148 h 1754148"/>
                <a:gd name="connsiteX16" fmla="*/ 711062 w 3686987"/>
                <a:gd name="connsiteY16" fmla="*/ 1754148 h 1754148"/>
                <a:gd name="connsiteX17" fmla="*/ 0 w 3686987"/>
                <a:gd name="connsiteY17" fmla="*/ 1754148 h 1754148"/>
                <a:gd name="connsiteX18" fmla="*/ 0 w 3686987"/>
                <a:gd name="connsiteY18" fmla="*/ 1204515 h 1754148"/>
                <a:gd name="connsiteX19" fmla="*/ 0 w 3686987"/>
                <a:gd name="connsiteY19" fmla="*/ 637340 h 1754148"/>
                <a:gd name="connsiteX20" fmla="*/ 0 w 3686987"/>
                <a:gd name="connsiteY20" fmla="*/ 0 h 1754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86987" h="1754148" fill="none" stroke="1" extrusionOk="0">
                  <a:moveTo>
                    <a:pt x="0" y="0"/>
                  </a:moveTo>
                  <a:cubicBezTo>
                    <a:pt x="129934" y="-43702"/>
                    <a:pt x="286924" y="9096"/>
                    <a:pt x="452973" y="0"/>
                  </a:cubicBezTo>
                  <a:cubicBezTo>
                    <a:pt x="619022" y="-9096"/>
                    <a:pt x="740879" y="21527"/>
                    <a:pt x="979685" y="0"/>
                  </a:cubicBezTo>
                  <a:cubicBezTo>
                    <a:pt x="1218491" y="-21527"/>
                    <a:pt x="1246574" y="41589"/>
                    <a:pt x="1506398" y="0"/>
                  </a:cubicBezTo>
                  <a:cubicBezTo>
                    <a:pt x="1766222" y="-41589"/>
                    <a:pt x="1807060" y="19017"/>
                    <a:pt x="1996240" y="0"/>
                  </a:cubicBezTo>
                  <a:cubicBezTo>
                    <a:pt x="2185420" y="-19017"/>
                    <a:pt x="2321121" y="28337"/>
                    <a:pt x="2522953" y="0"/>
                  </a:cubicBezTo>
                  <a:cubicBezTo>
                    <a:pt x="2724785" y="-28337"/>
                    <a:pt x="2857727" y="1235"/>
                    <a:pt x="3086535" y="0"/>
                  </a:cubicBezTo>
                  <a:cubicBezTo>
                    <a:pt x="3315343" y="-1235"/>
                    <a:pt x="3469423" y="61880"/>
                    <a:pt x="3686987" y="0"/>
                  </a:cubicBezTo>
                  <a:cubicBezTo>
                    <a:pt x="3746168" y="248166"/>
                    <a:pt x="3650318" y="351662"/>
                    <a:pt x="3686987" y="532092"/>
                  </a:cubicBezTo>
                  <a:cubicBezTo>
                    <a:pt x="3723656" y="712522"/>
                    <a:pt x="3666451" y="840838"/>
                    <a:pt x="3686987" y="1064183"/>
                  </a:cubicBezTo>
                  <a:cubicBezTo>
                    <a:pt x="3707523" y="1287528"/>
                    <a:pt x="3607977" y="1457305"/>
                    <a:pt x="3686987" y="1754148"/>
                  </a:cubicBezTo>
                  <a:cubicBezTo>
                    <a:pt x="3471077" y="1800156"/>
                    <a:pt x="3448594" y="1736836"/>
                    <a:pt x="3234014" y="1754148"/>
                  </a:cubicBezTo>
                  <a:cubicBezTo>
                    <a:pt x="3019434" y="1771460"/>
                    <a:pt x="2787630" y="1733171"/>
                    <a:pt x="2670432" y="1754148"/>
                  </a:cubicBezTo>
                  <a:cubicBezTo>
                    <a:pt x="2553234" y="1775125"/>
                    <a:pt x="2422499" y="1709984"/>
                    <a:pt x="2180589" y="1754148"/>
                  </a:cubicBezTo>
                  <a:cubicBezTo>
                    <a:pt x="1938679" y="1798312"/>
                    <a:pt x="1944906" y="1747137"/>
                    <a:pt x="1727617" y="1754148"/>
                  </a:cubicBezTo>
                  <a:cubicBezTo>
                    <a:pt x="1510328" y="1761159"/>
                    <a:pt x="1394936" y="1748683"/>
                    <a:pt x="1274644" y="1754148"/>
                  </a:cubicBezTo>
                  <a:cubicBezTo>
                    <a:pt x="1154352" y="1759613"/>
                    <a:pt x="846465" y="1687997"/>
                    <a:pt x="711062" y="1754148"/>
                  </a:cubicBezTo>
                  <a:cubicBezTo>
                    <a:pt x="575659" y="1820299"/>
                    <a:pt x="325161" y="1745013"/>
                    <a:pt x="0" y="1754148"/>
                  </a:cubicBezTo>
                  <a:cubicBezTo>
                    <a:pt x="-32283" y="1489626"/>
                    <a:pt x="52974" y="1415188"/>
                    <a:pt x="0" y="1204515"/>
                  </a:cubicBezTo>
                  <a:cubicBezTo>
                    <a:pt x="-52974" y="993842"/>
                    <a:pt x="27051" y="819127"/>
                    <a:pt x="0" y="637340"/>
                  </a:cubicBezTo>
                  <a:cubicBezTo>
                    <a:pt x="-27051" y="455553"/>
                    <a:pt x="21282" y="254298"/>
                    <a:pt x="0" y="0"/>
                  </a:cubicBezTo>
                  <a:close/>
                </a:path>
                <a:path w="3686987" h="1754148" fill="norm" stroke="0" extrusionOk="0">
                  <a:moveTo>
                    <a:pt x="0" y="0"/>
                  </a:moveTo>
                  <a:cubicBezTo>
                    <a:pt x="152296" y="-692"/>
                    <a:pt x="332954" y="5869"/>
                    <a:pt x="489843" y="0"/>
                  </a:cubicBezTo>
                  <a:cubicBezTo>
                    <a:pt x="646732" y="-5869"/>
                    <a:pt x="767879" y="20724"/>
                    <a:pt x="1016555" y="0"/>
                  </a:cubicBezTo>
                  <a:cubicBezTo>
                    <a:pt x="1265231" y="-20724"/>
                    <a:pt x="1287666" y="28693"/>
                    <a:pt x="1543267" y="0"/>
                  </a:cubicBezTo>
                  <a:cubicBezTo>
                    <a:pt x="1798868" y="-28693"/>
                    <a:pt x="1793946" y="1083"/>
                    <a:pt x="1959370" y="0"/>
                  </a:cubicBezTo>
                  <a:cubicBezTo>
                    <a:pt x="2124794" y="-1083"/>
                    <a:pt x="2228765" y="57811"/>
                    <a:pt x="2486083" y="0"/>
                  </a:cubicBezTo>
                  <a:cubicBezTo>
                    <a:pt x="2743401" y="-57811"/>
                    <a:pt x="2959520" y="69337"/>
                    <a:pt x="3086535" y="0"/>
                  </a:cubicBezTo>
                  <a:cubicBezTo>
                    <a:pt x="3213550" y="-69337"/>
                    <a:pt x="3551423" y="71545"/>
                    <a:pt x="3686987" y="0"/>
                  </a:cubicBezTo>
                  <a:cubicBezTo>
                    <a:pt x="3742723" y="286966"/>
                    <a:pt x="3686180" y="368708"/>
                    <a:pt x="3686987" y="584716"/>
                  </a:cubicBezTo>
                  <a:cubicBezTo>
                    <a:pt x="3687794" y="800724"/>
                    <a:pt x="3656751" y="923442"/>
                    <a:pt x="3686987" y="1169432"/>
                  </a:cubicBezTo>
                  <a:cubicBezTo>
                    <a:pt x="3717223" y="1415422"/>
                    <a:pt x="3669684" y="1601925"/>
                    <a:pt x="3686987" y="1754148"/>
                  </a:cubicBezTo>
                  <a:cubicBezTo>
                    <a:pt x="3549815" y="1762940"/>
                    <a:pt x="3472153" y="1738774"/>
                    <a:pt x="3270884" y="1754148"/>
                  </a:cubicBezTo>
                  <a:cubicBezTo>
                    <a:pt x="3069615" y="1769522"/>
                    <a:pt x="2828117" y="1724844"/>
                    <a:pt x="2670432" y="1754148"/>
                  </a:cubicBezTo>
                  <a:cubicBezTo>
                    <a:pt x="2512747" y="1783452"/>
                    <a:pt x="2311793" y="1702707"/>
                    <a:pt x="2217459" y="1754148"/>
                  </a:cubicBezTo>
                  <a:cubicBezTo>
                    <a:pt x="2123125" y="1805589"/>
                    <a:pt x="1956863" y="1724861"/>
                    <a:pt x="1764487" y="1754148"/>
                  </a:cubicBezTo>
                  <a:cubicBezTo>
                    <a:pt x="1572111" y="1783435"/>
                    <a:pt x="1433755" y="1714338"/>
                    <a:pt x="1311514" y="1754148"/>
                  </a:cubicBezTo>
                  <a:cubicBezTo>
                    <a:pt x="1189273" y="1793958"/>
                    <a:pt x="1008380" y="1712792"/>
                    <a:pt x="784802" y="1754148"/>
                  </a:cubicBezTo>
                  <a:cubicBezTo>
                    <a:pt x="561224" y="1795504"/>
                    <a:pt x="176838" y="1744808"/>
                    <a:pt x="0" y="1754148"/>
                  </a:cubicBezTo>
                  <a:cubicBezTo>
                    <a:pt x="-36299" y="1559233"/>
                    <a:pt x="5385" y="1370594"/>
                    <a:pt x="0" y="1169432"/>
                  </a:cubicBezTo>
                  <a:cubicBezTo>
                    <a:pt x="-5385" y="968270"/>
                    <a:pt x="26800" y="850003"/>
                    <a:pt x="0" y="584716"/>
                  </a:cubicBezTo>
                  <a:cubicBezTo>
                    <a:pt x="-26800" y="319429"/>
                    <a:pt x="29227" y="225033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pPr>
                <a:defRPr/>
              </a:pPr>
              <a:r>
                <a:rPr lang="it-IT" sz="1400" b="1">
                  <a:solidFill>
                    <a:schemeClr val="bg1"/>
                  </a:solidFill>
                </a:rPr>
                <a:t>Descrizione</a:t>
              </a:r>
              <a:endParaRPr/>
            </a:p>
          </p:txBody>
        </p:sp>
        <p:sp>
          <p:nvSpPr>
            <p:cNvPr id="1927426807" name="Rettangolo con angoli arrotondati 5"/>
            <p:cNvSpPr/>
            <p:nvPr/>
          </p:nvSpPr>
          <p:spPr bwMode="auto">
            <a:xfrm>
              <a:off x="6834497" y="1526490"/>
              <a:ext cx="3477307" cy="1152916"/>
            </a:xfrm>
            <a:prstGeom prst="roundRect">
              <a:avLst>
                <a:gd name="adj" fmla="val 16667"/>
              </a:avLst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>
                <a:defRPr/>
              </a:pPr>
              <a:r>
                <a:rPr lang="it-IT" sz="1200"/>
                <a:t>Spaghetti di grano 100% italiano trafilati al bronzo, croccante guanciale amatriciano d’allevamento biologico, avvolgente crema di uova laziali a KM 0, pecorino romano DOP ed aromatico pepe nero appena macinato.</a:t>
              </a:r>
              <a:endParaRPr/>
            </a:p>
          </p:txBody>
        </p:sp>
      </p:grpSp>
      <p:sp>
        <p:nvSpPr>
          <p:cNvPr id="1379112657" name="CasellaDiTesto 40"/>
          <p:cNvSpPr txBox="1"/>
          <p:nvPr/>
        </p:nvSpPr>
        <p:spPr bwMode="auto">
          <a:xfrm flipH="0" flipV="0">
            <a:off x="534613" y="5199725"/>
            <a:ext cx="3686986" cy="587249"/>
          </a:xfrm>
          <a:custGeom>
            <a:avLst/>
            <a:gdLst>
              <a:gd name="connsiteX0" fmla="*/ 0 w 3686987"/>
              <a:gd name="connsiteY0" fmla="*/ 0 h 1861664"/>
              <a:gd name="connsiteX1" fmla="*/ 452973 w 3686987"/>
              <a:gd name="connsiteY1" fmla="*/ 0 h 1861664"/>
              <a:gd name="connsiteX2" fmla="*/ 942815 w 3686987"/>
              <a:gd name="connsiteY2" fmla="*/ 0 h 1861664"/>
              <a:gd name="connsiteX3" fmla="*/ 1469528 w 3686987"/>
              <a:gd name="connsiteY3" fmla="*/ 0 h 1861664"/>
              <a:gd name="connsiteX4" fmla="*/ 2033110 w 3686987"/>
              <a:gd name="connsiteY4" fmla="*/ 0 h 1861664"/>
              <a:gd name="connsiteX5" fmla="*/ 2449213 w 3686987"/>
              <a:gd name="connsiteY5" fmla="*/ 0 h 1861664"/>
              <a:gd name="connsiteX6" fmla="*/ 2865316 w 3686987"/>
              <a:gd name="connsiteY6" fmla="*/ 0 h 1861664"/>
              <a:gd name="connsiteX7" fmla="*/ 3686987 w 3686987"/>
              <a:gd name="connsiteY7" fmla="*/ 0 h 1861664"/>
              <a:gd name="connsiteX8" fmla="*/ 3686987 w 3686987"/>
              <a:gd name="connsiteY8" fmla="*/ 409566 h 1861664"/>
              <a:gd name="connsiteX9" fmla="*/ 3686987 w 3686987"/>
              <a:gd name="connsiteY9" fmla="*/ 837749 h 1861664"/>
              <a:gd name="connsiteX10" fmla="*/ 3686987 w 3686987"/>
              <a:gd name="connsiteY10" fmla="*/ 1284548 h 1861664"/>
              <a:gd name="connsiteX11" fmla="*/ 3686987 w 3686987"/>
              <a:gd name="connsiteY11" fmla="*/ 1861664 h 1861664"/>
              <a:gd name="connsiteX12" fmla="*/ 3234014 w 3686987"/>
              <a:gd name="connsiteY12" fmla="*/ 1861664 h 1861664"/>
              <a:gd name="connsiteX13" fmla="*/ 2781042 w 3686987"/>
              <a:gd name="connsiteY13" fmla="*/ 1861664 h 1861664"/>
              <a:gd name="connsiteX14" fmla="*/ 2217459 w 3686987"/>
              <a:gd name="connsiteY14" fmla="*/ 1861664 h 1861664"/>
              <a:gd name="connsiteX15" fmla="*/ 1653877 w 3686987"/>
              <a:gd name="connsiteY15" fmla="*/ 1861664 h 1861664"/>
              <a:gd name="connsiteX16" fmla="*/ 1200904 w 3686987"/>
              <a:gd name="connsiteY16" fmla="*/ 1861664 h 1861664"/>
              <a:gd name="connsiteX17" fmla="*/ 711062 w 3686987"/>
              <a:gd name="connsiteY17" fmla="*/ 1861664 h 1861664"/>
              <a:gd name="connsiteX18" fmla="*/ 0 w 3686987"/>
              <a:gd name="connsiteY18" fmla="*/ 1861664 h 1861664"/>
              <a:gd name="connsiteX19" fmla="*/ 0 w 3686987"/>
              <a:gd name="connsiteY19" fmla="*/ 1359015 h 1861664"/>
              <a:gd name="connsiteX20" fmla="*/ 0 w 3686987"/>
              <a:gd name="connsiteY20" fmla="*/ 893599 h 1861664"/>
              <a:gd name="connsiteX21" fmla="*/ 0 w 3686987"/>
              <a:gd name="connsiteY21" fmla="*/ 484033 h 1861664"/>
              <a:gd name="connsiteX22" fmla="*/ 0 w 3686987"/>
              <a:gd name="connsiteY22" fmla="*/ 0 h 1861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686987" h="1861664" fill="none" stroke="1" extrusionOk="0">
                <a:moveTo>
                  <a:pt x="0" y="0"/>
                </a:moveTo>
                <a:cubicBezTo>
                  <a:pt x="124882" y="-33618"/>
                  <a:pt x="301111" y="44737"/>
                  <a:pt x="452973" y="0"/>
                </a:cubicBezTo>
                <a:cubicBezTo>
                  <a:pt x="604835" y="-44737"/>
                  <a:pt x="753635" y="19017"/>
                  <a:pt x="942815" y="0"/>
                </a:cubicBezTo>
                <a:cubicBezTo>
                  <a:pt x="1131995" y="-19017"/>
                  <a:pt x="1267696" y="28337"/>
                  <a:pt x="1469528" y="0"/>
                </a:cubicBezTo>
                <a:cubicBezTo>
                  <a:pt x="1671360" y="-28337"/>
                  <a:pt x="1804302" y="1235"/>
                  <a:pt x="2033110" y="0"/>
                </a:cubicBezTo>
                <a:cubicBezTo>
                  <a:pt x="2261918" y="-1235"/>
                  <a:pt x="2288696" y="42015"/>
                  <a:pt x="2449213" y="0"/>
                </a:cubicBezTo>
                <a:cubicBezTo>
                  <a:pt x="2609730" y="-42015"/>
                  <a:pt x="2764105" y="15917"/>
                  <a:pt x="2865316" y="0"/>
                </a:cubicBezTo>
                <a:cubicBezTo>
                  <a:pt x="2966527" y="-15917"/>
                  <a:pt x="3373033" y="622"/>
                  <a:pt x="3686987" y="0"/>
                </a:cubicBezTo>
                <a:cubicBezTo>
                  <a:pt x="3717474" y="121686"/>
                  <a:pt x="3656586" y="307913"/>
                  <a:pt x="3686987" y="409566"/>
                </a:cubicBezTo>
                <a:cubicBezTo>
                  <a:pt x="3717388" y="511219"/>
                  <a:pt x="3652326" y="697421"/>
                  <a:pt x="3686987" y="837749"/>
                </a:cubicBezTo>
                <a:cubicBezTo>
                  <a:pt x="3721648" y="978077"/>
                  <a:pt x="3636732" y="1182396"/>
                  <a:pt x="3686987" y="1284548"/>
                </a:cubicBezTo>
                <a:cubicBezTo>
                  <a:pt x="3737242" y="1386700"/>
                  <a:pt x="3681295" y="1710091"/>
                  <a:pt x="3686987" y="1861664"/>
                </a:cubicBezTo>
                <a:cubicBezTo>
                  <a:pt x="3474786" y="1876587"/>
                  <a:pt x="3456356" y="1859253"/>
                  <a:pt x="3234014" y="1861664"/>
                </a:cubicBezTo>
                <a:cubicBezTo>
                  <a:pt x="3011672" y="1864075"/>
                  <a:pt x="2899754" y="1852177"/>
                  <a:pt x="2781042" y="1861664"/>
                </a:cubicBezTo>
                <a:cubicBezTo>
                  <a:pt x="2662330" y="1871151"/>
                  <a:pt x="2359930" y="1798148"/>
                  <a:pt x="2217459" y="1861664"/>
                </a:cubicBezTo>
                <a:cubicBezTo>
                  <a:pt x="2074988" y="1925180"/>
                  <a:pt x="1814277" y="1856769"/>
                  <a:pt x="1653877" y="1861664"/>
                </a:cubicBezTo>
                <a:cubicBezTo>
                  <a:pt x="1493477" y="1866559"/>
                  <a:pt x="1390264" y="1861048"/>
                  <a:pt x="1200904" y="1861664"/>
                </a:cubicBezTo>
                <a:cubicBezTo>
                  <a:pt x="1011544" y="1862280"/>
                  <a:pt x="896329" y="1839178"/>
                  <a:pt x="711062" y="1861664"/>
                </a:cubicBezTo>
                <a:cubicBezTo>
                  <a:pt x="525795" y="1884150"/>
                  <a:pt x="260213" y="1780405"/>
                  <a:pt x="0" y="1861664"/>
                </a:cubicBezTo>
                <a:cubicBezTo>
                  <a:pt x="-17140" y="1705143"/>
                  <a:pt x="54146" y="1602233"/>
                  <a:pt x="0" y="1359015"/>
                </a:cubicBezTo>
                <a:cubicBezTo>
                  <a:pt x="-54146" y="1115797"/>
                  <a:pt x="48865" y="999127"/>
                  <a:pt x="0" y="893599"/>
                </a:cubicBezTo>
                <a:cubicBezTo>
                  <a:pt x="-48865" y="788071"/>
                  <a:pt x="36330" y="605323"/>
                  <a:pt x="0" y="484033"/>
                </a:cubicBezTo>
                <a:cubicBezTo>
                  <a:pt x="-36330" y="362743"/>
                  <a:pt x="35957" y="162900"/>
                  <a:pt x="0" y="0"/>
                </a:cubicBezTo>
                <a:close/>
              </a:path>
              <a:path w="3686987" h="1861664" fill="norm" stroke="0" extrusionOk="0">
                <a:moveTo>
                  <a:pt x="0" y="0"/>
                </a:moveTo>
                <a:cubicBezTo>
                  <a:pt x="152296" y="-692"/>
                  <a:pt x="332954" y="5869"/>
                  <a:pt x="489843" y="0"/>
                </a:cubicBezTo>
                <a:cubicBezTo>
                  <a:pt x="646732" y="-5869"/>
                  <a:pt x="767879" y="20724"/>
                  <a:pt x="1016555" y="0"/>
                </a:cubicBezTo>
                <a:cubicBezTo>
                  <a:pt x="1265231" y="-20724"/>
                  <a:pt x="1287666" y="28693"/>
                  <a:pt x="1543267" y="0"/>
                </a:cubicBezTo>
                <a:cubicBezTo>
                  <a:pt x="1798868" y="-28693"/>
                  <a:pt x="1793946" y="1083"/>
                  <a:pt x="1959370" y="0"/>
                </a:cubicBezTo>
                <a:cubicBezTo>
                  <a:pt x="2124794" y="-1083"/>
                  <a:pt x="2228765" y="57811"/>
                  <a:pt x="2486083" y="0"/>
                </a:cubicBezTo>
                <a:cubicBezTo>
                  <a:pt x="2743401" y="-57811"/>
                  <a:pt x="2959520" y="69337"/>
                  <a:pt x="3086535" y="0"/>
                </a:cubicBezTo>
                <a:cubicBezTo>
                  <a:pt x="3213550" y="-69337"/>
                  <a:pt x="3551423" y="71545"/>
                  <a:pt x="3686987" y="0"/>
                </a:cubicBezTo>
                <a:cubicBezTo>
                  <a:pt x="3724680" y="199738"/>
                  <a:pt x="3683091" y="315379"/>
                  <a:pt x="3686987" y="465416"/>
                </a:cubicBezTo>
                <a:cubicBezTo>
                  <a:pt x="3690883" y="615453"/>
                  <a:pt x="3637222" y="813433"/>
                  <a:pt x="3686987" y="930832"/>
                </a:cubicBezTo>
                <a:cubicBezTo>
                  <a:pt x="3736752" y="1048231"/>
                  <a:pt x="3637575" y="1242298"/>
                  <a:pt x="3686987" y="1396248"/>
                </a:cubicBezTo>
                <a:cubicBezTo>
                  <a:pt x="3736399" y="1550198"/>
                  <a:pt x="3680098" y="1688107"/>
                  <a:pt x="3686987" y="1861664"/>
                </a:cubicBezTo>
                <a:cubicBezTo>
                  <a:pt x="3586317" y="1876876"/>
                  <a:pt x="3420479" y="1850487"/>
                  <a:pt x="3270884" y="1861664"/>
                </a:cubicBezTo>
                <a:cubicBezTo>
                  <a:pt x="3121289" y="1872841"/>
                  <a:pt x="2912245" y="1810223"/>
                  <a:pt x="2817911" y="1861664"/>
                </a:cubicBezTo>
                <a:cubicBezTo>
                  <a:pt x="2723577" y="1913105"/>
                  <a:pt x="2557315" y="1832377"/>
                  <a:pt x="2364939" y="1861664"/>
                </a:cubicBezTo>
                <a:cubicBezTo>
                  <a:pt x="2172563" y="1890951"/>
                  <a:pt x="2034207" y="1821854"/>
                  <a:pt x="1911966" y="1861664"/>
                </a:cubicBezTo>
                <a:cubicBezTo>
                  <a:pt x="1789725" y="1901474"/>
                  <a:pt x="1608832" y="1820308"/>
                  <a:pt x="1385254" y="1861664"/>
                </a:cubicBezTo>
                <a:cubicBezTo>
                  <a:pt x="1161676" y="1903020"/>
                  <a:pt x="1010616" y="1804196"/>
                  <a:pt x="858541" y="1861664"/>
                </a:cubicBezTo>
                <a:cubicBezTo>
                  <a:pt x="706466" y="1919132"/>
                  <a:pt x="351619" y="1799034"/>
                  <a:pt x="0" y="1861664"/>
                </a:cubicBezTo>
                <a:cubicBezTo>
                  <a:pt x="-11432" y="1620778"/>
                  <a:pt x="52838" y="1553047"/>
                  <a:pt x="0" y="1377631"/>
                </a:cubicBezTo>
                <a:cubicBezTo>
                  <a:pt x="-52838" y="1202215"/>
                  <a:pt x="36353" y="1085450"/>
                  <a:pt x="0" y="949449"/>
                </a:cubicBezTo>
                <a:cubicBezTo>
                  <a:pt x="-36353" y="813448"/>
                  <a:pt x="4914" y="616546"/>
                  <a:pt x="0" y="521266"/>
                </a:cubicBezTo>
                <a:cubicBezTo>
                  <a:pt x="-4914" y="425986"/>
                  <a:pt x="23622" y="25614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square" rtlCol="0">
            <a:normAutofit/>
          </a:bodyPr>
          <a:lstStyle/>
          <a:p>
            <a:pPr>
              <a:defRPr/>
            </a:pPr>
            <a:r>
              <a:rPr lang="it-IT" sz="1400" b="1">
                <a:solidFill>
                  <a:schemeClr val="bg1"/>
                </a:solidFill>
              </a:rPr>
              <a:t>Categoria</a:t>
            </a:r>
            <a:endParaRPr/>
          </a:p>
        </p:txBody>
      </p:sp>
      <p:grpSp>
        <p:nvGrpSpPr>
          <p:cNvPr id="1836275062" name="Gruppo 19"/>
          <p:cNvGrpSpPr/>
          <p:nvPr/>
        </p:nvGrpSpPr>
        <p:grpSpPr bwMode="auto">
          <a:xfrm>
            <a:off x="4382764" y="2554088"/>
            <a:ext cx="3686986" cy="3245073"/>
            <a:chOff x="534613" y="2882119"/>
            <a:chExt cx="3686986" cy="3245073"/>
          </a:xfrm>
        </p:grpSpPr>
        <p:sp>
          <p:nvSpPr>
            <p:cNvPr id="1122638896" name="CasellaDiTesto 39"/>
            <p:cNvSpPr txBox="1"/>
            <p:nvPr/>
          </p:nvSpPr>
          <p:spPr bwMode="auto">
            <a:xfrm>
              <a:off x="534613" y="2882119"/>
              <a:ext cx="3686986" cy="3245073"/>
            </a:xfrm>
            <a:custGeom>
              <a:avLst/>
              <a:gdLst>
                <a:gd name="connsiteX0" fmla="*/ 0 w 3686987"/>
                <a:gd name="connsiteY0" fmla="*/ 0 h 3245074"/>
                <a:gd name="connsiteX1" fmla="*/ 526712 w 3686987"/>
                <a:gd name="connsiteY1" fmla="*/ 0 h 3245074"/>
                <a:gd name="connsiteX2" fmla="*/ 942815 w 3686987"/>
                <a:gd name="connsiteY2" fmla="*/ 0 h 3245074"/>
                <a:gd name="connsiteX3" fmla="*/ 1543267 w 3686987"/>
                <a:gd name="connsiteY3" fmla="*/ 0 h 3245074"/>
                <a:gd name="connsiteX4" fmla="*/ 1959370 w 3686987"/>
                <a:gd name="connsiteY4" fmla="*/ 0 h 3245074"/>
                <a:gd name="connsiteX5" fmla="*/ 2449213 w 3686987"/>
                <a:gd name="connsiteY5" fmla="*/ 0 h 3245074"/>
                <a:gd name="connsiteX6" fmla="*/ 2975925 w 3686987"/>
                <a:gd name="connsiteY6" fmla="*/ 0 h 3245074"/>
                <a:gd name="connsiteX7" fmla="*/ 3686987 w 3686987"/>
                <a:gd name="connsiteY7" fmla="*/ 0 h 3245074"/>
                <a:gd name="connsiteX8" fmla="*/ 3686987 w 3686987"/>
                <a:gd name="connsiteY8" fmla="*/ 508395 h 3245074"/>
                <a:gd name="connsiteX9" fmla="*/ 3686987 w 3686987"/>
                <a:gd name="connsiteY9" fmla="*/ 1081691 h 3245074"/>
                <a:gd name="connsiteX10" fmla="*/ 3686987 w 3686987"/>
                <a:gd name="connsiteY10" fmla="*/ 1654988 h 3245074"/>
                <a:gd name="connsiteX11" fmla="*/ 3686987 w 3686987"/>
                <a:gd name="connsiteY11" fmla="*/ 2130932 h 3245074"/>
                <a:gd name="connsiteX12" fmla="*/ 3686987 w 3686987"/>
                <a:gd name="connsiteY12" fmla="*/ 2606876 h 3245074"/>
                <a:gd name="connsiteX13" fmla="*/ 3686987 w 3686987"/>
                <a:gd name="connsiteY13" fmla="*/ 3245074 h 3245074"/>
                <a:gd name="connsiteX14" fmla="*/ 3123405 w 3686987"/>
                <a:gd name="connsiteY14" fmla="*/ 3245074 h 3245074"/>
                <a:gd name="connsiteX15" fmla="*/ 2522953 w 3686987"/>
                <a:gd name="connsiteY15" fmla="*/ 3245074 h 3245074"/>
                <a:gd name="connsiteX16" fmla="*/ 1959370 w 3686987"/>
                <a:gd name="connsiteY16" fmla="*/ 3245074 h 3245074"/>
                <a:gd name="connsiteX17" fmla="*/ 1469528 w 3686987"/>
                <a:gd name="connsiteY17" fmla="*/ 3245074 h 3245074"/>
                <a:gd name="connsiteX18" fmla="*/ 979685 w 3686987"/>
                <a:gd name="connsiteY18" fmla="*/ 3245074 h 3245074"/>
                <a:gd name="connsiteX19" fmla="*/ 0 w 3686987"/>
                <a:gd name="connsiteY19" fmla="*/ 3245074 h 3245074"/>
                <a:gd name="connsiteX20" fmla="*/ 0 w 3686987"/>
                <a:gd name="connsiteY20" fmla="*/ 2639327 h 3245074"/>
                <a:gd name="connsiteX21" fmla="*/ 0 w 3686987"/>
                <a:gd name="connsiteY21" fmla="*/ 2130932 h 3245074"/>
                <a:gd name="connsiteX22" fmla="*/ 0 w 3686987"/>
                <a:gd name="connsiteY22" fmla="*/ 1525185 h 3245074"/>
                <a:gd name="connsiteX23" fmla="*/ 0 w 3686987"/>
                <a:gd name="connsiteY23" fmla="*/ 1016790 h 3245074"/>
                <a:gd name="connsiteX24" fmla="*/ 0 w 3686987"/>
                <a:gd name="connsiteY24" fmla="*/ 540846 h 3245074"/>
                <a:gd name="connsiteX25" fmla="*/ 0 w 3686987"/>
                <a:gd name="connsiteY25" fmla="*/ 0 h 3245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686987" h="3245074" fill="none" stroke="1" extrusionOk="0">
                  <a:moveTo>
                    <a:pt x="0" y="0"/>
                  </a:moveTo>
                  <a:cubicBezTo>
                    <a:pt x="112289" y="-20948"/>
                    <a:pt x="364223" y="57965"/>
                    <a:pt x="526712" y="0"/>
                  </a:cubicBezTo>
                  <a:cubicBezTo>
                    <a:pt x="689201" y="-57965"/>
                    <a:pt x="841604" y="15917"/>
                    <a:pt x="942815" y="0"/>
                  </a:cubicBezTo>
                  <a:cubicBezTo>
                    <a:pt x="1044026" y="-15917"/>
                    <a:pt x="1402346" y="18993"/>
                    <a:pt x="1543267" y="0"/>
                  </a:cubicBezTo>
                  <a:cubicBezTo>
                    <a:pt x="1684188" y="-18993"/>
                    <a:pt x="1773745" y="12259"/>
                    <a:pt x="1959370" y="0"/>
                  </a:cubicBezTo>
                  <a:cubicBezTo>
                    <a:pt x="2144995" y="-12259"/>
                    <a:pt x="2292178" y="50293"/>
                    <a:pt x="2449213" y="0"/>
                  </a:cubicBezTo>
                  <a:cubicBezTo>
                    <a:pt x="2606248" y="-50293"/>
                    <a:pt x="2860442" y="29996"/>
                    <a:pt x="2975925" y="0"/>
                  </a:cubicBezTo>
                  <a:cubicBezTo>
                    <a:pt x="3091408" y="-29996"/>
                    <a:pt x="3441445" y="1779"/>
                    <a:pt x="3686987" y="0"/>
                  </a:cubicBezTo>
                  <a:cubicBezTo>
                    <a:pt x="3728225" y="209158"/>
                    <a:pt x="3677660" y="267845"/>
                    <a:pt x="3686987" y="508395"/>
                  </a:cubicBezTo>
                  <a:cubicBezTo>
                    <a:pt x="3696314" y="748945"/>
                    <a:pt x="3659638" y="807628"/>
                    <a:pt x="3686987" y="1081691"/>
                  </a:cubicBezTo>
                  <a:cubicBezTo>
                    <a:pt x="3714336" y="1355754"/>
                    <a:pt x="3656689" y="1412557"/>
                    <a:pt x="3686987" y="1654988"/>
                  </a:cubicBezTo>
                  <a:cubicBezTo>
                    <a:pt x="3717285" y="1897419"/>
                    <a:pt x="3660942" y="1959352"/>
                    <a:pt x="3686987" y="2130932"/>
                  </a:cubicBezTo>
                  <a:cubicBezTo>
                    <a:pt x="3713032" y="2302512"/>
                    <a:pt x="3669954" y="2484500"/>
                    <a:pt x="3686987" y="2606876"/>
                  </a:cubicBezTo>
                  <a:cubicBezTo>
                    <a:pt x="3704020" y="2729252"/>
                    <a:pt x="3615112" y="2931980"/>
                    <a:pt x="3686987" y="3245074"/>
                  </a:cubicBezTo>
                  <a:cubicBezTo>
                    <a:pt x="3491393" y="3248972"/>
                    <a:pt x="3293233" y="3223662"/>
                    <a:pt x="3123405" y="3245074"/>
                  </a:cubicBezTo>
                  <a:cubicBezTo>
                    <a:pt x="2953577" y="3266486"/>
                    <a:pt x="2732213" y="3185894"/>
                    <a:pt x="2522953" y="3245074"/>
                  </a:cubicBezTo>
                  <a:cubicBezTo>
                    <a:pt x="2313693" y="3304254"/>
                    <a:pt x="2107251" y="3238350"/>
                    <a:pt x="1959370" y="3245074"/>
                  </a:cubicBezTo>
                  <a:cubicBezTo>
                    <a:pt x="1811489" y="3251798"/>
                    <a:pt x="1639457" y="3241086"/>
                    <a:pt x="1469528" y="3245074"/>
                  </a:cubicBezTo>
                  <a:cubicBezTo>
                    <a:pt x="1299599" y="3249062"/>
                    <a:pt x="1186331" y="3214868"/>
                    <a:pt x="979685" y="3245074"/>
                  </a:cubicBezTo>
                  <a:cubicBezTo>
                    <a:pt x="773039" y="3275280"/>
                    <a:pt x="440271" y="3196392"/>
                    <a:pt x="0" y="3245074"/>
                  </a:cubicBezTo>
                  <a:cubicBezTo>
                    <a:pt x="-11265" y="3074145"/>
                    <a:pt x="42452" y="2936612"/>
                    <a:pt x="0" y="2639327"/>
                  </a:cubicBezTo>
                  <a:cubicBezTo>
                    <a:pt x="-42452" y="2342042"/>
                    <a:pt x="17728" y="2380662"/>
                    <a:pt x="0" y="2130932"/>
                  </a:cubicBezTo>
                  <a:cubicBezTo>
                    <a:pt x="-17728" y="1881202"/>
                    <a:pt x="52833" y="1763900"/>
                    <a:pt x="0" y="1525185"/>
                  </a:cubicBezTo>
                  <a:cubicBezTo>
                    <a:pt x="-52833" y="1286470"/>
                    <a:pt x="39848" y="1182473"/>
                    <a:pt x="0" y="1016790"/>
                  </a:cubicBezTo>
                  <a:cubicBezTo>
                    <a:pt x="-39848" y="851108"/>
                    <a:pt x="16929" y="697112"/>
                    <a:pt x="0" y="540846"/>
                  </a:cubicBezTo>
                  <a:cubicBezTo>
                    <a:pt x="-16929" y="384580"/>
                    <a:pt x="3359" y="186462"/>
                    <a:pt x="0" y="0"/>
                  </a:cubicBezTo>
                  <a:close/>
                </a:path>
                <a:path w="3686987" h="3245074" fill="norm" stroke="0" extrusionOk="0">
                  <a:moveTo>
                    <a:pt x="0" y="0"/>
                  </a:moveTo>
                  <a:cubicBezTo>
                    <a:pt x="152296" y="-692"/>
                    <a:pt x="332954" y="5869"/>
                    <a:pt x="489843" y="0"/>
                  </a:cubicBezTo>
                  <a:cubicBezTo>
                    <a:pt x="646732" y="-5869"/>
                    <a:pt x="767879" y="20724"/>
                    <a:pt x="1016555" y="0"/>
                  </a:cubicBezTo>
                  <a:cubicBezTo>
                    <a:pt x="1265231" y="-20724"/>
                    <a:pt x="1287666" y="28693"/>
                    <a:pt x="1543267" y="0"/>
                  </a:cubicBezTo>
                  <a:cubicBezTo>
                    <a:pt x="1798868" y="-28693"/>
                    <a:pt x="1793946" y="1083"/>
                    <a:pt x="1959370" y="0"/>
                  </a:cubicBezTo>
                  <a:cubicBezTo>
                    <a:pt x="2124794" y="-1083"/>
                    <a:pt x="2228765" y="57811"/>
                    <a:pt x="2486083" y="0"/>
                  </a:cubicBezTo>
                  <a:cubicBezTo>
                    <a:pt x="2743401" y="-57811"/>
                    <a:pt x="2959520" y="69337"/>
                    <a:pt x="3086535" y="0"/>
                  </a:cubicBezTo>
                  <a:cubicBezTo>
                    <a:pt x="3213550" y="-69337"/>
                    <a:pt x="3551423" y="71545"/>
                    <a:pt x="3686987" y="0"/>
                  </a:cubicBezTo>
                  <a:cubicBezTo>
                    <a:pt x="3727921" y="222702"/>
                    <a:pt x="3625191" y="374379"/>
                    <a:pt x="3686987" y="540846"/>
                  </a:cubicBezTo>
                  <a:cubicBezTo>
                    <a:pt x="3748783" y="707313"/>
                    <a:pt x="3623747" y="873030"/>
                    <a:pt x="3686987" y="1081691"/>
                  </a:cubicBezTo>
                  <a:cubicBezTo>
                    <a:pt x="3750227" y="1290352"/>
                    <a:pt x="3626145" y="1477654"/>
                    <a:pt x="3686987" y="1622537"/>
                  </a:cubicBezTo>
                  <a:cubicBezTo>
                    <a:pt x="3747829" y="1767420"/>
                    <a:pt x="3655329" y="1856251"/>
                    <a:pt x="3686987" y="2066030"/>
                  </a:cubicBezTo>
                  <a:cubicBezTo>
                    <a:pt x="3718645" y="2275809"/>
                    <a:pt x="3652712" y="2334581"/>
                    <a:pt x="3686987" y="2509524"/>
                  </a:cubicBezTo>
                  <a:cubicBezTo>
                    <a:pt x="3721262" y="2684467"/>
                    <a:pt x="3619816" y="3010479"/>
                    <a:pt x="3686987" y="3245074"/>
                  </a:cubicBezTo>
                  <a:cubicBezTo>
                    <a:pt x="3478083" y="3260693"/>
                    <a:pt x="3433854" y="3208946"/>
                    <a:pt x="3197144" y="3245074"/>
                  </a:cubicBezTo>
                  <a:cubicBezTo>
                    <a:pt x="2960434" y="3281202"/>
                    <a:pt x="2863949" y="3204155"/>
                    <a:pt x="2744172" y="3245074"/>
                  </a:cubicBezTo>
                  <a:cubicBezTo>
                    <a:pt x="2624395" y="3285993"/>
                    <a:pt x="2441092" y="3211358"/>
                    <a:pt x="2217459" y="3245074"/>
                  </a:cubicBezTo>
                  <a:cubicBezTo>
                    <a:pt x="1993826" y="3278790"/>
                    <a:pt x="1841652" y="3185429"/>
                    <a:pt x="1690747" y="3245074"/>
                  </a:cubicBezTo>
                  <a:cubicBezTo>
                    <a:pt x="1539842" y="3304719"/>
                    <a:pt x="1326239" y="3226890"/>
                    <a:pt x="1164034" y="3245074"/>
                  </a:cubicBezTo>
                  <a:cubicBezTo>
                    <a:pt x="1001829" y="3263258"/>
                    <a:pt x="728958" y="3202856"/>
                    <a:pt x="600452" y="3245074"/>
                  </a:cubicBezTo>
                  <a:cubicBezTo>
                    <a:pt x="471946" y="3287292"/>
                    <a:pt x="294398" y="3183399"/>
                    <a:pt x="0" y="3245074"/>
                  </a:cubicBezTo>
                  <a:cubicBezTo>
                    <a:pt x="-40914" y="3101094"/>
                    <a:pt x="5051" y="2934101"/>
                    <a:pt x="0" y="2769130"/>
                  </a:cubicBezTo>
                  <a:cubicBezTo>
                    <a:pt x="-5051" y="2604159"/>
                    <a:pt x="54787" y="2501544"/>
                    <a:pt x="0" y="2260735"/>
                  </a:cubicBezTo>
                  <a:cubicBezTo>
                    <a:pt x="-54787" y="2019927"/>
                    <a:pt x="8978" y="1892466"/>
                    <a:pt x="0" y="1784791"/>
                  </a:cubicBezTo>
                  <a:cubicBezTo>
                    <a:pt x="-8978" y="1677116"/>
                    <a:pt x="22968" y="1437635"/>
                    <a:pt x="0" y="1211494"/>
                  </a:cubicBezTo>
                  <a:cubicBezTo>
                    <a:pt x="-22968" y="985353"/>
                    <a:pt x="22742" y="801348"/>
                    <a:pt x="0" y="670649"/>
                  </a:cubicBezTo>
                  <a:cubicBezTo>
                    <a:pt x="-22742" y="539951"/>
                    <a:pt x="6052" y="175702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pPr>
                <a:defRPr/>
              </a:pPr>
              <a:r>
                <a:rPr lang="it-IT" sz="1400" b="1">
                  <a:solidFill>
                    <a:schemeClr val="bg1"/>
                  </a:solidFill>
                </a:rPr>
                <a:t>Ingredienti</a:t>
              </a:r>
              <a:endParaRPr/>
            </a:p>
          </p:txBody>
        </p:sp>
        <p:graphicFrame>
          <p:nvGraphicFramePr>
            <p:cNvPr id="509962138" name="Diagramma 66"/>
            <p:cNvGraphicFramePr>
              <a:graphicFrameLocks xmlns:a="http://schemas.openxmlformats.org/drawingml/2006/main"/>
            </p:cNvGraphicFramePr>
            <p:nvPr/>
          </p:nvGraphicFramePr>
          <p:xfrm rot="0">
            <a:off x="750027" y="3434827"/>
            <a:ext cx="3088718" cy="2619297"/>
            <a:chOff x="0" y="0"/>
            <a:chExt cx="3088718" cy="261929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5" r:lo="rId7" r:qs="rId8" r:cs="rId6"/>
            </a:graphicData>
          </a:graphic>
        </p:graphicFrame>
        <p:cxnSp>
          <p:nvCxnSpPr>
            <p:cNvPr id="1909329832" name="Connettore diritto 68"/>
            <p:cNvCxnSpPr/>
            <p:nvPr/>
          </p:nvCxnSpPr>
          <p:spPr bwMode="auto">
            <a:xfrm flipV="1">
              <a:off x="595338" y="5747186"/>
              <a:ext cx="3525810" cy="6894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1892685228" name="Elemento grafico 100" descr="Chiudi con riempimento a tinta unita"/>
            <p:cNvPicPr>
              <a:picLocks noChangeAspect="1"/>
            </p:cNvPicPr>
            <p:nvPr/>
          </p:nvPicPr>
          <p:blipFill rotWithShape="1">
            <a:blip r:embed="rId9"/>
            <a:stretch/>
          </p:blipFill>
          <p:spPr bwMode="auto">
            <a:xfrm>
              <a:off x="3582290" y="3736233"/>
              <a:ext cx="199305" cy="199305"/>
            </a:xfrm>
            <a:prstGeom prst="rect">
              <a:avLst/>
            </a:prstGeom>
          </p:spPr>
        </p:pic>
        <p:pic>
          <p:nvPicPr>
            <p:cNvPr id="701775752" name="Elemento grafico 101" descr="Chiudi con riempimento a tinta unita"/>
            <p:cNvPicPr>
              <a:picLocks noChangeAspect="1"/>
            </p:cNvPicPr>
            <p:nvPr/>
          </p:nvPicPr>
          <p:blipFill rotWithShape="1">
            <a:blip r:embed="rId9"/>
            <a:stretch/>
          </p:blipFill>
          <p:spPr bwMode="auto">
            <a:xfrm>
              <a:off x="3582290" y="3465166"/>
              <a:ext cx="199305" cy="199305"/>
            </a:xfrm>
            <a:prstGeom prst="rect">
              <a:avLst/>
            </a:prstGeom>
          </p:spPr>
        </p:pic>
        <p:pic>
          <p:nvPicPr>
            <p:cNvPr id="727748029" name="Elemento grafico 102" descr="Chiudi con riempimento a tinta unita"/>
            <p:cNvPicPr>
              <a:picLocks noChangeAspect="1"/>
            </p:cNvPicPr>
            <p:nvPr/>
          </p:nvPicPr>
          <p:blipFill rotWithShape="1">
            <a:blip r:embed="rId9"/>
            <a:stretch/>
          </p:blipFill>
          <p:spPr bwMode="auto">
            <a:xfrm>
              <a:off x="3582290" y="4006771"/>
              <a:ext cx="199305" cy="199305"/>
            </a:xfrm>
            <a:prstGeom prst="rect">
              <a:avLst/>
            </a:prstGeom>
          </p:spPr>
        </p:pic>
        <p:pic>
          <p:nvPicPr>
            <p:cNvPr id="501369041" name="Elemento grafico 103" descr="Chiudi con riempimento a tinta unita"/>
            <p:cNvPicPr>
              <a:picLocks noChangeAspect="1"/>
            </p:cNvPicPr>
            <p:nvPr/>
          </p:nvPicPr>
          <p:blipFill rotWithShape="1">
            <a:blip r:embed="rId9"/>
            <a:stretch/>
          </p:blipFill>
          <p:spPr bwMode="auto">
            <a:xfrm>
              <a:off x="3582290" y="4274843"/>
              <a:ext cx="199305" cy="199305"/>
            </a:xfrm>
            <a:prstGeom prst="rect">
              <a:avLst/>
            </a:prstGeom>
          </p:spPr>
        </p:pic>
        <p:pic>
          <p:nvPicPr>
            <p:cNvPr id="1772407205" name="Elemento grafico 104" descr="Chiudi con riempimento a tinta unita"/>
            <p:cNvPicPr>
              <a:picLocks noChangeAspect="1"/>
            </p:cNvPicPr>
            <p:nvPr/>
          </p:nvPicPr>
          <p:blipFill rotWithShape="1">
            <a:blip r:embed="rId9"/>
            <a:stretch/>
          </p:blipFill>
          <p:spPr bwMode="auto">
            <a:xfrm>
              <a:off x="3582290" y="4546090"/>
              <a:ext cx="199305" cy="199305"/>
            </a:xfrm>
            <a:prstGeom prst="rect">
              <a:avLst/>
            </a:prstGeom>
          </p:spPr>
        </p:pic>
        <p:pic>
          <p:nvPicPr>
            <p:cNvPr id="894579475" name="Elemento grafico 105" descr="Chiudi con riempimento a tinta unita"/>
            <p:cNvPicPr>
              <a:picLocks noChangeAspect="1"/>
            </p:cNvPicPr>
            <p:nvPr/>
          </p:nvPicPr>
          <p:blipFill rotWithShape="1">
            <a:blip r:embed="rId9"/>
            <a:stretch/>
          </p:blipFill>
          <p:spPr bwMode="auto">
            <a:xfrm>
              <a:off x="3582290" y="4803324"/>
              <a:ext cx="199305" cy="199305"/>
            </a:xfrm>
            <a:prstGeom prst="rect">
              <a:avLst/>
            </a:prstGeom>
          </p:spPr>
        </p:pic>
        <p:sp>
          <p:nvSpPr>
            <p:cNvPr id="1995327371" name="Rettangolo 17"/>
            <p:cNvSpPr/>
            <p:nvPr/>
          </p:nvSpPr>
          <p:spPr bwMode="auto">
            <a:xfrm rot="5400000">
              <a:off x="2285743" y="3895235"/>
              <a:ext cx="184725" cy="3408925"/>
            </a:xfrm>
            <a:prstGeom prst="rect">
              <a:avLst/>
            </a:prstGeom>
            <a:solidFill>
              <a:srgbClr val="FBE5D6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2143123582" name="Rettangolo 18"/>
            <p:cNvSpPr/>
            <p:nvPr/>
          </p:nvSpPr>
          <p:spPr bwMode="auto">
            <a:xfrm rot="5400000">
              <a:off x="2285743" y="1543858"/>
              <a:ext cx="184725" cy="3408925"/>
            </a:xfrm>
            <a:prstGeom prst="rect">
              <a:avLst/>
            </a:prstGeom>
            <a:solidFill>
              <a:srgbClr val="FBE5D6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855495264" name="Triangolo isoscele 12"/>
            <p:cNvSpPr/>
            <p:nvPr/>
          </p:nvSpPr>
          <p:spPr bwMode="auto">
            <a:xfrm>
              <a:off x="2285386" y="3206305"/>
              <a:ext cx="145708" cy="84030"/>
            </a:xfrm>
            <a:prstGeom prst="triangle">
              <a:avLst>
                <a:gd name="adj" fmla="val 50000"/>
              </a:avLst>
            </a:prstGeom>
            <a:solidFill>
              <a:srgbClr val="843C0C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1647495989" name="Triangolo isoscele 14"/>
            <p:cNvSpPr/>
            <p:nvPr/>
          </p:nvSpPr>
          <p:spPr bwMode="auto">
            <a:xfrm rot="10800000">
              <a:off x="2285388" y="5561532"/>
              <a:ext cx="145708" cy="84030"/>
            </a:xfrm>
            <a:prstGeom prst="triangle">
              <a:avLst>
                <a:gd name="adj" fmla="val 50000"/>
              </a:avLst>
            </a:prstGeom>
            <a:solidFill>
              <a:srgbClr val="843C0C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</p:grpSp>
      <p:grpSp>
        <p:nvGrpSpPr>
          <p:cNvPr id="2127478904" name="Gruppo 64"/>
          <p:cNvGrpSpPr/>
          <p:nvPr/>
        </p:nvGrpSpPr>
        <p:grpSpPr bwMode="auto">
          <a:xfrm>
            <a:off x="8222880" y="2568731"/>
            <a:ext cx="3686985" cy="3245072"/>
            <a:chOff x="0" y="0"/>
            <a:chExt cx="3686985" cy="3245072"/>
          </a:xfrm>
        </p:grpSpPr>
        <p:sp>
          <p:nvSpPr>
            <p:cNvPr id="1973629658" name="CasellaDiTesto 65"/>
            <p:cNvSpPr txBox="1"/>
            <p:nvPr/>
          </p:nvSpPr>
          <p:spPr bwMode="auto">
            <a:xfrm>
              <a:off x="0" y="0"/>
              <a:ext cx="3686986" cy="3245073"/>
            </a:xfrm>
            <a:custGeom>
              <a:avLst/>
              <a:gdLst>
                <a:gd name="connsiteX0" fmla="*/ 0 w 3686987"/>
                <a:gd name="connsiteY0" fmla="*/ 0 h 3245074"/>
                <a:gd name="connsiteX1" fmla="*/ 526712 w 3686987"/>
                <a:gd name="connsiteY1" fmla="*/ 0 h 3245074"/>
                <a:gd name="connsiteX2" fmla="*/ 942815 w 3686987"/>
                <a:gd name="connsiteY2" fmla="*/ 0 h 3245074"/>
                <a:gd name="connsiteX3" fmla="*/ 1543267 w 3686987"/>
                <a:gd name="connsiteY3" fmla="*/ 0 h 3245074"/>
                <a:gd name="connsiteX4" fmla="*/ 1959370 w 3686987"/>
                <a:gd name="connsiteY4" fmla="*/ 0 h 3245074"/>
                <a:gd name="connsiteX5" fmla="*/ 2449213 w 3686987"/>
                <a:gd name="connsiteY5" fmla="*/ 0 h 3245074"/>
                <a:gd name="connsiteX6" fmla="*/ 2975925 w 3686987"/>
                <a:gd name="connsiteY6" fmla="*/ 0 h 3245074"/>
                <a:gd name="connsiteX7" fmla="*/ 3686987 w 3686987"/>
                <a:gd name="connsiteY7" fmla="*/ 0 h 3245074"/>
                <a:gd name="connsiteX8" fmla="*/ 3686987 w 3686987"/>
                <a:gd name="connsiteY8" fmla="*/ 508395 h 3245074"/>
                <a:gd name="connsiteX9" fmla="*/ 3686987 w 3686987"/>
                <a:gd name="connsiteY9" fmla="*/ 1081691 h 3245074"/>
                <a:gd name="connsiteX10" fmla="*/ 3686987 w 3686987"/>
                <a:gd name="connsiteY10" fmla="*/ 1654988 h 3245074"/>
                <a:gd name="connsiteX11" fmla="*/ 3686987 w 3686987"/>
                <a:gd name="connsiteY11" fmla="*/ 2130932 h 3245074"/>
                <a:gd name="connsiteX12" fmla="*/ 3686987 w 3686987"/>
                <a:gd name="connsiteY12" fmla="*/ 2606876 h 3245074"/>
                <a:gd name="connsiteX13" fmla="*/ 3686987 w 3686987"/>
                <a:gd name="connsiteY13" fmla="*/ 3245074 h 3245074"/>
                <a:gd name="connsiteX14" fmla="*/ 3123405 w 3686987"/>
                <a:gd name="connsiteY14" fmla="*/ 3245074 h 3245074"/>
                <a:gd name="connsiteX15" fmla="*/ 2522953 w 3686987"/>
                <a:gd name="connsiteY15" fmla="*/ 3245074 h 3245074"/>
                <a:gd name="connsiteX16" fmla="*/ 1959370 w 3686987"/>
                <a:gd name="connsiteY16" fmla="*/ 3245074 h 3245074"/>
                <a:gd name="connsiteX17" fmla="*/ 1469528 w 3686987"/>
                <a:gd name="connsiteY17" fmla="*/ 3245074 h 3245074"/>
                <a:gd name="connsiteX18" fmla="*/ 979685 w 3686987"/>
                <a:gd name="connsiteY18" fmla="*/ 3245074 h 3245074"/>
                <a:gd name="connsiteX19" fmla="*/ 0 w 3686987"/>
                <a:gd name="connsiteY19" fmla="*/ 3245074 h 3245074"/>
                <a:gd name="connsiteX20" fmla="*/ 0 w 3686987"/>
                <a:gd name="connsiteY20" fmla="*/ 2639327 h 3245074"/>
                <a:gd name="connsiteX21" fmla="*/ 0 w 3686987"/>
                <a:gd name="connsiteY21" fmla="*/ 2130932 h 3245074"/>
                <a:gd name="connsiteX22" fmla="*/ 0 w 3686987"/>
                <a:gd name="connsiteY22" fmla="*/ 1525185 h 3245074"/>
                <a:gd name="connsiteX23" fmla="*/ 0 w 3686987"/>
                <a:gd name="connsiteY23" fmla="*/ 1016790 h 3245074"/>
                <a:gd name="connsiteX24" fmla="*/ 0 w 3686987"/>
                <a:gd name="connsiteY24" fmla="*/ 540846 h 3245074"/>
                <a:gd name="connsiteX25" fmla="*/ 0 w 3686987"/>
                <a:gd name="connsiteY25" fmla="*/ 0 h 3245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686987" h="3245074" fill="none" stroke="1" extrusionOk="0">
                  <a:moveTo>
                    <a:pt x="0" y="0"/>
                  </a:moveTo>
                  <a:cubicBezTo>
                    <a:pt x="112289" y="-20948"/>
                    <a:pt x="364223" y="57965"/>
                    <a:pt x="526712" y="0"/>
                  </a:cubicBezTo>
                  <a:cubicBezTo>
                    <a:pt x="689201" y="-57965"/>
                    <a:pt x="841604" y="15917"/>
                    <a:pt x="942815" y="0"/>
                  </a:cubicBezTo>
                  <a:cubicBezTo>
                    <a:pt x="1044026" y="-15917"/>
                    <a:pt x="1402346" y="18993"/>
                    <a:pt x="1543267" y="0"/>
                  </a:cubicBezTo>
                  <a:cubicBezTo>
                    <a:pt x="1684188" y="-18993"/>
                    <a:pt x="1773745" y="12259"/>
                    <a:pt x="1959370" y="0"/>
                  </a:cubicBezTo>
                  <a:cubicBezTo>
                    <a:pt x="2144995" y="-12259"/>
                    <a:pt x="2292178" y="50293"/>
                    <a:pt x="2449213" y="0"/>
                  </a:cubicBezTo>
                  <a:cubicBezTo>
                    <a:pt x="2606248" y="-50293"/>
                    <a:pt x="2860442" y="29996"/>
                    <a:pt x="2975925" y="0"/>
                  </a:cubicBezTo>
                  <a:cubicBezTo>
                    <a:pt x="3091408" y="-29996"/>
                    <a:pt x="3441445" y="1779"/>
                    <a:pt x="3686987" y="0"/>
                  </a:cubicBezTo>
                  <a:cubicBezTo>
                    <a:pt x="3728225" y="209158"/>
                    <a:pt x="3677660" y="267845"/>
                    <a:pt x="3686987" y="508395"/>
                  </a:cubicBezTo>
                  <a:cubicBezTo>
                    <a:pt x="3696314" y="748945"/>
                    <a:pt x="3659638" y="807628"/>
                    <a:pt x="3686987" y="1081691"/>
                  </a:cubicBezTo>
                  <a:cubicBezTo>
                    <a:pt x="3714336" y="1355754"/>
                    <a:pt x="3656689" y="1412557"/>
                    <a:pt x="3686987" y="1654988"/>
                  </a:cubicBezTo>
                  <a:cubicBezTo>
                    <a:pt x="3717285" y="1897419"/>
                    <a:pt x="3660942" y="1959352"/>
                    <a:pt x="3686987" y="2130932"/>
                  </a:cubicBezTo>
                  <a:cubicBezTo>
                    <a:pt x="3713032" y="2302512"/>
                    <a:pt x="3669954" y="2484500"/>
                    <a:pt x="3686987" y="2606876"/>
                  </a:cubicBezTo>
                  <a:cubicBezTo>
                    <a:pt x="3704020" y="2729252"/>
                    <a:pt x="3615112" y="2931980"/>
                    <a:pt x="3686987" y="3245074"/>
                  </a:cubicBezTo>
                  <a:cubicBezTo>
                    <a:pt x="3491393" y="3248972"/>
                    <a:pt x="3293233" y="3223662"/>
                    <a:pt x="3123405" y="3245074"/>
                  </a:cubicBezTo>
                  <a:cubicBezTo>
                    <a:pt x="2953577" y="3266486"/>
                    <a:pt x="2732213" y="3185894"/>
                    <a:pt x="2522953" y="3245074"/>
                  </a:cubicBezTo>
                  <a:cubicBezTo>
                    <a:pt x="2313693" y="3304254"/>
                    <a:pt x="2107251" y="3238350"/>
                    <a:pt x="1959370" y="3245074"/>
                  </a:cubicBezTo>
                  <a:cubicBezTo>
                    <a:pt x="1811489" y="3251798"/>
                    <a:pt x="1639457" y="3241086"/>
                    <a:pt x="1469528" y="3245074"/>
                  </a:cubicBezTo>
                  <a:cubicBezTo>
                    <a:pt x="1299599" y="3249062"/>
                    <a:pt x="1186331" y="3214868"/>
                    <a:pt x="979685" y="3245074"/>
                  </a:cubicBezTo>
                  <a:cubicBezTo>
                    <a:pt x="773039" y="3275280"/>
                    <a:pt x="440271" y="3196392"/>
                    <a:pt x="0" y="3245074"/>
                  </a:cubicBezTo>
                  <a:cubicBezTo>
                    <a:pt x="-11265" y="3074145"/>
                    <a:pt x="42452" y="2936612"/>
                    <a:pt x="0" y="2639327"/>
                  </a:cubicBezTo>
                  <a:cubicBezTo>
                    <a:pt x="-42452" y="2342042"/>
                    <a:pt x="17728" y="2380662"/>
                    <a:pt x="0" y="2130932"/>
                  </a:cubicBezTo>
                  <a:cubicBezTo>
                    <a:pt x="-17728" y="1881202"/>
                    <a:pt x="52833" y="1763900"/>
                    <a:pt x="0" y="1525185"/>
                  </a:cubicBezTo>
                  <a:cubicBezTo>
                    <a:pt x="-52833" y="1286470"/>
                    <a:pt x="39848" y="1182473"/>
                    <a:pt x="0" y="1016790"/>
                  </a:cubicBezTo>
                  <a:cubicBezTo>
                    <a:pt x="-39848" y="851108"/>
                    <a:pt x="16929" y="697112"/>
                    <a:pt x="0" y="540846"/>
                  </a:cubicBezTo>
                  <a:cubicBezTo>
                    <a:pt x="-16929" y="384580"/>
                    <a:pt x="3359" y="186462"/>
                    <a:pt x="0" y="0"/>
                  </a:cubicBezTo>
                  <a:close/>
                </a:path>
                <a:path w="3686987" h="3245074" fill="norm" stroke="0" extrusionOk="0">
                  <a:moveTo>
                    <a:pt x="0" y="0"/>
                  </a:moveTo>
                  <a:cubicBezTo>
                    <a:pt x="152296" y="-692"/>
                    <a:pt x="332954" y="5869"/>
                    <a:pt x="489843" y="0"/>
                  </a:cubicBezTo>
                  <a:cubicBezTo>
                    <a:pt x="646732" y="-5869"/>
                    <a:pt x="767879" y="20724"/>
                    <a:pt x="1016555" y="0"/>
                  </a:cubicBezTo>
                  <a:cubicBezTo>
                    <a:pt x="1265231" y="-20724"/>
                    <a:pt x="1287666" y="28693"/>
                    <a:pt x="1543267" y="0"/>
                  </a:cubicBezTo>
                  <a:cubicBezTo>
                    <a:pt x="1798868" y="-28693"/>
                    <a:pt x="1793946" y="1083"/>
                    <a:pt x="1959370" y="0"/>
                  </a:cubicBezTo>
                  <a:cubicBezTo>
                    <a:pt x="2124794" y="-1083"/>
                    <a:pt x="2228765" y="57811"/>
                    <a:pt x="2486083" y="0"/>
                  </a:cubicBezTo>
                  <a:cubicBezTo>
                    <a:pt x="2743401" y="-57811"/>
                    <a:pt x="2959520" y="69337"/>
                    <a:pt x="3086535" y="0"/>
                  </a:cubicBezTo>
                  <a:cubicBezTo>
                    <a:pt x="3213550" y="-69337"/>
                    <a:pt x="3551423" y="71545"/>
                    <a:pt x="3686987" y="0"/>
                  </a:cubicBezTo>
                  <a:cubicBezTo>
                    <a:pt x="3727921" y="222702"/>
                    <a:pt x="3625191" y="374379"/>
                    <a:pt x="3686987" y="540846"/>
                  </a:cubicBezTo>
                  <a:cubicBezTo>
                    <a:pt x="3748783" y="707313"/>
                    <a:pt x="3623747" y="873030"/>
                    <a:pt x="3686987" y="1081691"/>
                  </a:cubicBezTo>
                  <a:cubicBezTo>
                    <a:pt x="3750227" y="1290352"/>
                    <a:pt x="3626145" y="1477654"/>
                    <a:pt x="3686987" y="1622537"/>
                  </a:cubicBezTo>
                  <a:cubicBezTo>
                    <a:pt x="3747829" y="1767420"/>
                    <a:pt x="3655329" y="1856251"/>
                    <a:pt x="3686987" y="2066030"/>
                  </a:cubicBezTo>
                  <a:cubicBezTo>
                    <a:pt x="3718645" y="2275809"/>
                    <a:pt x="3652712" y="2334581"/>
                    <a:pt x="3686987" y="2509524"/>
                  </a:cubicBezTo>
                  <a:cubicBezTo>
                    <a:pt x="3721262" y="2684467"/>
                    <a:pt x="3619816" y="3010479"/>
                    <a:pt x="3686987" y="3245074"/>
                  </a:cubicBezTo>
                  <a:cubicBezTo>
                    <a:pt x="3478083" y="3260693"/>
                    <a:pt x="3433854" y="3208946"/>
                    <a:pt x="3197144" y="3245074"/>
                  </a:cubicBezTo>
                  <a:cubicBezTo>
                    <a:pt x="2960434" y="3281202"/>
                    <a:pt x="2863949" y="3204155"/>
                    <a:pt x="2744172" y="3245074"/>
                  </a:cubicBezTo>
                  <a:cubicBezTo>
                    <a:pt x="2624395" y="3285993"/>
                    <a:pt x="2441092" y="3211358"/>
                    <a:pt x="2217459" y="3245074"/>
                  </a:cubicBezTo>
                  <a:cubicBezTo>
                    <a:pt x="1993826" y="3278790"/>
                    <a:pt x="1841652" y="3185429"/>
                    <a:pt x="1690747" y="3245074"/>
                  </a:cubicBezTo>
                  <a:cubicBezTo>
                    <a:pt x="1539842" y="3304719"/>
                    <a:pt x="1326239" y="3226890"/>
                    <a:pt x="1164034" y="3245074"/>
                  </a:cubicBezTo>
                  <a:cubicBezTo>
                    <a:pt x="1001829" y="3263258"/>
                    <a:pt x="728958" y="3202856"/>
                    <a:pt x="600452" y="3245074"/>
                  </a:cubicBezTo>
                  <a:cubicBezTo>
                    <a:pt x="471946" y="3287292"/>
                    <a:pt x="294398" y="3183399"/>
                    <a:pt x="0" y="3245074"/>
                  </a:cubicBezTo>
                  <a:cubicBezTo>
                    <a:pt x="-40914" y="3101094"/>
                    <a:pt x="5051" y="2934101"/>
                    <a:pt x="0" y="2769130"/>
                  </a:cubicBezTo>
                  <a:cubicBezTo>
                    <a:pt x="-5051" y="2604159"/>
                    <a:pt x="54787" y="2501544"/>
                    <a:pt x="0" y="2260735"/>
                  </a:cubicBezTo>
                  <a:cubicBezTo>
                    <a:pt x="-54787" y="2019927"/>
                    <a:pt x="8978" y="1892466"/>
                    <a:pt x="0" y="1784791"/>
                  </a:cubicBezTo>
                  <a:cubicBezTo>
                    <a:pt x="-8978" y="1677116"/>
                    <a:pt x="22968" y="1437635"/>
                    <a:pt x="0" y="1211494"/>
                  </a:cubicBezTo>
                  <a:cubicBezTo>
                    <a:pt x="-22968" y="985353"/>
                    <a:pt x="22742" y="801348"/>
                    <a:pt x="0" y="670649"/>
                  </a:cubicBezTo>
                  <a:cubicBezTo>
                    <a:pt x="-22742" y="539951"/>
                    <a:pt x="6052" y="175702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pPr>
                <a:defRPr/>
              </a:pPr>
              <a:r>
                <a:rPr lang="it-IT" sz="1400" b="1">
                  <a:solidFill>
                    <a:schemeClr val="bg1"/>
                  </a:solidFill>
                </a:rPr>
                <a:t>Allergeni</a:t>
              </a:r>
              <a:endParaRPr/>
            </a:p>
          </p:txBody>
        </p:sp>
        <p:graphicFrame>
          <p:nvGraphicFramePr>
            <p:cNvPr id="2047607234" name="Diagramma 67"/>
            <p:cNvGraphicFramePr>
              <a:graphicFrameLocks xmlns:a="http://schemas.openxmlformats.org/drawingml/2006/main"/>
            </p:cNvGraphicFramePr>
            <p:nvPr/>
          </p:nvGraphicFramePr>
          <p:xfrm rot="0">
            <a:off x="215413" y="552707"/>
            <a:ext cx="3088717" cy="2619297"/>
            <a:chOff x="0" y="0"/>
            <a:chExt cx="3088717" cy="261929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1" r:lo="rId13" r:qs="rId14" r:cs="rId12"/>
            </a:graphicData>
          </a:graphic>
        </p:graphicFrame>
        <p:sp>
          <p:nvSpPr>
            <p:cNvPr id="1942796226" name="Rettangolo 77"/>
            <p:cNvSpPr/>
            <p:nvPr/>
          </p:nvSpPr>
          <p:spPr bwMode="auto">
            <a:xfrm rot="5400000">
              <a:off x="1751130" y="1339954"/>
              <a:ext cx="184725" cy="3408925"/>
            </a:xfrm>
            <a:prstGeom prst="rect">
              <a:avLst/>
            </a:prstGeom>
            <a:solidFill>
              <a:srgbClr val="FBE5D6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1739737814" name="Rettangolo 78"/>
            <p:cNvSpPr/>
            <p:nvPr/>
          </p:nvSpPr>
          <p:spPr bwMode="auto">
            <a:xfrm rot="5400000">
              <a:off x="1751130" y="-1338260"/>
              <a:ext cx="184725" cy="3408925"/>
            </a:xfrm>
            <a:prstGeom prst="rect">
              <a:avLst/>
            </a:prstGeom>
            <a:solidFill>
              <a:srgbClr val="FBE5D6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1854415903" name="Triangolo isoscele 80"/>
            <p:cNvSpPr/>
            <p:nvPr/>
          </p:nvSpPr>
          <p:spPr bwMode="auto">
            <a:xfrm>
              <a:off x="1750772" y="324185"/>
              <a:ext cx="145708" cy="84030"/>
            </a:xfrm>
            <a:prstGeom prst="triangle">
              <a:avLst>
                <a:gd name="adj" fmla="val 50000"/>
              </a:avLst>
            </a:prstGeom>
            <a:solidFill>
              <a:srgbClr val="843C0C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  <p:sp>
          <p:nvSpPr>
            <p:cNvPr id="1391098826" name="Triangolo isoscele 81"/>
            <p:cNvSpPr/>
            <p:nvPr/>
          </p:nvSpPr>
          <p:spPr bwMode="auto">
            <a:xfrm rot="10800000">
              <a:off x="1750774" y="3006250"/>
              <a:ext cx="145708" cy="84030"/>
            </a:xfrm>
            <a:prstGeom prst="triangle">
              <a:avLst>
                <a:gd name="adj" fmla="val 50000"/>
              </a:avLst>
            </a:prstGeom>
            <a:solidFill>
              <a:srgbClr val="843C0C">
                <a:alpha val="50196"/>
              </a:srgb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it-IT"/>
            </a:p>
          </p:txBody>
        </p:sp>
      </p:grpSp>
      <p:cxnSp>
        <p:nvCxnSpPr>
          <p:cNvPr id="292524438" name="Connettore diritto 4"/>
          <p:cNvCxnSpPr/>
          <p:nvPr/>
        </p:nvCxnSpPr>
        <p:spPr bwMode="auto">
          <a:xfrm>
            <a:off x="0" y="939799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7903312" name="CasellaDiTesto 24"/>
          <p:cNvSpPr txBox="1"/>
          <p:nvPr/>
        </p:nvSpPr>
        <p:spPr bwMode="auto">
          <a:xfrm>
            <a:off x="5185746" y="1459737"/>
            <a:ext cx="1728268" cy="4575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400" b="1">
                <a:solidFill>
                  <a:schemeClr val="accent2"/>
                </a:solidFill>
                <a:latin typeface="Carlito"/>
                <a:ea typeface="Carlito"/>
                <a:cs typeface="Carlito"/>
              </a:rPr>
              <a:t>Il mio piatto</a:t>
            </a:r>
            <a:endParaRPr>
              <a:latin typeface="Carlito"/>
              <a:cs typeface="Carlito"/>
            </a:endParaRPr>
          </a:p>
        </p:txBody>
      </p:sp>
      <p:sp>
        <p:nvSpPr>
          <p:cNvPr id="818278003" name="CasellaDiTesto 25"/>
          <p:cNvSpPr txBox="1"/>
          <p:nvPr/>
        </p:nvSpPr>
        <p:spPr bwMode="auto">
          <a:xfrm>
            <a:off x="4630892" y="1113459"/>
            <a:ext cx="2895032" cy="5185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800" b="1">
                <a:solidFill>
                  <a:schemeClr val="accent2">
                    <a:lumMod val="50000"/>
                  </a:schemeClr>
                </a:solidFill>
                <a:latin typeface="Carlito"/>
                <a:ea typeface="Carlito"/>
                <a:cs typeface="Carlito"/>
              </a:rPr>
              <a:t>Aggiungi un piatto</a:t>
            </a:r>
            <a:endParaRPr>
              <a:latin typeface="Carlito"/>
              <a:cs typeface="Carlito"/>
            </a:endParaRPr>
          </a:p>
        </p:txBody>
      </p:sp>
      <p:cxnSp>
        <p:nvCxnSpPr>
          <p:cNvPr id="1599053297" name="Connettore diritto 4"/>
          <p:cNvCxnSpPr/>
          <p:nvPr/>
        </p:nvCxnSpPr>
        <p:spPr bwMode="auto">
          <a:xfrm>
            <a:off x="0" y="2201907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1892970072" name="Gruppo 143"/>
          <p:cNvGrpSpPr/>
          <p:nvPr/>
        </p:nvGrpSpPr>
        <p:grpSpPr bwMode="auto">
          <a:xfrm>
            <a:off x="482952" y="1326999"/>
            <a:ext cx="960555" cy="305159"/>
            <a:chOff x="0" y="0"/>
            <a:chExt cx="960555" cy="305159"/>
          </a:xfrm>
        </p:grpSpPr>
        <p:sp>
          <p:nvSpPr>
            <p:cNvPr id="532215295" name="Rettangolo 123"/>
            <p:cNvSpPr/>
            <p:nvPr/>
          </p:nvSpPr>
          <p:spPr bwMode="auto">
            <a:xfrm>
              <a:off x="0" y="0"/>
              <a:ext cx="960555" cy="30515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r">
                <a:defRPr/>
              </a:pPr>
              <a:r>
                <a:rPr lang="it-IT" sz="1400">
                  <a:solidFill>
                    <a:schemeClr val="accent1"/>
                  </a:solidFill>
                </a:rPr>
                <a:t>Indietro</a:t>
              </a:r>
              <a:endParaRPr/>
            </a:p>
          </p:txBody>
        </p:sp>
        <p:pic>
          <p:nvPicPr>
            <p:cNvPr id="698144289" name="Elemento grafico 141" descr="Accento circonflesso verso sinistra con riempimento a tinta unita"/>
            <p:cNvPicPr>
              <a:picLocks noChangeAspect="1"/>
            </p:cNvPicPr>
            <p:nvPr/>
          </p:nvPicPr>
          <p:blipFill rotWithShape="1">
            <a:blip r:embed="rId15"/>
            <a:stretch/>
          </p:blipFill>
          <p:spPr bwMode="auto">
            <a:xfrm>
              <a:off x="55584" y="45719"/>
              <a:ext cx="228315" cy="228315"/>
            </a:xfrm>
            <a:prstGeom prst="rect">
              <a:avLst/>
            </a:prstGeom>
          </p:spPr>
        </p:pic>
      </p:grpSp>
      <p:pic>
        <p:nvPicPr>
          <p:cNvPr id="1813488025" name="Elemento grafico 141" descr="Accento circonflesso verso sinistra con riempimento a tinta unita"/>
          <p:cNvPicPr>
            <a:picLocks noChangeAspect="1"/>
          </p:cNvPicPr>
          <p:nvPr/>
        </p:nvPicPr>
        <p:blipFill rotWithShape="1">
          <a:blip r:embed="rId15"/>
          <a:stretch/>
        </p:blipFill>
        <p:spPr bwMode="auto">
          <a:xfrm rot="0" flipH="0" flipV="0">
            <a:off x="709979" y="7357953"/>
            <a:ext cx="228315" cy="228315"/>
          </a:xfrm>
          <a:prstGeom prst="rect">
            <a:avLst/>
          </a:prstGeom>
        </p:spPr>
      </p:pic>
      <p:sp modelId="{A04F6C91-AEBF-4847-980F-C23A5906DCBB}">
        <p:nvSpPr>
          <p:cNvPr id="765996152" name=""/>
          <p:cNvSpPr/>
          <p:nvPr/>
        </p:nvSpPr>
        <p:spPr bwMode="auto">
          <a:xfrm flipH="0" flipV="0">
            <a:off x="621666" y="5491187"/>
            <a:ext cx="3448932" cy="257113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accent2">
                <a:shade val="80000"/>
                <a:hueOff val="0"/>
                <a:satOff val="0"/>
                <a:lumOff val="0"/>
                <a:alphaOff val="0"/>
              </a:schemeClr>
            </a:solidFill>
            <a:prstDash val="solid"/>
            <a:miter lim="800000"/>
          </a:ln>
          <a:effectLst/>
        </p:spPr>
        <p:style>
          <a:lnRef idx="2">
            <a:srgbClr val="000000"/>
          </a:lnRef>
          <a:fillRef idx="1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spcFirstLastPara="0" vert="horz" wrap="square" lIns="45720" tIns="45720" rIns="45720" bIns="45720" numCol="1" spcCol="1268" anchor="ctr" anchorCtr="0">
            <a:noAutofit/>
          </a:bodyPr>
          <a:lstStyle/>
          <a:p>
            <a:pPr marL="0" lvl="0" indent="0" algn="l" defTabSz="53339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1200" b="1">
                <a:solidFill>
                  <a:schemeClr val="accent2">
                    <a:lumMod val="50000"/>
                  </a:schemeClr>
                </a:solidFill>
              </a:rPr>
              <a:t>    Bevanda</a:t>
            </a:r>
            <a:endParaRPr/>
          </a:p>
        </p:txBody>
      </p:sp>
      <p:pic>
        <p:nvPicPr>
          <p:cNvPr id="623695320" name="Elemento grafico 8" descr="Accento circonflesso verso il basso con riempimento a tinta unita"/>
          <p:cNvPicPr>
            <a:picLocks noChangeAspect="1"/>
          </p:cNvPicPr>
          <p:nvPr/>
        </p:nvPicPr>
        <p:blipFill rotWithShape="1">
          <a:blip r:embed="rId16"/>
          <a:stretch/>
        </p:blipFill>
        <p:spPr bwMode="auto">
          <a:xfrm>
            <a:off x="3775862" y="5495965"/>
            <a:ext cx="252335" cy="252335"/>
          </a:xfrm>
          <a:prstGeom prst="rect">
            <a:avLst/>
          </a:prstGeom>
        </p:spPr>
      </p:pic>
      <p:sp>
        <p:nvSpPr>
          <p:cNvPr id="1116788051" name=""/>
          <p:cNvSpPr/>
          <p:nvPr/>
        </p:nvSpPr>
        <p:spPr bwMode="auto">
          <a:xfrm rot="0" flipH="0" flipV="0">
            <a:off x="0" y="0"/>
            <a:ext cx="12196690" cy="6854264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58744013" name=""/>
          <p:cNvSpPr/>
          <p:nvPr/>
        </p:nvSpPr>
        <p:spPr bwMode="auto">
          <a:xfrm rot="0" flipH="0" flipV="0">
            <a:off x="4221600" y="2325220"/>
            <a:ext cx="3586119" cy="18863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351878770" name="CasellaDiTesto 24"/>
          <p:cNvSpPr txBox="1"/>
          <p:nvPr/>
        </p:nvSpPr>
        <p:spPr bwMode="auto">
          <a:xfrm>
            <a:off x="4503145" y="2732725"/>
            <a:ext cx="3016176" cy="640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1800" b="1">
                <a:solidFill>
                  <a:schemeClr val="accent2"/>
                </a:solidFill>
                <a:latin typeface="Carlito"/>
                <a:ea typeface="Carlito"/>
                <a:cs typeface="Carlito"/>
              </a:rPr>
              <a:t>Errore tecnico durante il</a:t>
            </a:r>
            <a:endParaRPr lang="it-IT" sz="1800" b="1">
              <a:solidFill>
                <a:schemeClr val="accent2"/>
              </a:solidFill>
              <a:latin typeface="Carlito"/>
              <a:ea typeface="Carlito"/>
              <a:cs typeface="Carlito"/>
            </a:endParaRPr>
          </a:p>
          <a:p>
            <a:pPr>
              <a:defRPr/>
            </a:pPr>
            <a:r>
              <a:rPr lang="it-IT" sz="1800" b="1">
                <a:solidFill>
                  <a:schemeClr val="accent2"/>
                </a:solidFill>
                <a:latin typeface="Carlito"/>
                <a:ea typeface="Carlito"/>
                <a:cs typeface="Carlito"/>
              </a:rPr>
              <a:t>salvataggio. Riprova più tardi.</a:t>
            </a:r>
            <a:endParaRPr lang="it-IT" sz="1800" b="1">
              <a:solidFill>
                <a:schemeClr val="accent2"/>
              </a:solidFill>
              <a:latin typeface="Carlito"/>
              <a:ea typeface="Carlito"/>
              <a:cs typeface="Carlito"/>
            </a:endParaRPr>
          </a:p>
        </p:txBody>
      </p:sp>
      <p:sp>
        <p:nvSpPr>
          <p:cNvPr id="256658070" name="CasellaDiTesto 25"/>
          <p:cNvSpPr txBox="1"/>
          <p:nvPr/>
        </p:nvSpPr>
        <p:spPr bwMode="auto">
          <a:xfrm>
            <a:off x="4503145" y="2386447"/>
            <a:ext cx="2870029" cy="5185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800" b="1">
                <a:solidFill>
                  <a:schemeClr val="accent2">
                    <a:lumMod val="50000"/>
                  </a:schemeClr>
                </a:solidFill>
                <a:latin typeface="Carlito"/>
                <a:ea typeface="Carlito"/>
                <a:cs typeface="Carlito"/>
              </a:rPr>
              <a:t>Piatto non salvato</a:t>
            </a:r>
            <a:endParaRPr>
              <a:latin typeface="Carlito"/>
              <a:cs typeface="Carlito"/>
            </a:endParaRPr>
          </a:p>
        </p:txBody>
      </p:sp>
      <p:sp>
        <p:nvSpPr>
          <p:cNvPr id="1974025912" name="Rettangolo 79"/>
          <p:cNvSpPr/>
          <p:nvPr/>
        </p:nvSpPr>
        <p:spPr bwMode="auto">
          <a:xfrm rot="0" flipH="0" flipV="0">
            <a:off x="5431443" y="3613087"/>
            <a:ext cx="1097658" cy="3661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defRPr/>
            </a:pPr>
            <a:r>
              <a:rPr lang="it-IT" b="1"/>
              <a:t>Continua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989270" name="CasellaDiTesto 13"/>
          <p:cNvSpPr txBox="1"/>
          <p:nvPr/>
        </p:nvSpPr>
        <p:spPr bwMode="auto">
          <a:xfrm>
            <a:off x="4097107" y="1151074"/>
            <a:ext cx="3364285" cy="584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it-IT" sz="3200" spc="599">
                <a:solidFill>
                  <a:schemeClr val="accent2"/>
                </a:solidFill>
                <a:latin typeface="Aharoni"/>
                <a:cs typeface="Aharoni"/>
              </a:rPr>
              <a:t>PickyEaters</a:t>
            </a:r>
            <a:endParaRPr lang="it-IT" spc="599">
              <a:solidFill>
                <a:schemeClr val="accent2"/>
              </a:solidFill>
              <a:latin typeface="Aharoni"/>
              <a:cs typeface="Aharoni"/>
            </a:endParaRPr>
          </a:p>
        </p:txBody>
      </p:sp>
      <p:pic>
        <p:nvPicPr>
          <p:cNvPr id="1343655402" name="Elemento grafico 20" descr="Cursore con riempimento a tinta unita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1">
            <a:off x="3562493" y="1150554"/>
            <a:ext cx="584775" cy="584775"/>
          </a:xfrm>
          <a:prstGeom prst="rect">
            <a:avLst/>
          </a:prstGeom>
        </p:spPr>
      </p:pic>
      <p:sp>
        <p:nvSpPr>
          <p:cNvPr id="1859248472" name="CasellaDiTesto 24"/>
          <p:cNvSpPr txBox="1"/>
          <p:nvPr/>
        </p:nvSpPr>
        <p:spPr bwMode="auto">
          <a:xfrm>
            <a:off x="4293095" y="2383261"/>
            <a:ext cx="2392484" cy="4575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400" b="1">
                <a:solidFill>
                  <a:schemeClr val="accent2"/>
                </a:solidFill>
              </a:rPr>
              <a:t>Le tue credenziali</a:t>
            </a:r>
            <a:endParaRPr/>
          </a:p>
        </p:txBody>
      </p:sp>
      <p:sp>
        <p:nvSpPr>
          <p:cNvPr id="2002280988" name="CasellaDiTesto 25"/>
          <p:cNvSpPr txBox="1"/>
          <p:nvPr/>
        </p:nvSpPr>
        <p:spPr bwMode="auto">
          <a:xfrm>
            <a:off x="5003393" y="1906197"/>
            <a:ext cx="971888" cy="5185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800" b="1">
                <a:solidFill>
                  <a:schemeClr val="accent2">
                    <a:lumMod val="50000"/>
                  </a:schemeClr>
                </a:solidFill>
              </a:rPr>
              <a:t>Login</a:t>
            </a:r>
            <a:endParaRPr/>
          </a:p>
        </p:txBody>
      </p:sp>
      <p:grpSp>
        <p:nvGrpSpPr>
          <p:cNvPr id="1315289937" name="Gruppo 21"/>
          <p:cNvGrpSpPr/>
          <p:nvPr/>
        </p:nvGrpSpPr>
        <p:grpSpPr bwMode="auto">
          <a:xfrm>
            <a:off x="3328185" y="3216089"/>
            <a:ext cx="4032488" cy="713016"/>
            <a:chOff x="0" y="0"/>
            <a:chExt cx="4032488" cy="713016"/>
          </a:xfrm>
        </p:grpSpPr>
        <p:sp>
          <p:nvSpPr>
            <p:cNvPr id="823177237" name="CasellaDiTesto 22"/>
            <p:cNvSpPr txBox="1"/>
            <p:nvPr/>
          </p:nvSpPr>
          <p:spPr bwMode="auto">
            <a:xfrm>
              <a:off x="0" y="330332"/>
              <a:ext cx="4032488" cy="3356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it-IT" sz="1600" b="1">
                  <a:solidFill>
                    <a:schemeClr val="bg1"/>
                  </a:solidFill>
                </a:rPr>
                <a:t>A che categoria appartiene il piatto?</a:t>
              </a:r>
              <a:endParaRPr/>
            </a:p>
          </p:txBody>
        </p:sp>
        <p:sp>
          <p:nvSpPr>
            <p:cNvPr id="1040400485" name="CasellaDiTesto 41"/>
            <p:cNvSpPr txBox="1"/>
            <p:nvPr/>
          </p:nvSpPr>
          <p:spPr bwMode="auto">
            <a:xfrm>
              <a:off x="231486" y="0"/>
              <a:ext cx="3678952" cy="713016"/>
            </a:xfrm>
            <a:custGeom>
              <a:avLst/>
              <a:gdLst>
                <a:gd name="connsiteX0" fmla="*/ 0 w 3678954"/>
                <a:gd name="connsiteY0" fmla="*/ 0 h 713016"/>
                <a:gd name="connsiteX1" fmla="*/ 525565 w 3678954"/>
                <a:gd name="connsiteY1" fmla="*/ 0 h 713016"/>
                <a:gd name="connsiteX2" fmla="*/ 1087919 w 3678954"/>
                <a:gd name="connsiteY2" fmla="*/ 0 h 713016"/>
                <a:gd name="connsiteX3" fmla="*/ 1576695 w 3678954"/>
                <a:gd name="connsiteY3" fmla="*/ 0 h 713016"/>
                <a:gd name="connsiteX4" fmla="*/ 2102259 w 3678954"/>
                <a:gd name="connsiteY4" fmla="*/ 0 h 713016"/>
                <a:gd name="connsiteX5" fmla="*/ 2627824 w 3678954"/>
                <a:gd name="connsiteY5" fmla="*/ 0 h 713016"/>
                <a:gd name="connsiteX6" fmla="*/ 3116600 w 3678954"/>
                <a:gd name="connsiteY6" fmla="*/ 0 h 713016"/>
                <a:gd name="connsiteX7" fmla="*/ 3678954 w 3678954"/>
                <a:gd name="connsiteY7" fmla="*/ 0 h 713016"/>
                <a:gd name="connsiteX8" fmla="*/ 3678954 w 3678954"/>
                <a:gd name="connsiteY8" fmla="*/ 363638 h 713016"/>
                <a:gd name="connsiteX9" fmla="*/ 3678954 w 3678954"/>
                <a:gd name="connsiteY9" fmla="*/ 713016 h 713016"/>
                <a:gd name="connsiteX10" fmla="*/ 3226968 w 3678954"/>
                <a:gd name="connsiteY10" fmla="*/ 713016 h 713016"/>
                <a:gd name="connsiteX11" fmla="*/ 2664614 w 3678954"/>
                <a:gd name="connsiteY11" fmla="*/ 713016 h 713016"/>
                <a:gd name="connsiteX12" fmla="*/ 2212628 w 3678954"/>
                <a:gd name="connsiteY12" fmla="*/ 713016 h 713016"/>
                <a:gd name="connsiteX13" fmla="*/ 1760642 w 3678954"/>
                <a:gd name="connsiteY13" fmla="*/ 713016 h 713016"/>
                <a:gd name="connsiteX14" fmla="*/ 1198288 w 3678954"/>
                <a:gd name="connsiteY14" fmla="*/ 713016 h 713016"/>
                <a:gd name="connsiteX15" fmla="*/ 709513 w 3678954"/>
                <a:gd name="connsiteY15" fmla="*/ 713016 h 713016"/>
                <a:gd name="connsiteX16" fmla="*/ 0 w 3678954"/>
                <a:gd name="connsiteY16" fmla="*/ 713016 h 713016"/>
                <a:gd name="connsiteX17" fmla="*/ 0 w 3678954"/>
                <a:gd name="connsiteY17" fmla="*/ 370768 h 713016"/>
                <a:gd name="connsiteX18" fmla="*/ 0 w 3678954"/>
                <a:gd name="connsiteY18" fmla="*/ 0 h 713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678954" h="713016" fill="none" stroke="1" extrusionOk="0">
                  <a:moveTo>
                    <a:pt x="0" y="0"/>
                  </a:moveTo>
                  <a:cubicBezTo>
                    <a:pt x="106438" y="-4997"/>
                    <a:pt x="290281" y="12720"/>
                    <a:pt x="525565" y="0"/>
                  </a:cubicBezTo>
                  <a:cubicBezTo>
                    <a:pt x="760849" y="-12720"/>
                    <a:pt x="944033" y="41878"/>
                    <a:pt x="1087919" y="0"/>
                  </a:cubicBezTo>
                  <a:cubicBezTo>
                    <a:pt x="1231805" y="-41878"/>
                    <a:pt x="1434944" y="36466"/>
                    <a:pt x="1576695" y="0"/>
                  </a:cubicBezTo>
                  <a:cubicBezTo>
                    <a:pt x="1718446" y="-36466"/>
                    <a:pt x="1870168" y="52935"/>
                    <a:pt x="2102259" y="0"/>
                  </a:cubicBezTo>
                  <a:cubicBezTo>
                    <a:pt x="2334350" y="-52935"/>
                    <a:pt x="2498891" y="34467"/>
                    <a:pt x="2627824" y="0"/>
                  </a:cubicBezTo>
                  <a:cubicBezTo>
                    <a:pt x="2756758" y="-34467"/>
                    <a:pt x="2986951" y="19835"/>
                    <a:pt x="3116600" y="0"/>
                  </a:cubicBezTo>
                  <a:cubicBezTo>
                    <a:pt x="3246249" y="-19835"/>
                    <a:pt x="3495103" y="18411"/>
                    <a:pt x="3678954" y="0"/>
                  </a:cubicBezTo>
                  <a:cubicBezTo>
                    <a:pt x="3696401" y="97946"/>
                    <a:pt x="3659628" y="230606"/>
                    <a:pt x="3678954" y="363638"/>
                  </a:cubicBezTo>
                  <a:cubicBezTo>
                    <a:pt x="3698280" y="496670"/>
                    <a:pt x="3675102" y="600816"/>
                    <a:pt x="3678954" y="713016"/>
                  </a:cubicBezTo>
                  <a:cubicBezTo>
                    <a:pt x="3515749" y="735965"/>
                    <a:pt x="3388328" y="679855"/>
                    <a:pt x="3226968" y="713016"/>
                  </a:cubicBezTo>
                  <a:cubicBezTo>
                    <a:pt x="3065608" y="746177"/>
                    <a:pt x="2789577" y="686206"/>
                    <a:pt x="2664614" y="713016"/>
                  </a:cubicBezTo>
                  <a:cubicBezTo>
                    <a:pt x="2539651" y="739826"/>
                    <a:pt x="2358840" y="668039"/>
                    <a:pt x="2212628" y="713016"/>
                  </a:cubicBezTo>
                  <a:cubicBezTo>
                    <a:pt x="2066416" y="757993"/>
                    <a:pt x="1974174" y="698246"/>
                    <a:pt x="1760642" y="713016"/>
                  </a:cubicBezTo>
                  <a:cubicBezTo>
                    <a:pt x="1547110" y="727786"/>
                    <a:pt x="1332764" y="706061"/>
                    <a:pt x="1198288" y="713016"/>
                  </a:cubicBezTo>
                  <a:cubicBezTo>
                    <a:pt x="1063812" y="719971"/>
                    <a:pt x="876579" y="655965"/>
                    <a:pt x="709513" y="713016"/>
                  </a:cubicBezTo>
                  <a:cubicBezTo>
                    <a:pt x="542447" y="770067"/>
                    <a:pt x="240243" y="629967"/>
                    <a:pt x="0" y="713016"/>
                  </a:cubicBezTo>
                  <a:cubicBezTo>
                    <a:pt x="-1346" y="573898"/>
                    <a:pt x="37630" y="457402"/>
                    <a:pt x="0" y="370768"/>
                  </a:cubicBezTo>
                  <a:cubicBezTo>
                    <a:pt x="-37630" y="284134"/>
                    <a:pt x="30866" y="172819"/>
                    <a:pt x="0" y="0"/>
                  </a:cubicBezTo>
                  <a:close/>
                </a:path>
                <a:path w="3678954" h="713016" fill="norm" stroke="0" extrusionOk="0">
                  <a:moveTo>
                    <a:pt x="0" y="0"/>
                  </a:moveTo>
                  <a:cubicBezTo>
                    <a:pt x="103131" y="-9360"/>
                    <a:pt x="292001" y="40606"/>
                    <a:pt x="488775" y="0"/>
                  </a:cubicBezTo>
                  <a:cubicBezTo>
                    <a:pt x="685549" y="-40606"/>
                    <a:pt x="768138" y="39139"/>
                    <a:pt x="1014340" y="0"/>
                  </a:cubicBezTo>
                  <a:cubicBezTo>
                    <a:pt x="1260543" y="-39139"/>
                    <a:pt x="1339992" y="60992"/>
                    <a:pt x="1539905" y="0"/>
                  </a:cubicBezTo>
                  <a:cubicBezTo>
                    <a:pt x="1739819" y="-60992"/>
                    <a:pt x="1835688" y="24468"/>
                    <a:pt x="1955101" y="0"/>
                  </a:cubicBezTo>
                  <a:cubicBezTo>
                    <a:pt x="2074514" y="-24468"/>
                    <a:pt x="2338163" y="31478"/>
                    <a:pt x="2480666" y="0"/>
                  </a:cubicBezTo>
                  <a:cubicBezTo>
                    <a:pt x="2623170" y="-31478"/>
                    <a:pt x="2799086" y="44158"/>
                    <a:pt x="3079810" y="0"/>
                  </a:cubicBezTo>
                  <a:cubicBezTo>
                    <a:pt x="3360534" y="-44158"/>
                    <a:pt x="3398958" y="63391"/>
                    <a:pt x="3678954" y="0"/>
                  </a:cubicBezTo>
                  <a:cubicBezTo>
                    <a:pt x="3701422" y="153123"/>
                    <a:pt x="3649368" y="180147"/>
                    <a:pt x="3678954" y="356508"/>
                  </a:cubicBezTo>
                  <a:cubicBezTo>
                    <a:pt x="3708540" y="532869"/>
                    <a:pt x="3642430" y="618845"/>
                    <a:pt x="3678954" y="713016"/>
                  </a:cubicBezTo>
                  <a:cubicBezTo>
                    <a:pt x="3428851" y="726921"/>
                    <a:pt x="3396913" y="671597"/>
                    <a:pt x="3153389" y="713016"/>
                  </a:cubicBezTo>
                  <a:cubicBezTo>
                    <a:pt x="2909866" y="754435"/>
                    <a:pt x="2831314" y="660195"/>
                    <a:pt x="2701403" y="713016"/>
                  </a:cubicBezTo>
                  <a:cubicBezTo>
                    <a:pt x="2571492" y="765837"/>
                    <a:pt x="2345691" y="673526"/>
                    <a:pt x="2102259" y="713016"/>
                  </a:cubicBezTo>
                  <a:cubicBezTo>
                    <a:pt x="1858827" y="752506"/>
                    <a:pt x="1864375" y="692526"/>
                    <a:pt x="1650274" y="713016"/>
                  </a:cubicBezTo>
                  <a:cubicBezTo>
                    <a:pt x="1436174" y="733506"/>
                    <a:pt x="1327173" y="694293"/>
                    <a:pt x="1198288" y="713016"/>
                  </a:cubicBezTo>
                  <a:cubicBezTo>
                    <a:pt x="1069403" y="731739"/>
                    <a:pt x="878107" y="663824"/>
                    <a:pt x="746302" y="713016"/>
                  </a:cubicBezTo>
                  <a:cubicBezTo>
                    <a:pt x="614497" y="762208"/>
                    <a:pt x="232841" y="643641"/>
                    <a:pt x="0" y="713016"/>
                  </a:cubicBezTo>
                  <a:cubicBezTo>
                    <a:pt x="-27456" y="584045"/>
                    <a:pt x="861" y="498799"/>
                    <a:pt x="0" y="356508"/>
                  </a:cubicBezTo>
                  <a:cubicBezTo>
                    <a:pt x="-861" y="214217"/>
                    <a:pt x="37318" y="17639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pPr>
                <a:defRPr/>
              </a:pPr>
              <a:r>
                <a:rPr lang="it-IT" sz="1400" b="1">
                  <a:solidFill>
                    <a:schemeClr val="bg1"/>
                  </a:solidFill>
                </a:rPr>
                <a:t>Indirizzo email</a:t>
              </a:r>
              <a:endParaRPr/>
            </a:p>
          </p:txBody>
        </p:sp>
        <p:sp>
          <p:nvSpPr>
            <p:cNvPr id="1522698943" name="Rettangolo con angoli arrotondati 10"/>
            <p:cNvSpPr/>
            <p:nvPr/>
          </p:nvSpPr>
          <p:spPr bwMode="auto">
            <a:xfrm>
              <a:off x="371394" y="286205"/>
              <a:ext cx="3269683" cy="262344"/>
            </a:xfrm>
            <a:prstGeom prst="roundRect">
              <a:avLst>
                <a:gd name="adj" fmla="val 16667"/>
              </a:avLst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defRPr/>
              </a:pPr>
              <a:r>
                <a:rPr lang="it-IT" sz="1200"/>
                <a:t>luca.gasperini@pickyeaters.it</a:t>
              </a:r>
              <a:endParaRPr/>
            </a:p>
          </p:txBody>
        </p:sp>
      </p:grpSp>
      <p:grpSp>
        <p:nvGrpSpPr>
          <p:cNvPr id="1849063035" name="Gruppo 21"/>
          <p:cNvGrpSpPr/>
          <p:nvPr/>
        </p:nvGrpSpPr>
        <p:grpSpPr bwMode="auto">
          <a:xfrm>
            <a:off x="3306683" y="4071751"/>
            <a:ext cx="4032848" cy="713016"/>
            <a:chOff x="0" y="0"/>
            <a:chExt cx="4032848" cy="713016"/>
          </a:xfrm>
        </p:grpSpPr>
        <p:sp>
          <p:nvSpPr>
            <p:cNvPr id="1874159890" name="CasellaDiTesto 22"/>
            <p:cNvSpPr txBox="1"/>
            <p:nvPr/>
          </p:nvSpPr>
          <p:spPr bwMode="auto">
            <a:xfrm>
              <a:off x="0" y="330332"/>
              <a:ext cx="4032848" cy="3356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it-IT" sz="1600" b="1">
                  <a:solidFill>
                    <a:schemeClr val="bg1"/>
                  </a:solidFill>
                </a:rPr>
                <a:t>A che categoria appartiene il piatto?</a:t>
              </a:r>
              <a:endParaRPr/>
            </a:p>
          </p:txBody>
        </p:sp>
        <p:sp>
          <p:nvSpPr>
            <p:cNvPr id="238833654" name="CasellaDiTesto 41"/>
            <p:cNvSpPr txBox="1"/>
            <p:nvPr/>
          </p:nvSpPr>
          <p:spPr bwMode="auto">
            <a:xfrm>
              <a:off x="231486" y="0"/>
              <a:ext cx="3678952" cy="713016"/>
            </a:xfrm>
            <a:custGeom>
              <a:avLst/>
              <a:gdLst>
                <a:gd name="connsiteX0" fmla="*/ 0 w 3678954"/>
                <a:gd name="connsiteY0" fmla="*/ 0 h 713016"/>
                <a:gd name="connsiteX1" fmla="*/ 525565 w 3678954"/>
                <a:gd name="connsiteY1" fmla="*/ 0 h 713016"/>
                <a:gd name="connsiteX2" fmla="*/ 1087919 w 3678954"/>
                <a:gd name="connsiteY2" fmla="*/ 0 h 713016"/>
                <a:gd name="connsiteX3" fmla="*/ 1576695 w 3678954"/>
                <a:gd name="connsiteY3" fmla="*/ 0 h 713016"/>
                <a:gd name="connsiteX4" fmla="*/ 2102259 w 3678954"/>
                <a:gd name="connsiteY4" fmla="*/ 0 h 713016"/>
                <a:gd name="connsiteX5" fmla="*/ 2627824 w 3678954"/>
                <a:gd name="connsiteY5" fmla="*/ 0 h 713016"/>
                <a:gd name="connsiteX6" fmla="*/ 3116600 w 3678954"/>
                <a:gd name="connsiteY6" fmla="*/ 0 h 713016"/>
                <a:gd name="connsiteX7" fmla="*/ 3678954 w 3678954"/>
                <a:gd name="connsiteY7" fmla="*/ 0 h 713016"/>
                <a:gd name="connsiteX8" fmla="*/ 3678954 w 3678954"/>
                <a:gd name="connsiteY8" fmla="*/ 363638 h 713016"/>
                <a:gd name="connsiteX9" fmla="*/ 3678954 w 3678954"/>
                <a:gd name="connsiteY9" fmla="*/ 713016 h 713016"/>
                <a:gd name="connsiteX10" fmla="*/ 3226968 w 3678954"/>
                <a:gd name="connsiteY10" fmla="*/ 713016 h 713016"/>
                <a:gd name="connsiteX11" fmla="*/ 2664614 w 3678954"/>
                <a:gd name="connsiteY11" fmla="*/ 713016 h 713016"/>
                <a:gd name="connsiteX12" fmla="*/ 2212628 w 3678954"/>
                <a:gd name="connsiteY12" fmla="*/ 713016 h 713016"/>
                <a:gd name="connsiteX13" fmla="*/ 1760642 w 3678954"/>
                <a:gd name="connsiteY13" fmla="*/ 713016 h 713016"/>
                <a:gd name="connsiteX14" fmla="*/ 1198288 w 3678954"/>
                <a:gd name="connsiteY14" fmla="*/ 713016 h 713016"/>
                <a:gd name="connsiteX15" fmla="*/ 709513 w 3678954"/>
                <a:gd name="connsiteY15" fmla="*/ 713016 h 713016"/>
                <a:gd name="connsiteX16" fmla="*/ 0 w 3678954"/>
                <a:gd name="connsiteY16" fmla="*/ 713016 h 713016"/>
                <a:gd name="connsiteX17" fmla="*/ 0 w 3678954"/>
                <a:gd name="connsiteY17" fmla="*/ 370768 h 713016"/>
                <a:gd name="connsiteX18" fmla="*/ 0 w 3678954"/>
                <a:gd name="connsiteY18" fmla="*/ 0 h 713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678954" h="713016" fill="none" stroke="1" extrusionOk="0">
                  <a:moveTo>
                    <a:pt x="0" y="0"/>
                  </a:moveTo>
                  <a:cubicBezTo>
                    <a:pt x="106438" y="-4997"/>
                    <a:pt x="290281" y="12720"/>
                    <a:pt x="525565" y="0"/>
                  </a:cubicBezTo>
                  <a:cubicBezTo>
                    <a:pt x="760849" y="-12720"/>
                    <a:pt x="944033" y="41878"/>
                    <a:pt x="1087919" y="0"/>
                  </a:cubicBezTo>
                  <a:cubicBezTo>
                    <a:pt x="1231805" y="-41878"/>
                    <a:pt x="1434944" y="36466"/>
                    <a:pt x="1576695" y="0"/>
                  </a:cubicBezTo>
                  <a:cubicBezTo>
                    <a:pt x="1718446" y="-36466"/>
                    <a:pt x="1870168" y="52935"/>
                    <a:pt x="2102259" y="0"/>
                  </a:cubicBezTo>
                  <a:cubicBezTo>
                    <a:pt x="2334350" y="-52935"/>
                    <a:pt x="2498891" y="34467"/>
                    <a:pt x="2627824" y="0"/>
                  </a:cubicBezTo>
                  <a:cubicBezTo>
                    <a:pt x="2756758" y="-34467"/>
                    <a:pt x="2986951" y="19835"/>
                    <a:pt x="3116600" y="0"/>
                  </a:cubicBezTo>
                  <a:cubicBezTo>
                    <a:pt x="3246249" y="-19835"/>
                    <a:pt x="3495103" y="18411"/>
                    <a:pt x="3678954" y="0"/>
                  </a:cubicBezTo>
                  <a:cubicBezTo>
                    <a:pt x="3696401" y="97946"/>
                    <a:pt x="3659628" y="230606"/>
                    <a:pt x="3678954" y="363638"/>
                  </a:cubicBezTo>
                  <a:cubicBezTo>
                    <a:pt x="3698280" y="496670"/>
                    <a:pt x="3675102" y="600816"/>
                    <a:pt x="3678954" y="713016"/>
                  </a:cubicBezTo>
                  <a:cubicBezTo>
                    <a:pt x="3515749" y="735965"/>
                    <a:pt x="3388328" y="679855"/>
                    <a:pt x="3226968" y="713016"/>
                  </a:cubicBezTo>
                  <a:cubicBezTo>
                    <a:pt x="3065608" y="746177"/>
                    <a:pt x="2789577" y="686206"/>
                    <a:pt x="2664614" y="713016"/>
                  </a:cubicBezTo>
                  <a:cubicBezTo>
                    <a:pt x="2539651" y="739826"/>
                    <a:pt x="2358840" y="668039"/>
                    <a:pt x="2212628" y="713016"/>
                  </a:cubicBezTo>
                  <a:cubicBezTo>
                    <a:pt x="2066416" y="757993"/>
                    <a:pt x="1974174" y="698246"/>
                    <a:pt x="1760642" y="713016"/>
                  </a:cubicBezTo>
                  <a:cubicBezTo>
                    <a:pt x="1547110" y="727786"/>
                    <a:pt x="1332764" y="706061"/>
                    <a:pt x="1198288" y="713016"/>
                  </a:cubicBezTo>
                  <a:cubicBezTo>
                    <a:pt x="1063812" y="719971"/>
                    <a:pt x="876579" y="655965"/>
                    <a:pt x="709513" y="713016"/>
                  </a:cubicBezTo>
                  <a:cubicBezTo>
                    <a:pt x="542447" y="770067"/>
                    <a:pt x="240243" y="629967"/>
                    <a:pt x="0" y="713016"/>
                  </a:cubicBezTo>
                  <a:cubicBezTo>
                    <a:pt x="-1346" y="573898"/>
                    <a:pt x="37630" y="457402"/>
                    <a:pt x="0" y="370768"/>
                  </a:cubicBezTo>
                  <a:cubicBezTo>
                    <a:pt x="-37630" y="284134"/>
                    <a:pt x="30866" y="172819"/>
                    <a:pt x="0" y="0"/>
                  </a:cubicBezTo>
                  <a:close/>
                </a:path>
                <a:path w="3678954" h="713016" fill="norm" stroke="0" extrusionOk="0">
                  <a:moveTo>
                    <a:pt x="0" y="0"/>
                  </a:moveTo>
                  <a:cubicBezTo>
                    <a:pt x="103131" y="-9360"/>
                    <a:pt x="292001" y="40606"/>
                    <a:pt x="488775" y="0"/>
                  </a:cubicBezTo>
                  <a:cubicBezTo>
                    <a:pt x="685549" y="-40606"/>
                    <a:pt x="768138" y="39139"/>
                    <a:pt x="1014340" y="0"/>
                  </a:cubicBezTo>
                  <a:cubicBezTo>
                    <a:pt x="1260543" y="-39139"/>
                    <a:pt x="1339992" y="60992"/>
                    <a:pt x="1539905" y="0"/>
                  </a:cubicBezTo>
                  <a:cubicBezTo>
                    <a:pt x="1739819" y="-60992"/>
                    <a:pt x="1835688" y="24468"/>
                    <a:pt x="1955101" y="0"/>
                  </a:cubicBezTo>
                  <a:cubicBezTo>
                    <a:pt x="2074514" y="-24468"/>
                    <a:pt x="2338163" y="31478"/>
                    <a:pt x="2480666" y="0"/>
                  </a:cubicBezTo>
                  <a:cubicBezTo>
                    <a:pt x="2623170" y="-31478"/>
                    <a:pt x="2799086" y="44158"/>
                    <a:pt x="3079810" y="0"/>
                  </a:cubicBezTo>
                  <a:cubicBezTo>
                    <a:pt x="3360534" y="-44158"/>
                    <a:pt x="3398958" y="63391"/>
                    <a:pt x="3678954" y="0"/>
                  </a:cubicBezTo>
                  <a:cubicBezTo>
                    <a:pt x="3701422" y="153123"/>
                    <a:pt x="3649368" y="180147"/>
                    <a:pt x="3678954" y="356508"/>
                  </a:cubicBezTo>
                  <a:cubicBezTo>
                    <a:pt x="3708540" y="532869"/>
                    <a:pt x="3642430" y="618845"/>
                    <a:pt x="3678954" y="713016"/>
                  </a:cubicBezTo>
                  <a:cubicBezTo>
                    <a:pt x="3428851" y="726921"/>
                    <a:pt x="3396913" y="671597"/>
                    <a:pt x="3153389" y="713016"/>
                  </a:cubicBezTo>
                  <a:cubicBezTo>
                    <a:pt x="2909866" y="754435"/>
                    <a:pt x="2831314" y="660195"/>
                    <a:pt x="2701403" y="713016"/>
                  </a:cubicBezTo>
                  <a:cubicBezTo>
                    <a:pt x="2571492" y="765837"/>
                    <a:pt x="2345691" y="673526"/>
                    <a:pt x="2102259" y="713016"/>
                  </a:cubicBezTo>
                  <a:cubicBezTo>
                    <a:pt x="1858827" y="752506"/>
                    <a:pt x="1864375" y="692526"/>
                    <a:pt x="1650274" y="713016"/>
                  </a:cubicBezTo>
                  <a:cubicBezTo>
                    <a:pt x="1436174" y="733506"/>
                    <a:pt x="1327173" y="694293"/>
                    <a:pt x="1198288" y="713016"/>
                  </a:cubicBezTo>
                  <a:cubicBezTo>
                    <a:pt x="1069403" y="731739"/>
                    <a:pt x="878107" y="663824"/>
                    <a:pt x="746302" y="713016"/>
                  </a:cubicBezTo>
                  <a:cubicBezTo>
                    <a:pt x="614497" y="762208"/>
                    <a:pt x="232841" y="643641"/>
                    <a:pt x="0" y="713016"/>
                  </a:cubicBezTo>
                  <a:cubicBezTo>
                    <a:pt x="-27456" y="584045"/>
                    <a:pt x="861" y="498799"/>
                    <a:pt x="0" y="356508"/>
                  </a:cubicBezTo>
                  <a:cubicBezTo>
                    <a:pt x="-861" y="214217"/>
                    <a:pt x="37318" y="17639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normAutofit/>
            </a:bodyPr>
            <a:lstStyle/>
            <a:p>
              <a:pPr>
                <a:defRPr/>
              </a:pPr>
              <a:r>
                <a:rPr lang="it-IT" sz="1400" b="1">
                  <a:solidFill>
                    <a:schemeClr val="bg1"/>
                  </a:solidFill>
                </a:rPr>
                <a:t>Password</a:t>
              </a:r>
              <a:endParaRPr/>
            </a:p>
          </p:txBody>
        </p:sp>
        <p:sp>
          <p:nvSpPr>
            <p:cNvPr id="2008441244" name="Rettangolo con angoli arrotondati 10"/>
            <p:cNvSpPr/>
            <p:nvPr/>
          </p:nvSpPr>
          <p:spPr bwMode="auto">
            <a:xfrm>
              <a:off x="371394" y="286204"/>
              <a:ext cx="3269683" cy="262344"/>
            </a:xfrm>
            <a:prstGeom prst="roundRect">
              <a:avLst>
                <a:gd name="adj" fmla="val 16667"/>
              </a:avLst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defRPr/>
              </a:pPr>
              <a:r>
                <a:rPr lang="it-IT" sz="1200"/>
                <a:t>*********</a:t>
              </a:r>
              <a:endParaRPr/>
            </a:p>
          </p:txBody>
        </p:sp>
      </p:grpSp>
      <p:grpSp>
        <p:nvGrpSpPr>
          <p:cNvPr id="763297758" name="Gruppo 74"/>
          <p:cNvGrpSpPr/>
          <p:nvPr/>
        </p:nvGrpSpPr>
        <p:grpSpPr bwMode="auto">
          <a:xfrm>
            <a:off x="4765627" y="5452768"/>
            <a:ext cx="1117379" cy="366119"/>
            <a:chOff x="0" y="0"/>
            <a:chExt cx="1117379" cy="366119"/>
          </a:xfrm>
        </p:grpSpPr>
        <p:sp>
          <p:nvSpPr>
            <p:cNvPr id="1576439678" name="Rettangolo 75"/>
            <p:cNvSpPr/>
            <p:nvPr/>
          </p:nvSpPr>
          <p:spPr bwMode="auto">
            <a:xfrm>
              <a:off x="0" y="0"/>
              <a:ext cx="1117379" cy="36611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>
                <a:defRPr/>
              </a:pPr>
              <a:r>
                <a:rPr lang="it-IT" b="1"/>
                <a:t>Accedi</a:t>
              </a:r>
              <a:endParaRPr/>
            </a:p>
          </p:txBody>
        </p:sp>
        <p:sp>
          <p:nvSpPr>
            <p:cNvPr id="93514210" name="Figura a mano libera: forma 76"/>
            <p:cNvSpPr/>
            <p:nvPr/>
          </p:nvSpPr>
          <p:spPr bwMode="auto">
            <a:xfrm>
              <a:off x="813872" y="82339"/>
              <a:ext cx="238295" cy="181642"/>
            </a:xfrm>
            <a:custGeom>
              <a:avLst/>
              <a:gdLst>
                <a:gd name="connsiteX0" fmla="*/ 336099 w 336099"/>
                <a:gd name="connsiteY0" fmla="*/ 40815 h 256193"/>
                <a:gd name="connsiteX1" fmla="*/ 296094 w 336099"/>
                <a:gd name="connsiteY1" fmla="*/ 0 h 256193"/>
                <a:gd name="connsiteX2" fmla="*/ 116710 w 336099"/>
                <a:gd name="connsiteY2" fmla="*/ 175784 h 256193"/>
                <a:gd name="connsiteX3" fmla="*/ 40415 w 336099"/>
                <a:gd name="connsiteY3" fmla="*/ 99489 h 256193"/>
                <a:gd name="connsiteX4" fmla="*/ 0 w 336099"/>
                <a:gd name="connsiteY4" fmla="*/ 139894 h 256193"/>
                <a:gd name="connsiteX5" fmla="*/ 116300 w 336099"/>
                <a:gd name="connsiteY5" fmla="*/ 256194 h 256193"/>
                <a:gd name="connsiteX6" fmla="*/ 336099 w 336099"/>
                <a:gd name="connsiteY6" fmla="*/ 40815 h 256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6099" h="256193" fill="norm" stroke="1" extrusionOk="0">
                  <a:moveTo>
                    <a:pt x="336099" y="40815"/>
                  </a:moveTo>
                  <a:lnTo>
                    <a:pt x="296094" y="0"/>
                  </a:lnTo>
                  <a:lnTo>
                    <a:pt x="116710" y="175784"/>
                  </a:lnTo>
                  <a:lnTo>
                    <a:pt x="40415" y="99489"/>
                  </a:lnTo>
                  <a:lnTo>
                    <a:pt x="0" y="139894"/>
                  </a:lnTo>
                  <a:lnTo>
                    <a:pt x="116300" y="256194"/>
                  </a:lnTo>
                  <a:lnTo>
                    <a:pt x="336099" y="4081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it-IT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26187031" name="Connettore diritto 4"/>
          <p:cNvCxnSpPr/>
          <p:nvPr/>
        </p:nvCxnSpPr>
        <p:spPr bwMode="auto">
          <a:xfrm>
            <a:off x="0" y="939799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94085119" name="CasellaDiTesto 13"/>
          <p:cNvSpPr txBox="1"/>
          <p:nvPr/>
        </p:nvSpPr>
        <p:spPr bwMode="auto">
          <a:xfrm>
            <a:off x="534613" y="137259"/>
            <a:ext cx="3364285" cy="584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it-IT" sz="3200" spc="599">
                <a:solidFill>
                  <a:schemeClr val="accent2"/>
                </a:solidFill>
                <a:latin typeface="Aharoni"/>
                <a:cs typeface="Aharoni"/>
              </a:rPr>
              <a:t>PickyEaters</a:t>
            </a:r>
            <a:endParaRPr lang="it-IT" spc="599">
              <a:solidFill>
                <a:schemeClr val="accent2"/>
              </a:solidFill>
              <a:latin typeface="Aharoni"/>
              <a:cs typeface="Aharoni"/>
            </a:endParaRPr>
          </a:p>
        </p:txBody>
      </p:sp>
      <p:pic>
        <p:nvPicPr>
          <p:cNvPr id="2086252478" name="Elemento grafico 20" descr="Cursore con riempimento a tinta unita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1">
            <a:off x="0" y="136738"/>
            <a:ext cx="584775" cy="584775"/>
          </a:xfrm>
          <a:prstGeom prst="rect">
            <a:avLst/>
          </a:prstGeom>
        </p:spPr>
      </p:pic>
      <p:sp>
        <p:nvSpPr>
          <p:cNvPr id="120681521" name="CasellaDiTesto 74"/>
          <p:cNvSpPr txBox="1"/>
          <p:nvPr/>
        </p:nvSpPr>
        <p:spPr bwMode="auto">
          <a:xfrm>
            <a:off x="8984154" y="184209"/>
            <a:ext cx="2083026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/>
              <a:t>Ciao, </a:t>
            </a:r>
            <a:r>
              <a:rPr lang="it-IT" b="1" i="1"/>
              <a:t>Luca Gasperini</a:t>
            </a:r>
            <a:endParaRPr/>
          </a:p>
        </p:txBody>
      </p:sp>
      <p:grpSp>
        <p:nvGrpSpPr>
          <p:cNvPr id="520923822" name="Gruppo 97"/>
          <p:cNvGrpSpPr/>
          <p:nvPr/>
        </p:nvGrpSpPr>
        <p:grpSpPr bwMode="auto">
          <a:xfrm>
            <a:off x="11357834" y="221713"/>
            <a:ext cx="547191" cy="304938"/>
            <a:chOff x="11307901" y="248603"/>
            <a:chExt cx="547191" cy="304938"/>
          </a:xfrm>
        </p:grpSpPr>
        <p:sp>
          <p:nvSpPr>
            <p:cNvPr id="1457549234" name="Rettangolo con angoli arrotondati 91"/>
            <p:cNvSpPr/>
            <p:nvPr/>
          </p:nvSpPr>
          <p:spPr bwMode="auto">
            <a:xfrm>
              <a:off x="11307901" y="248603"/>
              <a:ext cx="547191" cy="304938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>
                <a:defRPr/>
              </a:pPr>
              <a:endParaRPr lang="it-IT"/>
            </a:p>
          </p:txBody>
        </p:sp>
        <p:grpSp>
          <p:nvGrpSpPr>
            <p:cNvPr id="501859920" name="Gruppo 92"/>
            <p:cNvGrpSpPr/>
            <p:nvPr/>
          </p:nvGrpSpPr>
          <p:grpSpPr bwMode="auto">
            <a:xfrm>
              <a:off x="11366458" y="287692"/>
              <a:ext cx="436966" cy="226758"/>
              <a:chOff x="11370200" y="216945"/>
              <a:chExt cx="579868" cy="303861"/>
            </a:xfrm>
            <a:solidFill>
              <a:schemeClr val="bg1"/>
            </a:solidFill>
          </p:grpSpPr>
          <p:sp>
            <p:nvSpPr>
              <p:cNvPr id="315314039" name="Elemento grafico 76" descr="Accento circonflesso verso il basso con riempimento a tinta unita"/>
              <p:cNvSpPr/>
              <p:nvPr/>
            </p:nvSpPr>
            <p:spPr bwMode="auto">
              <a:xfrm>
                <a:off x="11737449" y="333085"/>
                <a:ext cx="212619" cy="122263"/>
              </a:xfrm>
              <a:custGeom>
                <a:avLst/>
                <a:gdLst>
                  <a:gd name="connsiteX0" fmla="*/ 106321 w 212620"/>
                  <a:gd name="connsiteY0" fmla="*/ 122264 h 122264"/>
                  <a:gd name="connsiteX1" fmla="*/ 0 w 212620"/>
                  <a:gd name="connsiteY1" fmla="*/ 15966 h 122264"/>
                  <a:gd name="connsiteX2" fmla="*/ 15962 w 212620"/>
                  <a:gd name="connsiteY2" fmla="*/ 0 h 122264"/>
                  <a:gd name="connsiteX3" fmla="*/ 106321 w 212620"/>
                  <a:gd name="connsiteY3" fmla="*/ 90341 h 122264"/>
                  <a:gd name="connsiteX4" fmla="*/ 196659 w 212620"/>
                  <a:gd name="connsiteY4" fmla="*/ 4 h 122264"/>
                  <a:gd name="connsiteX5" fmla="*/ 212620 w 212620"/>
                  <a:gd name="connsiteY5" fmla="*/ 15966 h 122264"/>
                  <a:gd name="connsiteX6" fmla="*/ 106321 w 212620"/>
                  <a:gd name="connsiteY6" fmla="*/ 122264 h 1222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2620" h="122264" fill="norm" stroke="1" extrusionOk="0">
                    <a:moveTo>
                      <a:pt x="106321" y="122264"/>
                    </a:moveTo>
                    <a:lnTo>
                      <a:pt x="0" y="15966"/>
                    </a:lnTo>
                    <a:lnTo>
                      <a:pt x="15962" y="0"/>
                    </a:lnTo>
                    <a:lnTo>
                      <a:pt x="106321" y="90341"/>
                    </a:lnTo>
                    <a:lnTo>
                      <a:pt x="196659" y="4"/>
                    </a:lnTo>
                    <a:lnTo>
                      <a:pt x="212620" y="15966"/>
                    </a:lnTo>
                    <a:lnTo>
                      <a:pt x="106321" y="122264"/>
                    </a:lnTo>
                    <a:close/>
                  </a:path>
                </a:pathLst>
              </a:custGeom>
              <a:grpFill/>
              <a:ln w="36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it-IT"/>
              </a:p>
            </p:txBody>
          </p:sp>
          <p:grpSp>
            <p:nvGrpSpPr>
              <p:cNvPr id="88738878" name="Elemento grafico 78" descr="Utente con riempimento a tinta unita"/>
              <p:cNvGrpSpPr/>
              <p:nvPr/>
            </p:nvGrpSpPr>
            <p:grpSpPr bwMode="auto">
              <a:xfrm>
                <a:off x="11370200" y="216945"/>
                <a:ext cx="285987" cy="303861"/>
                <a:chOff x="11370200" y="216945"/>
                <a:chExt cx="285987" cy="303861"/>
              </a:xfrm>
              <a:grpFill/>
            </p:grpSpPr>
            <p:sp>
              <p:nvSpPr>
                <p:cNvPr id="552478935" name="Figura a mano libera: forma 95"/>
                <p:cNvSpPr/>
                <p:nvPr/>
              </p:nvSpPr>
              <p:spPr bwMode="auto">
                <a:xfrm>
                  <a:off x="11441696" y="216945"/>
                  <a:ext cx="142993" cy="142993"/>
                </a:xfrm>
                <a:custGeom>
                  <a:avLst/>
                  <a:gdLst>
                    <a:gd name="connsiteX0" fmla="*/ 142994 w 142994"/>
                    <a:gd name="connsiteY0" fmla="*/ 71497 h 142994"/>
                    <a:gd name="connsiteX1" fmla="*/ 71497 w 142994"/>
                    <a:gd name="connsiteY1" fmla="*/ 142994 h 142994"/>
                    <a:gd name="connsiteX2" fmla="*/ 0 w 142994"/>
                    <a:gd name="connsiteY2" fmla="*/ 71497 h 142994"/>
                    <a:gd name="connsiteX3" fmla="*/ 71497 w 142994"/>
                    <a:gd name="connsiteY3" fmla="*/ 0 h 142994"/>
                    <a:gd name="connsiteX4" fmla="*/ 142994 w 142994"/>
                    <a:gd name="connsiteY4" fmla="*/ 71497 h 142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2994" h="142994" fill="norm" stroke="1" extrusionOk="0">
                      <a:moveTo>
                        <a:pt x="142994" y="71497"/>
                      </a:moveTo>
                      <a:cubicBezTo>
                        <a:pt x="142994" y="110984"/>
                        <a:pt x="110984" y="142994"/>
                        <a:pt x="71497" y="142994"/>
                      </a:cubicBezTo>
                      <a:cubicBezTo>
                        <a:pt x="32010" y="142994"/>
                        <a:pt x="0" y="110984"/>
                        <a:pt x="0" y="71497"/>
                      </a:cubicBezTo>
                      <a:cubicBezTo>
                        <a:pt x="0" y="32010"/>
                        <a:pt x="32010" y="0"/>
                        <a:pt x="71497" y="0"/>
                      </a:cubicBezTo>
                      <a:cubicBezTo>
                        <a:pt x="110984" y="0"/>
                        <a:pt x="142994" y="32010"/>
                        <a:pt x="142994" y="71497"/>
                      </a:cubicBezTo>
                      <a:close/>
                    </a:path>
                  </a:pathLst>
                </a:custGeom>
                <a:grpFill/>
                <a:ln w="44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it-IT"/>
                </a:p>
              </p:txBody>
            </p:sp>
            <p:sp>
              <p:nvSpPr>
                <p:cNvPr id="1740505772" name="Figura a mano libera: forma 96"/>
                <p:cNvSpPr/>
                <p:nvPr/>
              </p:nvSpPr>
              <p:spPr bwMode="auto">
                <a:xfrm>
                  <a:off x="11370200" y="377812"/>
                  <a:ext cx="285987" cy="142993"/>
                </a:xfrm>
                <a:custGeom>
                  <a:avLst/>
                  <a:gdLst>
                    <a:gd name="connsiteX0" fmla="*/ 285989 w 285988"/>
                    <a:gd name="connsiteY0" fmla="*/ 142994 h 142994"/>
                    <a:gd name="connsiteX1" fmla="*/ 285989 w 285988"/>
                    <a:gd name="connsiteY1" fmla="*/ 71497 h 142994"/>
                    <a:gd name="connsiteX2" fmla="*/ 271689 w 285988"/>
                    <a:gd name="connsiteY2" fmla="*/ 42898 h 142994"/>
                    <a:gd name="connsiteX3" fmla="*/ 201980 w 285988"/>
                    <a:gd name="connsiteY3" fmla="*/ 8937 h 142994"/>
                    <a:gd name="connsiteX4" fmla="*/ 142994 w 285988"/>
                    <a:gd name="connsiteY4" fmla="*/ 0 h 142994"/>
                    <a:gd name="connsiteX5" fmla="*/ 84009 w 285988"/>
                    <a:gd name="connsiteY5" fmla="*/ 8937 h 142994"/>
                    <a:gd name="connsiteX6" fmla="*/ 14299 w 285988"/>
                    <a:gd name="connsiteY6" fmla="*/ 42898 h 142994"/>
                    <a:gd name="connsiteX7" fmla="*/ 0 w 285988"/>
                    <a:gd name="connsiteY7" fmla="*/ 71497 h 142994"/>
                    <a:gd name="connsiteX8" fmla="*/ 0 w 285988"/>
                    <a:gd name="connsiteY8" fmla="*/ 142994 h 142994"/>
                    <a:gd name="connsiteX9" fmla="*/ 285989 w 285988"/>
                    <a:gd name="connsiteY9" fmla="*/ 142994 h 142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85988" h="142994" fill="norm" stroke="1" extrusionOk="0">
                      <a:moveTo>
                        <a:pt x="285989" y="142994"/>
                      </a:moveTo>
                      <a:lnTo>
                        <a:pt x="285989" y="71497"/>
                      </a:lnTo>
                      <a:cubicBezTo>
                        <a:pt x="285989" y="60773"/>
                        <a:pt x="280626" y="50048"/>
                        <a:pt x="271689" y="42898"/>
                      </a:cubicBezTo>
                      <a:cubicBezTo>
                        <a:pt x="252028" y="26811"/>
                        <a:pt x="227004" y="16087"/>
                        <a:pt x="201980" y="8937"/>
                      </a:cubicBezTo>
                      <a:cubicBezTo>
                        <a:pt x="184105" y="3575"/>
                        <a:pt x="164443" y="0"/>
                        <a:pt x="142994" y="0"/>
                      </a:cubicBezTo>
                      <a:cubicBezTo>
                        <a:pt x="123333" y="0"/>
                        <a:pt x="103671" y="3575"/>
                        <a:pt x="84009" y="8937"/>
                      </a:cubicBezTo>
                      <a:cubicBezTo>
                        <a:pt x="58985" y="16087"/>
                        <a:pt x="33961" y="28599"/>
                        <a:pt x="14299" y="42898"/>
                      </a:cubicBezTo>
                      <a:cubicBezTo>
                        <a:pt x="5362" y="50048"/>
                        <a:pt x="0" y="60773"/>
                        <a:pt x="0" y="71497"/>
                      </a:cubicBezTo>
                      <a:lnTo>
                        <a:pt x="0" y="142994"/>
                      </a:lnTo>
                      <a:lnTo>
                        <a:pt x="285989" y="142994"/>
                      </a:lnTo>
                      <a:close/>
                    </a:path>
                  </a:pathLst>
                </a:custGeom>
                <a:grpFill/>
                <a:ln w="44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it-IT"/>
                </a:p>
              </p:txBody>
            </p:sp>
          </p:grpSp>
        </p:grpSp>
      </p:grpSp>
      <p:sp>
        <p:nvSpPr>
          <p:cNvPr id="1516198799" name="Ovale 2"/>
          <p:cNvSpPr/>
          <p:nvPr/>
        </p:nvSpPr>
        <p:spPr bwMode="auto">
          <a:xfrm>
            <a:off x="1303886" y="3729759"/>
            <a:ext cx="2173856" cy="21538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it-IT"/>
              <a:t>Recensisci un piatto</a:t>
            </a:r>
            <a:endParaRPr/>
          </a:p>
        </p:txBody>
      </p:sp>
      <p:sp>
        <p:nvSpPr>
          <p:cNvPr id="1764578771" name="Ovale 6"/>
          <p:cNvSpPr/>
          <p:nvPr/>
        </p:nvSpPr>
        <p:spPr bwMode="auto">
          <a:xfrm>
            <a:off x="8114797" y="3729759"/>
            <a:ext cx="2173856" cy="21538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it-IT"/>
              <a:t>Personalizza le esigenze alimentari</a:t>
            </a:r>
            <a:endParaRPr/>
          </a:p>
        </p:txBody>
      </p:sp>
      <p:sp>
        <p:nvSpPr>
          <p:cNvPr id="177767369" name="CasellaDiTesto 24"/>
          <p:cNvSpPr txBox="1"/>
          <p:nvPr/>
        </p:nvSpPr>
        <p:spPr bwMode="auto">
          <a:xfrm>
            <a:off x="4255550" y="1459737"/>
            <a:ext cx="2730811" cy="461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400" b="1">
                <a:solidFill>
                  <a:schemeClr val="accent2"/>
                </a:solidFill>
              </a:rPr>
              <a:t>Cosa vuoi fare oggi?</a:t>
            </a:r>
            <a:endParaRPr/>
          </a:p>
        </p:txBody>
      </p:sp>
      <p:sp>
        <p:nvSpPr>
          <p:cNvPr id="1635665494" name="CasellaDiTesto 25"/>
          <p:cNvSpPr txBox="1"/>
          <p:nvPr/>
        </p:nvSpPr>
        <p:spPr bwMode="auto">
          <a:xfrm>
            <a:off x="5087832" y="1113460"/>
            <a:ext cx="1075935" cy="523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800" b="1">
                <a:solidFill>
                  <a:schemeClr val="accent2">
                    <a:lumMod val="50000"/>
                  </a:schemeClr>
                </a:solidFill>
              </a:rPr>
              <a:t>Home</a:t>
            </a:r>
            <a:endParaRPr/>
          </a:p>
        </p:txBody>
      </p:sp>
      <p:cxnSp>
        <p:nvCxnSpPr>
          <p:cNvPr id="364652313" name="Connettore diritto 4"/>
          <p:cNvCxnSpPr/>
          <p:nvPr/>
        </p:nvCxnSpPr>
        <p:spPr bwMode="auto">
          <a:xfrm>
            <a:off x="0" y="2201908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08343392" name="Ovale 2"/>
          <p:cNvSpPr/>
          <p:nvPr/>
        </p:nvSpPr>
        <p:spPr bwMode="auto">
          <a:xfrm flipH="0" flipV="0">
            <a:off x="4184319" y="2805221"/>
            <a:ext cx="3085218" cy="30299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it-IT"/>
              <a:t>Trova un ristorante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551363104" name="Connettore diritto 4"/>
          <p:cNvCxnSpPr/>
          <p:nvPr/>
        </p:nvCxnSpPr>
        <p:spPr bwMode="auto">
          <a:xfrm>
            <a:off x="0" y="939800"/>
            <a:ext cx="12192000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4374635" name="CasellaDiTesto 13"/>
          <p:cNvSpPr txBox="1"/>
          <p:nvPr/>
        </p:nvSpPr>
        <p:spPr bwMode="auto">
          <a:xfrm>
            <a:off x="534614" y="137259"/>
            <a:ext cx="3364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it-IT" sz="3200" spc="600">
                <a:solidFill>
                  <a:schemeClr val="accent2"/>
                </a:solidFill>
                <a:latin typeface="Aharoni"/>
                <a:cs typeface="Aharoni"/>
              </a:rPr>
              <a:t>PickyEaters</a:t>
            </a:r>
            <a:endParaRPr lang="it-IT" spc="600">
              <a:solidFill>
                <a:schemeClr val="accent2"/>
              </a:solidFill>
              <a:latin typeface="Aharoni"/>
              <a:cs typeface="Aharoni"/>
            </a:endParaRPr>
          </a:p>
        </p:txBody>
      </p:sp>
      <p:pic>
        <p:nvPicPr>
          <p:cNvPr id="1874668911" name="Elemento grafico 20" descr="Cursore con riempimento a tinta unita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1">
            <a:off x="0" y="136739"/>
            <a:ext cx="584775" cy="584775"/>
          </a:xfrm>
          <a:prstGeom prst="rect">
            <a:avLst/>
          </a:prstGeom>
        </p:spPr>
      </p:pic>
      <p:graphicFrame>
        <p:nvGraphicFramePr>
          <p:cNvPr id="497125652" name="Tabella 21"/>
          <p:cNvGraphicFramePr>
            <a:graphicFrameLocks xmlns:a="http://schemas.openxmlformats.org/drawingml/2006/main" noGrp="1"/>
          </p:cNvGraphicFramePr>
          <p:nvPr/>
        </p:nvGraphicFramePr>
        <p:xfrm rot="0">
          <a:off x="464046" y="2894116"/>
          <a:ext cx="6927354" cy="370839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{21E4AEA4-8DFA-4A89-87EB-49C32662AFE0}</a:tableStyleId>
              </a:tblPr>
              <a:tblGrid>
                <a:gridCol w="2464452"/>
                <a:gridCol w="3098441"/>
                <a:gridCol w="3128338"/>
                <a:gridCol w="2747067"/>
              </a:tblGrid>
              <a:tr h="370840"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400" b="0" i="0" u="none" strike="noStrike" cap="none" spc="0">
                          <a:ln>
                            <a:noFill/>
                          </a:ln>
                          <a:solidFill>
                            <a:prstClr val="white"/>
                          </a:solidFill>
                          <a:latin typeface="Carlito"/>
                          <a:ea typeface="Carlito"/>
                          <a:cs typeface="Carlito"/>
                        </a:rPr>
                        <a:t>Nome ristorante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400" b="0" i="0" u="none" strike="noStrike" cap="none" spc="0">
                          <a:ln>
                            <a:noFill/>
                          </a:ln>
                          <a:solidFill>
                            <a:prstClr val="white"/>
                          </a:solidFill>
                          <a:latin typeface="Carlito"/>
                          <a:ea typeface="Carlito"/>
                          <a:cs typeface="Carlito"/>
                        </a:rPr>
                        <a:t>Indirizzo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400" b="0" i="0" u="none" strike="noStrike" cap="none" spc="0">
                          <a:ln>
                            <a:noFill/>
                          </a:ln>
                          <a:solidFill>
                            <a:prstClr val="white"/>
                          </a:solidFill>
                          <a:latin typeface="Carlito"/>
                          <a:ea typeface="Carlito"/>
                          <a:cs typeface="Carlito"/>
                        </a:rPr>
                        <a:t>Numero di telefono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>
                    <a:lnR w="12700" algn="ctr">
                      <a:noFill/>
                    </a:lnR>
                  </a:tcPr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sz="1400" b="0" i="0" u="none" strike="noStrike" cap="none" spc="0">
                        <a:ln>
                          <a:noFill/>
                        </a:ln>
                        <a:solidFill>
                          <a:prstClr val="white"/>
                        </a:solidFill>
                        <a:latin typeface="Carlito"/>
                        <a:cs typeface="Carlito"/>
                      </a:endParaRPr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38100" algn="ctr">
                      <a:noFill/>
                    </a:lnB>
                    <a:noFill/>
                  </a:tcPr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Osteria del Gianicolo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Via del Gianicolo, 45 – 00165 Roma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+39 06 5123 4781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>
                    <a:lnT w="38100" algn="ctr">
                      <a:noFill/>
                    </a:lnT>
                  </a:tcPr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Trattoria Roma Antica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Via Appia Nuova, 218 – 00183 Roma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+39 06 5489 1623</a:t>
                      </a:r>
                      <a:endParaRPr sz="1200" b="0" i="0" u="none" strike="noStrike" cap="none" spc="0">
                        <a:ln>
                          <a:noFill/>
                        </a:ln>
                        <a:solidFill>
                          <a:prstClr val="black"/>
                        </a:solidFill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Il Cortile Romano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Via Tuscolana, 134 – 00182 Roma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+39 06 6314 9057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La Terrazza del Tevere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Lungotevere degli Artigiani, 27 – 00153 Roma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+39 06 4278 3519</a:t>
                      </a:r>
                      <a:endParaRPr sz="1200" b="0" i="0" u="none" strike="noStrike" cap="none" spc="0">
                        <a:ln>
                          <a:noFill/>
                        </a:ln>
                        <a:solidFill>
                          <a:prstClr val="black"/>
                        </a:solidFill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Sapori di Trastevere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Via della Lungaretta, 89 – 00153 Roma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+39 06 5891 2476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Bottega del Pantheon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Via dei Pastini, 41 – 00186 Roma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+39 06 6935 8142</a:t>
                      </a:r>
                      <a:endParaRPr sz="1200" b="0" i="0" u="none" strike="noStrike" cap="none" spc="0">
                        <a:ln>
                          <a:noFill/>
                        </a:ln>
                        <a:solidFill>
                          <a:prstClr val="black"/>
                        </a:solidFill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Il Giardino di Testaccio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Via Marmorata, 76 – 00153 Roma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+39 06 5742 9368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Locanda Colle Oppio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Via Labicana, 112 – 00184 Roma</a:t>
                      </a:r>
                      <a:endParaRPr sz="1200" b="0" i="0" u="none" strike="noStrike" cap="none" spc="0">
                        <a:ln>
                          <a:noFill/>
                        </a:ln>
                        <a:solidFill>
                          <a:prstClr val="black"/>
                        </a:solidFill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+39 06 7728 5401</a:t>
                      </a:r>
                      <a:endParaRPr sz="1200" b="0" i="0" u="none" strike="noStrike" cap="none" spc="0">
                        <a:ln>
                          <a:noFill/>
                        </a:ln>
                        <a:solidFill>
                          <a:prstClr val="black"/>
                        </a:solidFill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La Forchetta d'Oro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Via Nomentana, 305 – 00162 Roma</a:t>
                      </a:r>
                      <a:endParaRPr sz="1200" b="0" i="0" u="none" strike="noStrike" cap="none" spc="0">
                        <a:ln>
                          <a:noFill/>
                        </a:ln>
                        <a:solidFill>
                          <a:prstClr val="black"/>
                        </a:solidFill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+39 06 8619 7345</a:t>
                      </a:r>
                      <a:endParaRPr sz="1200" b="0" i="0" u="none" strike="noStrike" cap="none" spc="0">
                        <a:ln>
                          <a:noFill/>
                        </a:ln>
                        <a:solidFill>
                          <a:prstClr val="black"/>
                        </a:solidFill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05555149" name="Rettangolo 23"/>
          <p:cNvSpPr/>
          <p:nvPr/>
        </p:nvSpPr>
        <p:spPr bwMode="auto">
          <a:xfrm>
            <a:off x="9891319" y="3663588"/>
            <a:ext cx="1328881" cy="30515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defRPr/>
            </a:pPr>
            <a:r>
              <a:rPr lang="it-IT" sz="1400">
                <a:solidFill>
                  <a:schemeClr val="accent1"/>
                </a:solidFill>
              </a:rPr>
              <a:t>Vedi il menù</a:t>
            </a:r>
            <a:endParaRPr/>
          </a:p>
        </p:txBody>
      </p:sp>
      <p:sp>
        <p:nvSpPr>
          <p:cNvPr id="199912222" name="Rettangolo 26"/>
          <p:cNvSpPr/>
          <p:nvPr/>
        </p:nvSpPr>
        <p:spPr bwMode="auto">
          <a:xfrm>
            <a:off x="9891319" y="4037792"/>
            <a:ext cx="1326721" cy="30515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defRPr/>
            </a:pPr>
            <a:r>
              <a:rPr lang="it-IT" sz="1400">
                <a:solidFill>
                  <a:schemeClr val="accent1"/>
                </a:solidFill>
              </a:rPr>
              <a:t>Vedi il menù</a:t>
            </a:r>
            <a:endParaRPr/>
          </a:p>
        </p:txBody>
      </p:sp>
      <p:sp>
        <p:nvSpPr>
          <p:cNvPr id="1504134400" name="Rettangolo 27"/>
          <p:cNvSpPr/>
          <p:nvPr/>
        </p:nvSpPr>
        <p:spPr bwMode="auto">
          <a:xfrm>
            <a:off x="9891319" y="4411434"/>
            <a:ext cx="1326001" cy="30515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defRPr/>
            </a:pPr>
            <a:r>
              <a:rPr lang="it-IT" sz="1400">
                <a:solidFill>
                  <a:schemeClr val="accent1"/>
                </a:solidFill>
              </a:rPr>
              <a:t>Vedi il menù</a:t>
            </a:r>
            <a:endParaRPr/>
          </a:p>
        </p:txBody>
      </p:sp>
      <p:sp>
        <p:nvSpPr>
          <p:cNvPr id="1652611880" name="Rettangolo 28"/>
          <p:cNvSpPr/>
          <p:nvPr/>
        </p:nvSpPr>
        <p:spPr bwMode="auto">
          <a:xfrm>
            <a:off x="9891319" y="4786358"/>
            <a:ext cx="1325281" cy="30515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defRPr/>
            </a:pPr>
            <a:r>
              <a:rPr lang="it-IT" sz="1400">
                <a:solidFill>
                  <a:schemeClr val="accent1"/>
                </a:solidFill>
              </a:rPr>
              <a:t>Vedi il menù</a:t>
            </a:r>
            <a:endParaRPr/>
          </a:p>
        </p:txBody>
      </p:sp>
      <p:sp>
        <p:nvSpPr>
          <p:cNvPr id="1994201163" name="Rettangolo 29"/>
          <p:cNvSpPr/>
          <p:nvPr/>
        </p:nvSpPr>
        <p:spPr bwMode="auto">
          <a:xfrm>
            <a:off x="9891319" y="5163442"/>
            <a:ext cx="1328881" cy="30515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defRPr/>
            </a:pPr>
            <a:r>
              <a:rPr lang="it-IT" sz="1400">
                <a:solidFill>
                  <a:schemeClr val="accent1"/>
                </a:solidFill>
              </a:rPr>
              <a:t>Vedi il menù</a:t>
            </a:r>
            <a:endParaRPr/>
          </a:p>
        </p:txBody>
      </p:sp>
      <p:sp>
        <p:nvSpPr>
          <p:cNvPr id="1309850990" name="Rettangolo 30"/>
          <p:cNvSpPr/>
          <p:nvPr/>
        </p:nvSpPr>
        <p:spPr bwMode="auto">
          <a:xfrm>
            <a:off x="9891319" y="5520253"/>
            <a:ext cx="1325281" cy="30515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defRPr/>
            </a:pPr>
            <a:r>
              <a:rPr lang="it-IT" sz="1400">
                <a:solidFill>
                  <a:schemeClr val="accent1"/>
                </a:solidFill>
              </a:rPr>
              <a:t>Vedi il menù</a:t>
            </a:r>
            <a:endParaRPr/>
          </a:p>
        </p:txBody>
      </p:sp>
      <p:sp>
        <p:nvSpPr>
          <p:cNvPr id="1010287342" name="Rettangolo 31"/>
          <p:cNvSpPr/>
          <p:nvPr/>
        </p:nvSpPr>
        <p:spPr bwMode="auto">
          <a:xfrm>
            <a:off x="9891319" y="3304866"/>
            <a:ext cx="1325281" cy="30515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defRPr/>
            </a:pPr>
            <a:r>
              <a:rPr lang="it-IT" sz="1400">
                <a:solidFill>
                  <a:schemeClr val="accent1"/>
                </a:solidFill>
              </a:rPr>
              <a:t>Vedi il menù</a:t>
            </a:r>
            <a:endParaRPr/>
          </a:p>
        </p:txBody>
      </p:sp>
      <p:sp>
        <p:nvSpPr>
          <p:cNvPr id="566587685" name="CasellaDiTesto 32"/>
          <p:cNvSpPr txBox="1"/>
          <p:nvPr/>
        </p:nvSpPr>
        <p:spPr bwMode="auto">
          <a:xfrm>
            <a:off x="8621831" y="205108"/>
            <a:ext cx="2764688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/>
              <a:t>Buongiorno, </a:t>
            </a:r>
            <a:r>
              <a:rPr lang="it-IT" b="1" i="1"/>
              <a:t>Luca Gasperini</a:t>
            </a:r>
            <a:endParaRPr/>
          </a:p>
        </p:txBody>
      </p:sp>
      <p:sp>
        <p:nvSpPr>
          <p:cNvPr id="218839101" name="Rettangolo con angoli arrotondati 46"/>
          <p:cNvSpPr/>
          <p:nvPr/>
        </p:nvSpPr>
        <p:spPr bwMode="auto">
          <a:xfrm>
            <a:off x="11355157" y="287620"/>
            <a:ext cx="547191" cy="204311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ctr">
              <a:defRPr/>
            </a:pPr>
            <a:r>
              <a:rPr lang="it-IT" sz="1200"/>
              <a:t>Esci</a:t>
            </a:r>
            <a:endParaRPr lang="it-IT" sz="1050"/>
          </a:p>
        </p:txBody>
      </p:sp>
      <p:cxnSp>
        <p:nvCxnSpPr>
          <p:cNvPr id="1618704179" name="Connettore diritto 4"/>
          <p:cNvCxnSpPr/>
          <p:nvPr/>
        </p:nvCxnSpPr>
        <p:spPr bwMode="auto">
          <a:xfrm>
            <a:off x="0" y="939799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83106428" name="Connettore diritto 4"/>
          <p:cNvCxnSpPr/>
          <p:nvPr/>
        </p:nvCxnSpPr>
        <p:spPr bwMode="auto">
          <a:xfrm>
            <a:off x="0" y="939799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70022316" name="CasellaDiTesto 24"/>
          <p:cNvSpPr txBox="1"/>
          <p:nvPr/>
        </p:nvSpPr>
        <p:spPr bwMode="auto">
          <a:xfrm>
            <a:off x="2775938" y="1459737"/>
            <a:ext cx="5523049" cy="4575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400" b="1">
                <a:solidFill>
                  <a:schemeClr val="accent2"/>
                </a:solidFill>
                <a:latin typeface="Carlito"/>
                <a:ea typeface="Carlito"/>
                <a:cs typeface="Carlito"/>
              </a:rPr>
              <a:t>I ristoranti compatibili con le mie esigenze</a:t>
            </a:r>
            <a:endParaRPr>
              <a:latin typeface="Carlito"/>
              <a:cs typeface="Carlito"/>
            </a:endParaRPr>
          </a:p>
        </p:txBody>
      </p:sp>
      <p:sp>
        <p:nvSpPr>
          <p:cNvPr id="88942757" name="CasellaDiTesto 25"/>
          <p:cNvSpPr txBox="1"/>
          <p:nvPr/>
        </p:nvSpPr>
        <p:spPr bwMode="auto">
          <a:xfrm>
            <a:off x="4070598" y="1113459"/>
            <a:ext cx="3028555" cy="5185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800" b="1">
                <a:solidFill>
                  <a:schemeClr val="accent2">
                    <a:lumMod val="50000"/>
                  </a:schemeClr>
                </a:solidFill>
                <a:latin typeface="Carlito"/>
                <a:ea typeface="Carlito"/>
                <a:cs typeface="Carlito"/>
              </a:rPr>
              <a:t>Trova un ristorante</a:t>
            </a:r>
            <a:endParaRPr>
              <a:latin typeface="Carlito"/>
              <a:cs typeface="Carlito"/>
            </a:endParaRPr>
          </a:p>
        </p:txBody>
      </p:sp>
      <p:cxnSp>
        <p:nvCxnSpPr>
          <p:cNvPr id="1279252539" name="Connettore diritto 4"/>
          <p:cNvCxnSpPr/>
          <p:nvPr/>
        </p:nvCxnSpPr>
        <p:spPr bwMode="auto">
          <a:xfrm>
            <a:off x="0" y="2201907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1115708053" name="Gruppo 143"/>
          <p:cNvGrpSpPr/>
          <p:nvPr/>
        </p:nvGrpSpPr>
        <p:grpSpPr bwMode="auto">
          <a:xfrm>
            <a:off x="482952" y="1327178"/>
            <a:ext cx="960915" cy="305159"/>
            <a:chOff x="0" y="0"/>
            <a:chExt cx="960915" cy="305159"/>
          </a:xfrm>
        </p:grpSpPr>
        <p:sp>
          <p:nvSpPr>
            <p:cNvPr id="1176569411" name="Rettangolo 123"/>
            <p:cNvSpPr/>
            <p:nvPr/>
          </p:nvSpPr>
          <p:spPr bwMode="auto">
            <a:xfrm>
              <a:off x="0" y="0"/>
              <a:ext cx="960915" cy="30515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r">
                <a:defRPr/>
              </a:pPr>
              <a:r>
                <a:rPr lang="it-IT" sz="1400">
                  <a:solidFill>
                    <a:schemeClr val="accent1"/>
                  </a:solidFill>
                </a:rPr>
                <a:t>Indietro</a:t>
              </a:r>
              <a:endParaRPr/>
            </a:p>
          </p:txBody>
        </p:sp>
        <p:pic>
          <p:nvPicPr>
            <p:cNvPr id="118154641" name="Elemento grafico 141" descr="Accento circonflesso verso sinistra con riempimento a tinta unita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>
              <a:off x="55584" y="45539"/>
              <a:ext cx="228315" cy="228315"/>
            </a:xfrm>
            <a:prstGeom prst="rect">
              <a:avLst/>
            </a:prstGeom>
          </p:spPr>
        </p:pic>
      </p:grpSp>
      <p:sp>
        <p:nvSpPr>
          <p:cNvPr id="1401597931" name="CasellaDiTesto 40"/>
          <p:cNvSpPr txBox="1"/>
          <p:nvPr/>
        </p:nvSpPr>
        <p:spPr bwMode="auto">
          <a:xfrm flipH="0" flipV="0">
            <a:off x="3688809" y="2258996"/>
            <a:ext cx="3686986" cy="587248"/>
          </a:xfrm>
          <a:custGeom>
            <a:avLst/>
            <a:gdLst>
              <a:gd name="connsiteX0" fmla="*/ 0 w 3686987"/>
              <a:gd name="connsiteY0" fmla="*/ 0 h 1861664"/>
              <a:gd name="connsiteX1" fmla="*/ 452973 w 3686987"/>
              <a:gd name="connsiteY1" fmla="*/ 0 h 1861664"/>
              <a:gd name="connsiteX2" fmla="*/ 942815 w 3686987"/>
              <a:gd name="connsiteY2" fmla="*/ 0 h 1861664"/>
              <a:gd name="connsiteX3" fmla="*/ 1469528 w 3686987"/>
              <a:gd name="connsiteY3" fmla="*/ 0 h 1861664"/>
              <a:gd name="connsiteX4" fmla="*/ 2033110 w 3686987"/>
              <a:gd name="connsiteY4" fmla="*/ 0 h 1861664"/>
              <a:gd name="connsiteX5" fmla="*/ 2449213 w 3686987"/>
              <a:gd name="connsiteY5" fmla="*/ 0 h 1861664"/>
              <a:gd name="connsiteX6" fmla="*/ 2865316 w 3686987"/>
              <a:gd name="connsiteY6" fmla="*/ 0 h 1861664"/>
              <a:gd name="connsiteX7" fmla="*/ 3686987 w 3686987"/>
              <a:gd name="connsiteY7" fmla="*/ 0 h 1861664"/>
              <a:gd name="connsiteX8" fmla="*/ 3686987 w 3686987"/>
              <a:gd name="connsiteY8" fmla="*/ 409566 h 1861664"/>
              <a:gd name="connsiteX9" fmla="*/ 3686987 w 3686987"/>
              <a:gd name="connsiteY9" fmla="*/ 837749 h 1861664"/>
              <a:gd name="connsiteX10" fmla="*/ 3686987 w 3686987"/>
              <a:gd name="connsiteY10" fmla="*/ 1284548 h 1861664"/>
              <a:gd name="connsiteX11" fmla="*/ 3686987 w 3686987"/>
              <a:gd name="connsiteY11" fmla="*/ 1861664 h 1861664"/>
              <a:gd name="connsiteX12" fmla="*/ 3234014 w 3686987"/>
              <a:gd name="connsiteY12" fmla="*/ 1861664 h 1861664"/>
              <a:gd name="connsiteX13" fmla="*/ 2781042 w 3686987"/>
              <a:gd name="connsiteY13" fmla="*/ 1861664 h 1861664"/>
              <a:gd name="connsiteX14" fmla="*/ 2217459 w 3686987"/>
              <a:gd name="connsiteY14" fmla="*/ 1861664 h 1861664"/>
              <a:gd name="connsiteX15" fmla="*/ 1653877 w 3686987"/>
              <a:gd name="connsiteY15" fmla="*/ 1861664 h 1861664"/>
              <a:gd name="connsiteX16" fmla="*/ 1200904 w 3686987"/>
              <a:gd name="connsiteY16" fmla="*/ 1861664 h 1861664"/>
              <a:gd name="connsiteX17" fmla="*/ 711062 w 3686987"/>
              <a:gd name="connsiteY17" fmla="*/ 1861664 h 1861664"/>
              <a:gd name="connsiteX18" fmla="*/ 0 w 3686987"/>
              <a:gd name="connsiteY18" fmla="*/ 1861664 h 1861664"/>
              <a:gd name="connsiteX19" fmla="*/ 0 w 3686987"/>
              <a:gd name="connsiteY19" fmla="*/ 1359015 h 1861664"/>
              <a:gd name="connsiteX20" fmla="*/ 0 w 3686987"/>
              <a:gd name="connsiteY20" fmla="*/ 893599 h 1861664"/>
              <a:gd name="connsiteX21" fmla="*/ 0 w 3686987"/>
              <a:gd name="connsiteY21" fmla="*/ 484033 h 1861664"/>
              <a:gd name="connsiteX22" fmla="*/ 0 w 3686987"/>
              <a:gd name="connsiteY22" fmla="*/ 0 h 1861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686987" h="1861664" fill="none" stroke="1" extrusionOk="0">
                <a:moveTo>
                  <a:pt x="0" y="0"/>
                </a:moveTo>
                <a:cubicBezTo>
                  <a:pt x="124882" y="-33618"/>
                  <a:pt x="301111" y="44737"/>
                  <a:pt x="452973" y="0"/>
                </a:cubicBezTo>
                <a:cubicBezTo>
                  <a:pt x="604835" y="-44737"/>
                  <a:pt x="753635" y="19017"/>
                  <a:pt x="942815" y="0"/>
                </a:cubicBezTo>
                <a:cubicBezTo>
                  <a:pt x="1131995" y="-19017"/>
                  <a:pt x="1267696" y="28337"/>
                  <a:pt x="1469528" y="0"/>
                </a:cubicBezTo>
                <a:cubicBezTo>
                  <a:pt x="1671360" y="-28337"/>
                  <a:pt x="1804302" y="1235"/>
                  <a:pt x="2033110" y="0"/>
                </a:cubicBezTo>
                <a:cubicBezTo>
                  <a:pt x="2261918" y="-1235"/>
                  <a:pt x="2288696" y="42015"/>
                  <a:pt x="2449213" y="0"/>
                </a:cubicBezTo>
                <a:cubicBezTo>
                  <a:pt x="2609730" y="-42015"/>
                  <a:pt x="2764105" y="15917"/>
                  <a:pt x="2865316" y="0"/>
                </a:cubicBezTo>
                <a:cubicBezTo>
                  <a:pt x="2966527" y="-15917"/>
                  <a:pt x="3373033" y="622"/>
                  <a:pt x="3686987" y="0"/>
                </a:cubicBezTo>
                <a:cubicBezTo>
                  <a:pt x="3717474" y="121686"/>
                  <a:pt x="3656586" y="307913"/>
                  <a:pt x="3686987" y="409566"/>
                </a:cubicBezTo>
                <a:cubicBezTo>
                  <a:pt x="3717388" y="511219"/>
                  <a:pt x="3652326" y="697421"/>
                  <a:pt x="3686987" y="837749"/>
                </a:cubicBezTo>
                <a:cubicBezTo>
                  <a:pt x="3721648" y="978077"/>
                  <a:pt x="3636732" y="1182396"/>
                  <a:pt x="3686987" y="1284548"/>
                </a:cubicBezTo>
                <a:cubicBezTo>
                  <a:pt x="3737242" y="1386700"/>
                  <a:pt x="3681295" y="1710091"/>
                  <a:pt x="3686987" y="1861664"/>
                </a:cubicBezTo>
                <a:cubicBezTo>
                  <a:pt x="3474786" y="1876587"/>
                  <a:pt x="3456356" y="1859253"/>
                  <a:pt x="3234014" y="1861664"/>
                </a:cubicBezTo>
                <a:cubicBezTo>
                  <a:pt x="3011672" y="1864075"/>
                  <a:pt x="2899754" y="1852177"/>
                  <a:pt x="2781042" y="1861664"/>
                </a:cubicBezTo>
                <a:cubicBezTo>
                  <a:pt x="2662330" y="1871151"/>
                  <a:pt x="2359930" y="1798148"/>
                  <a:pt x="2217459" y="1861664"/>
                </a:cubicBezTo>
                <a:cubicBezTo>
                  <a:pt x="2074988" y="1925180"/>
                  <a:pt x="1814277" y="1856769"/>
                  <a:pt x="1653877" y="1861664"/>
                </a:cubicBezTo>
                <a:cubicBezTo>
                  <a:pt x="1493477" y="1866559"/>
                  <a:pt x="1390264" y="1861048"/>
                  <a:pt x="1200904" y="1861664"/>
                </a:cubicBezTo>
                <a:cubicBezTo>
                  <a:pt x="1011544" y="1862280"/>
                  <a:pt x="896329" y="1839178"/>
                  <a:pt x="711062" y="1861664"/>
                </a:cubicBezTo>
                <a:cubicBezTo>
                  <a:pt x="525795" y="1884150"/>
                  <a:pt x="260213" y="1780405"/>
                  <a:pt x="0" y="1861664"/>
                </a:cubicBezTo>
                <a:cubicBezTo>
                  <a:pt x="-17140" y="1705143"/>
                  <a:pt x="54146" y="1602233"/>
                  <a:pt x="0" y="1359015"/>
                </a:cubicBezTo>
                <a:cubicBezTo>
                  <a:pt x="-54146" y="1115797"/>
                  <a:pt x="48865" y="999127"/>
                  <a:pt x="0" y="893599"/>
                </a:cubicBezTo>
                <a:cubicBezTo>
                  <a:pt x="-48865" y="788071"/>
                  <a:pt x="36330" y="605323"/>
                  <a:pt x="0" y="484033"/>
                </a:cubicBezTo>
                <a:cubicBezTo>
                  <a:pt x="-36330" y="362743"/>
                  <a:pt x="35957" y="162900"/>
                  <a:pt x="0" y="0"/>
                </a:cubicBezTo>
                <a:close/>
              </a:path>
              <a:path w="3686987" h="1861664" fill="norm" stroke="0" extrusionOk="0">
                <a:moveTo>
                  <a:pt x="0" y="0"/>
                </a:moveTo>
                <a:cubicBezTo>
                  <a:pt x="152296" y="-692"/>
                  <a:pt x="332954" y="5869"/>
                  <a:pt x="489843" y="0"/>
                </a:cubicBezTo>
                <a:cubicBezTo>
                  <a:pt x="646732" y="-5869"/>
                  <a:pt x="767879" y="20724"/>
                  <a:pt x="1016555" y="0"/>
                </a:cubicBezTo>
                <a:cubicBezTo>
                  <a:pt x="1265231" y="-20724"/>
                  <a:pt x="1287666" y="28693"/>
                  <a:pt x="1543267" y="0"/>
                </a:cubicBezTo>
                <a:cubicBezTo>
                  <a:pt x="1798868" y="-28693"/>
                  <a:pt x="1793946" y="1083"/>
                  <a:pt x="1959370" y="0"/>
                </a:cubicBezTo>
                <a:cubicBezTo>
                  <a:pt x="2124794" y="-1083"/>
                  <a:pt x="2228765" y="57811"/>
                  <a:pt x="2486083" y="0"/>
                </a:cubicBezTo>
                <a:cubicBezTo>
                  <a:pt x="2743401" y="-57811"/>
                  <a:pt x="2959520" y="69337"/>
                  <a:pt x="3086535" y="0"/>
                </a:cubicBezTo>
                <a:cubicBezTo>
                  <a:pt x="3213550" y="-69337"/>
                  <a:pt x="3551423" y="71545"/>
                  <a:pt x="3686987" y="0"/>
                </a:cubicBezTo>
                <a:cubicBezTo>
                  <a:pt x="3724680" y="199738"/>
                  <a:pt x="3683091" y="315379"/>
                  <a:pt x="3686987" y="465416"/>
                </a:cubicBezTo>
                <a:cubicBezTo>
                  <a:pt x="3690883" y="615453"/>
                  <a:pt x="3637222" y="813433"/>
                  <a:pt x="3686987" y="930832"/>
                </a:cubicBezTo>
                <a:cubicBezTo>
                  <a:pt x="3736752" y="1048231"/>
                  <a:pt x="3637575" y="1242298"/>
                  <a:pt x="3686987" y="1396248"/>
                </a:cubicBezTo>
                <a:cubicBezTo>
                  <a:pt x="3736399" y="1550198"/>
                  <a:pt x="3680098" y="1688107"/>
                  <a:pt x="3686987" y="1861664"/>
                </a:cubicBezTo>
                <a:cubicBezTo>
                  <a:pt x="3586317" y="1876876"/>
                  <a:pt x="3420479" y="1850487"/>
                  <a:pt x="3270884" y="1861664"/>
                </a:cubicBezTo>
                <a:cubicBezTo>
                  <a:pt x="3121289" y="1872841"/>
                  <a:pt x="2912245" y="1810223"/>
                  <a:pt x="2817911" y="1861664"/>
                </a:cubicBezTo>
                <a:cubicBezTo>
                  <a:pt x="2723577" y="1913105"/>
                  <a:pt x="2557315" y="1832377"/>
                  <a:pt x="2364939" y="1861664"/>
                </a:cubicBezTo>
                <a:cubicBezTo>
                  <a:pt x="2172563" y="1890951"/>
                  <a:pt x="2034207" y="1821854"/>
                  <a:pt x="1911966" y="1861664"/>
                </a:cubicBezTo>
                <a:cubicBezTo>
                  <a:pt x="1789725" y="1901474"/>
                  <a:pt x="1608832" y="1820308"/>
                  <a:pt x="1385254" y="1861664"/>
                </a:cubicBezTo>
                <a:cubicBezTo>
                  <a:pt x="1161676" y="1903020"/>
                  <a:pt x="1010616" y="1804196"/>
                  <a:pt x="858541" y="1861664"/>
                </a:cubicBezTo>
                <a:cubicBezTo>
                  <a:pt x="706466" y="1919132"/>
                  <a:pt x="351619" y="1799034"/>
                  <a:pt x="0" y="1861664"/>
                </a:cubicBezTo>
                <a:cubicBezTo>
                  <a:pt x="-11432" y="1620778"/>
                  <a:pt x="52838" y="1553047"/>
                  <a:pt x="0" y="1377631"/>
                </a:cubicBezTo>
                <a:cubicBezTo>
                  <a:pt x="-52838" y="1202215"/>
                  <a:pt x="36353" y="1085450"/>
                  <a:pt x="0" y="949449"/>
                </a:cubicBezTo>
                <a:cubicBezTo>
                  <a:pt x="-36353" y="813448"/>
                  <a:pt x="4914" y="616546"/>
                  <a:pt x="0" y="521266"/>
                </a:cubicBezTo>
                <a:cubicBezTo>
                  <a:pt x="-4914" y="425986"/>
                  <a:pt x="23622" y="25614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square" rtlCol="0">
            <a:normAutofit/>
          </a:bodyPr>
          <a:lstStyle/>
          <a:p>
            <a:pPr>
              <a:defRPr/>
            </a:pPr>
            <a:r>
              <a:rPr lang="it-IT" sz="1400" b="1">
                <a:solidFill>
                  <a:schemeClr val="bg1"/>
                </a:solidFill>
              </a:rPr>
              <a:t>Città</a:t>
            </a:r>
            <a:endParaRPr/>
          </a:p>
        </p:txBody>
      </p:sp>
      <p:sp modelId="{A04F6C91-AEBF-4847-980F-C23A5906DCBB}">
        <p:nvSpPr>
          <p:cNvPr id="1884098280" name=""/>
          <p:cNvSpPr/>
          <p:nvPr/>
        </p:nvSpPr>
        <p:spPr bwMode="auto">
          <a:xfrm flipH="0" flipV="0">
            <a:off x="3775861" y="2550458"/>
            <a:ext cx="3448931" cy="257113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accent2">
                <a:shade val="80000"/>
                <a:hueOff val="0"/>
                <a:satOff val="0"/>
                <a:lumOff val="0"/>
                <a:alphaOff val="0"/>
              </a:schemeClr>
            </a:solidFill>
            <a:prstDash val="solid"/>
            <a:miter lim="800000"/>
          </a:ln>
          <a:effectLst/>
        </p:spPr>
        <p:style>
          <a:lnRef idx="2">
            <a:srgbClr val="000000"/>
          </a:lnRef>
          <a:fillRef idx="1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spcFirstLastPara="0" vert="horz" wrap="square" lIns="45720" tIns="45720" rIns="45720" bIns="45720" numCol="1" spcCol="1268" anchor="ctr" anchorCtr="0">
            <a:noAutofit/>
          </a:bodyPr>
          <a:lstStyle/>
          <a:p>
            <a:pPr marL="0" lvl="0" indent="0" algn="l" defTabSz="53339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1200" b="1">
                <a:solidFill>
                  <a:schemeClr val="accent2">
                    <a:lumMod val="50000"/>
                  </a:schemeClr>
                </a:solidFill>
              </a:rPr>
              <a:t>    Roma</a:t>
            </a:r>
            <a:endParaRPr/>
          </a:p>
        </p:txBody>
      </p:sp>
      <p:pic>
        <p:nvPicPr>
          <p:cNvPr id="1869369089" name="Elemento grafico 8" descr="Accento circonflesso verso il basso con riempimento a tinta unita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930057" y="2555236"/>
            <a:ext cx="252335" cy="252335"/>
          </a:xfrm>
          <a:prstGeom prst="rect">
            <a:avLst/>
          </a:prstGeom>
        </p:spPr>
      </p:pic>
      <p:sp>
        <p:nvSpPr>
          <p:cNvPr id="282583308" name="Rettangolo 23"/>
          <p:cNvSpPr/>
          <p:nvPr/>
        </p:nvSpPr>
        <p:spPr bwMode="auto">
          <a:xfrm>
            <a:off x="9887361" y="6248278"/>
            <a:ext cx="1329240" cy="30515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defRPr/>
            </a:pPr>
            <a:r>
              <a:rPr lang="it-IT" sz="1400">
                <a:solidFill>
                  <a:schemeClr val="accent1"/>
                </a:solidFill>
              </a:rPr>
              <a:t>Vedi il menù</a:t>
            </a:r>
            <a:endParaRPr/>
          </a:p>
        </p:txBody>
      </p:sp>
      <p:sp>
        <p:nvSpPr>
          <p:cNvPr id="1618352670" name="Rettangolo 31"/>
          <p:cNvSpPr/>
          <p:nvPr/>
        </p:nvSpPr>
        <p:spPr bwMode="auto">
          <a:xfrm>
            <a:off x="9887361" y="5889556"/>
            <a:ext cx="1325640" cy="30515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defRPr/>
            </a:pPr>
            <a:r>
              <a:rPr lang="it-IT" sz="1400">
                <a:solidFill>
                  <a:schemeClr val="accent1"/>
                </a:solidFill>
              </a:rPr>
              <a:t>Vedi il menù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495706134" name="Connettore diritto 4"/>
          <p:cNvCxnSpPr/>
          <p:nvPr/>
        </p:nvCxnSpPr>
        <p:spPr bwMode="auto">
          <a:xfrm>
            <a:off x="0" y="939799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05357642" name="CasellaDiTesto 13"/>
          <p:cNvSpPr txBox="1"/>
          <p:nvPr/>
        </p:nvSpPr>
        <p:spPr bwMode="auto">
          <a:xfrm>
            <a:off x="534613" y="137259"/>
            <a:ext cx="3364285" cy="584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it-IT" sz="3200" spc="599">
                <a:solidFill>
                  <a:schemeClr val="accent2"/>
                </a:solidFill>
                <a:latin typeface="Aharoni"/>
                <a:cs typeface="Aharoni"/>
              </a:rPr>
              <a:t>PickyEaters</a:t>
            </a:r>
            <a:endParaRPr lang="it-IT" spc="599">
              <a:solidFill>
                <a:schemeClr val="accent2"/>
              </a:solidFill>
              <a:latin typeface="Aharoni"/>
              <a:cs typeface="Aharoni"/>
            </a:endParaRPr>
          </a:p>
        </p:txBody>
      </p:sp>
      <p:pic>
        <p:nvPicPr>
          <p:cNvPr id="19341629" name="Elemento grafico 20" descr="Cursore con riempimento a tinta unita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1">
            <a:off x="0" y="136738"/>
            <a:ext cx="584775" cy="584775"/>
          </a:xfrm>
          <a:prstGeom prst="rect">
            <a:avLst/>
          </a:prstGeom>
        </p:spPr>
      </p:pic>
      <p:graphicFrame>
        <p:nvGraphicFramePr>
          <p:cNvPr id="637789832" name="Tabella 21"/>
          <p:cNvGraphicFramePr>
            <a:graphicFrameLocks xmlns:a="http://schemas.openxmlformats.org/drawingml/2006/main"/>
          </p:cNvGraphicFramePr>
          <p:nvPr/>
        </p:nvGraphicFramePr>
        <p:xfrm rot="0">
          <a:off x="464046" y="2894116"/>
          <a:ext cx="6927354" cy="370839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{21E4AEA4-8DFA-4A89-87EB-49C32662AFE0}</a:tableStyleId>
              </a:tblPr>
              <a:tblGrid>
                <a:gridCol w="2464452"/>
                <a:gridCol w="3098441"/>
                <a:gridCol w="3128338"/>
                <a:gridCol w="2747067"/>
              </a:tblGrid>
              <a:tr h="370840"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400" b="0" i="0" u="none" strike="noStrike" cap="none" spc="0">
                          <a:ln>
                            <a:noFill/>
                          </a:ln>
                          <a:solidFill>
                            <a:prstClr val="white"/>
                          </a:solidFill>
                          <a:latin typeface="Carlito"/>
                          <a:ea typeface="Carlito"/>
                          <a:cs typeface="Carlito"/>
                        </a:rPr>
                        <a:t>Nome ristorante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400" b="0" i="0" u="none" strike="noStrike" cap="none" spc="0">
                          <a:ln>
                            <a:noFill/>
                          </a:ln>
                          <a:solidFill>
                            <a:prstClr val="white"/>
                          </a:solidFill>
                          <a:latin typeface="Carlito"/>
                          <a:ea typeface="Carlito"/>
                          <a:cs typeface="Carlito"/>
                        </a:rPr>
                        <a:t>Indirizzo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400" b="0" i="0" u="none" strike="noStrike" cap="none" spc="0">
                          <a:ln>
                            <a:noFill/>
                          </a:ln>
                          <a:solidFill>
                            <a:prstClr val="white"/>
                          </a:solidFill>
                          <a:latin typeface="Carlito"/>
                          <a:ea typeface="Carlito"/>
                          <a:cs typeface="Carlito"/>
                        </a:rPr>
                        <a:t>Numero di telefono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>
                    <a:lnR w="12699" algn="ctr">
                      <a:noFill/>
                    </a:lnR>
                  </a:tcPr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sz="1400" b="0" i="0" u="none" strike="noStrike" cap="none" spc="0">
                        <a:ln>
                          <a:noFill/>
                        </a:ln>
                        <a:solidFill>
                          <a:prstClr val="white"/>
                        </a:solidFill>
                        <a:latin typeface="Carlito"/>
                        <a:cs typeface="Carlito"/>
                      </a:endParaRPr>
                    </a:p>
                  </a:txBody>
                  <a:tcPr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38099" algn="ctr">
                      <a:noFill/>
                    </a:lnB>
                    <a:noFill/>
                  </a:tcPr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endParaRPr sz="1200"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>
                    <a:lnT w="38099" algn="ctr">
                      <a:noFill/>
                    </a:lnT>
                  </a:tcPr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sz="1200" b="0" i="0" u="none" strike="noStrike" cap="none" spc="0">
                        <a:ln>
                          <a:noFill/>
                        </a:ln>
                        <a:solidFill>
                          <a:prstClr val="black"/>
                        </a:solidFill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sz="1200" b="0" i="0" u="none" strike="noStrike" cap="none" spc="0">
                        <a:ln>
                          <a:noFill/>
                        </a:ln>
                        <a:solidFill>
                          <a:prstClr val="black"/>
                        </a:solidFill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sz="1200" b="0" i="0" u="none" strike="noStrike" cap="none" spc="0">
                        <a:ln>
                          <a:noFill/>
                        </a:ln>
                        <a:solidFill>
                          <a:prstClr val="black"/>
                        </a:solidFill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sz="1200" b="0" i="0" u="none" strike="noStrike" cap="none" spc="0">
                        <a:ln>
                          <a:noFill/>
                        </a:ln>
                        <a:solidFill>
                          <a:prstClr val="black"/>
                        </a:solidFill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sz="1200" b="0" i="0" u="none" strike="noStrike" cap="none" spc="0">
                        <a:ln>
                          <a:noFill/>
                        </a:ln>
                        <a:solidFill>
                          <a:prstClr val="black"/>
                        </a:solidFill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sz="1200" b="0" i="0" u="none" strike="noStrike" cap="none" spc="0">
                        <a:ln>
                          <a:noFill/>
                        </a:ln>
                        <a:solidFill>
                          <a:prstClr val="black"/>
                        </a:solidFill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sz="1200" b="0" i="0" u="none" strike="noStrike" cap="none" spc="0">
                        <a:ln>
                          <a:noFill/>
                        </a:ln>
                        <a:solidFill>
                          <a:prstClr val="black"/>
                        </a:solidFill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54182053" name="CasellaDiTesto 32"/>
          <p:cNvSpPr txBox="1"/>
          <p:nvPr/>
        </p:nvSpPr>
        <p:spPr bwMode="auto">
          <a:xfrm>
            <a:off x="8621831" y="205108"/>
            <a:ext cx="2764688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/>
              <a:t>Buongiorno, </a:t>
            </a:r>
            <a:r>
              <a:rPr lang="it-IT" b="1" i="1"/>
              <a:t>Luca Gasperini</a:t>
            </a:r>
            <a:endParaRPr/>
          </a:p>
        </p:txBody>
      </p:sp>
      <p:sp>
        <p:nvSpPr>
          <p:cNvPr id="1756481566" name="Rettangolo con angoli arrotondati 46"/>
          <p:cNvSpPr/>
          <p:nvPr/>
        </p:nvSpPr>
        <p:spPr bwMode="auto">
          <a:xfrm>
            <a:off x="11355156" y="287619"/>
            <a:ext cx="547191" cy="20431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ctr">
              <a:defRPr/>
            </a:pPr>
            <a:r>
              <a:rPr lang="it-IT" sz="1200"/>
              <a:t>Esci</a:t>
            </a:r>
            <a:endParaRPr lang="it-IT" sz="1050"/>
          </a:p>
        </p:txBody>
      </p:sp>
      <p:cxnSp>
        <p:nvCxnSpPr>
          <p:cNvPr id="1831040217" name="Connettore diritto 4"/>
          <p:cNvCxnSpPr/>
          <p:nvPr/>
        </p:nvCxnSpPr>
        <p:spPr bwMode="auto">
          <a:xfrm>
            <a:off x="0" y="939799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3655432" name="Connettore diritto 4"/>
          <p:cNvCxnSpPr/>
          <p:nvPr/>
        </p:nvCxnSpPr>
        <p:spPr bwMode="auto">
          <a:xfrm>
            <a:off x="0" y="939799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67945851" name="CasellaDiTesto 24"/>
          <p:cNvSpPr txBox="1"/>
          <p:nvPr/>
        </p:nvSpPr>
        <p:spPr bwMode="auto">
          <a:xfrm>
            <a:off x="2775938" y="1459737"/>
            <a:ext cx="5523049" cy="4575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400" b="1">
                <a:solidFill>
                  <a:schemeClr val="accent2"/>
                </a:solidFill>
                <a:latin typeface="Carlito"/>
                <a:ea typeface="Carlito"/>
                <a:cs typeface="Carlito"/>
              </a:rPr>
              <a:t>I ristoranti compatibili con le mie esigenze</a:t>
            </a:r>
            <a:endParaRPr>
              <a:latin typeface="Carlito"/>
              <a:cs typeface="Carlito"/>
            </a:endParaRPr>
          </a:p>
        </p:txBody>
      </p:sp>
      <p:sp>
        <p:nvSpPr>
          <p:cNvPr id="102683533" name="CasellaDiTesto 25"/>
          <p:cNvSpPr txBox="1"/>
          <p:nvPr/>
        </p:nvSpPr>
        <p:spPr bwMode="auto">
          <a:xfrm>
            <a:off x="4070598" y="1113459"/>
            <a:ext cx="3028555" cy="5185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800" b="1">
                <a:solidFill>
                  <a:schemeClr val="accent2">
                    <a:lumMod val="50000"/>
                  </a:schemeClr>
                </a:solidFill>
                <a:latin typeface="Carlito"/>
                <a:ea typeface="Carlito"/>
                <a:cs typeface="Carlito"/>
              </a:rPr>
              <a:t>Trova un ristorante</a:t>
            </a:r>
            <a:endParaRPr>
              <a:latin typeface="Carlito"/>
              <a:cs typeface="Carlito"/>
            </a:endParaRPr>
          </a:p>
        </p:txBody>
      </p:sp>
      <p:cxnSp>
        <p:nvCxnSpPr>
          <p:cNvPr id="14728577" name="Connettore diritto 4"/>
          <p:cNvCxnSpPr/>
          <p:nvPr/>
        </p:nvCxnSpPr>
        <p:spPr bwMode="auto">
          <a:xfrm>
            <a:off x="0" y="2201907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404259432" name="Gruppo 143"/>
          <p:cNvGrpSpPr/>
          <p:nvPr/>
        </p:nvGrpSpPr>
        <p:grpSpPr bwMode="auto">
          <a:xfrm>
            <a:off x="482952" y="1327178"/>
            <a:ext cx="960915" cy="305159"/>
            <a:chOff x="0" y="0"/>
            <a:chExt cx="960915" cy="305159"/>
          </a:xfrm>
        </p:grpSpPr>
        <p:sp>
          <p:nvSpPr>
            <p:cNvPr id="32320896" name="Rettangolo 123"/>
            <p:cNvSpPr/>
            <p:nvPr/>
          </p:nvSpPr>
          <p:spPr bwMode="auto">
            <a:xfrm>
              <a:off x="0" y="0"/>
              <a:ext cx="960915" cy="30515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r">
                <a:defRPr/>
              </a:pPr>
              <a:r>
                <a:rPr lang="it-IT" sz="1400">
                  <a:solidFill>
                    <a:schemeClr val="accent1"/>
                  </a:solidFill>
                </a:rPr>
                <a:t>Indietro</a:t>
              </a:r>
              <a:endParaRPr/>
            </a:p>
          </p:txBody>
        </p:sp>
        <p:pic>
          <p:nvPicPr>
            <p:cNvPr id="390210483" name="Elemento grafico 141" descr="Accento circonflesso verso sinistra con riempimento a tinta unita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>
              <a:off x="55584" y="45539"/>
              <a:ext cx="228315" cy="228315"/>
            </a:xfrm>
            <a:prstGeom prst="rect">
              <a:avLst/>
            </a:prstGeom>
          </p:spPr>
        </p:pic>
      </p:grpSp>
      <p:sp>
        <p:nvSpPr>
          <p:cNvPr id="1030085540" name="CasellaDiTesto 40"/>
          <p:cNvSpPr txBox="1"/>
          <p:nvPr/>
        </p:nvSpPr>
        <p:spPr bwMode="auto">
          <a:xfrm flipH="0" flipV="0">
            <a:off x="3688809" y="2258996"/>
            <a:ext cx="3686986" cy="587248"/>
          </a:xfrm>
          <a:custGeom>
            <a:avLst/>
            <a:gdLst>
              <a:gd name="connsiteX0" fmla="*/ 0 w 3686987"/>
              <a:gd name="connsiteY0" fmla="*/ 0 h 1861664"/>
              <a:gd name="connsiteX1" fmla="*/ 452973 w 3686987"/>
              <a:gd name="connsiteY1" fmla="*/ 0 h 1861664"/>
              <a:gd name="connsiteX2" fmla="*/ 942815 w 3686987"/>
              <a:gd name="connsiteY2" fmla="*/ 0 h 1861664"/>
              <a:gd name="connsiteX3" fmla="*/ 1469528 w 3686987"/>
              <a:gd name="connsiteY3" fmla="*/ 0 h 1861664"/>
              <a:gd name="connsiteX4" fmla="*/ 2033110 w 3686987"/>
              <a:gd name="connsiteY4" fmla="*/ 0 h 1861664"/>
              <a:gd name="connsiteX5" fmla="*/ 2449213 w 3686987"/>
              <a:gd name="connsiteY5" fmla="*/ 0 h 1861664"/>
              <a:gd name="connsiteX6" fmla="*/ 2865316 w 3686987"/>
              <a:gd name="connsiteY6" fmla="*/ 0 h 1861664"/>
              <a:gd name="connsiteX7" fmla="*/ 3686987 w 3686987"/>
              <a:gd name="connsiteY7" fmla="*/ 0 h 1861664"/>
              <a:gd name="connsiteX8" fmla="*/ 3686987 w 3686987"/>
              <a:gd name="connsiteY8" fmla="*/ 409566 h 1861664"/>
              <a:gd name="connsiteX9" fmla="*/ 3686987 w 3686987"/>
              <a:gd name="connsiteY9" fmla="*/ 837749 h 1861664"/>
              <a:gd name="connsiteX10" fmla="*/ 3686987 w 3686987"/>
              <a:gd name="connsiteY10" fmla="*/ 1284548 h 1861664"/>
              <a:gd name="connsiteX11" fmla="*/ 3686987 w 3686987"/>
              <a:gd name="connsiteY11" fmla="*/ 1861664 h 1861664"/>
              <a:gd name="connsiteX12" fmla="*/ 3234014 w 3686987"/>
              <a:gd name="connsiteY12" fmla="*/ 1861664 h 1861664"/>
              <a:gd name="connsiteX13" fmla="*/ 2781042 w 3686987"/>
              <a:gd name="connsiteY13" fmla="*/ 1861664 h 1861664"/>
              <a:gd name="connsiteX14" fmla="*/ 2217459 w 3686987"/>
              <a:gd name="connsiteY14" fmla="*/ 1861664 h 1861664"/>
              <a:gd name="connsiteX15" fmla="*/ 1653877 w 3686987"/>
              <a:gd name="connsiteY15" fmla="*/ 1861664 h 1861664"/>
              <a:gd name="connsiteX16" fmla="*/ 1200904 w 3686987"/>
              <a:gd name="connsiteY16" fmla="*/ 1861664 h 1861664"/>
              <a:gd name="connsiteX17" fmla="*/ 711062 w 3686987"/>
              <a:gd name="connsiteY17" fmla="*/ 1861664 h 1861664"/>
              <a:gd name="connsiteX18" fmla="*/ 0 w 3686987"/>
              <a:gd name="connsiteY18" fmla="*/ 1861664 h 1861664"/>
              <a:gd name="connsiteX19" fmla="*/ 0 w 3686987"/>
              <a:gd name="connsiteY19" fmla="*/ 1359015 h 1861664"/>
              <a:gd name="connsiteX20" fmla="*/ 0 w 3686987"/>
              <a:gd name="connsiteY20" fmla="*/ 893599 h 1861664"/>
              <a:gd name="connsiteX21" fmla="*/ 0 w 3686987"/>
              <a:gd name="connsiteY21" fmla="*/ 484033 h 1861664"/>
              <a:gd name="connsiteX22" fmla="*/ 0 w 3686987"/>
              <a:gd name="connsiteY22" fmla="*/ 0 h 1861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686987" h="1861664" fill="none" stroke="1" extrusionOk="0">
                <a:moveTo>
                  <a:pt x="0" y="0"/>
                </a:moveTo>
                <a:cubicBezTo>
                  <a:pt x="124882" y="-33618"/>
                  <a:pt x="301111" y="44737"/>
                  <a:pt x="452973" y="0"/>
                </a:cubicBezTo>
                <a:cubicBezTo>
                  <a:pt x="604835" y="-44737"/>
                  <a:pt x="753635" y="19017"/>
                  <a:pt x="942815" y="0"/>
                </a:cubicBezTo>
                <a:cubicBezTo>
                  <a:pt x="1131995" y="-19017"/>
                  <a:pt x="1267696" y="28337"/>
                  <a:pt x="1469528" y="0"/>
                </a:cubicBezTo>
                <a:cubicBezTo>
                  <a:pt x="1671360" y="-28337"/>
                  <a:pt x="1804302" y="1235"/>
                  <a:pt x="2033110" y="0"/>
                </a:cubicBezTo>
                <a:cubicBezTo>
                  <a:pt x="2261918" y="-1235"/>
                  <a:pt x="2288696" y="42015"/>
                  <a:pt x="2449213" y="0"/>
                </a:cubicBezTo>
                <a:cubicBezTo>
                  <a:pt x="2609730" y="-42015"/>
                  <a:pt x="2764105" y="15917"/>
                  <a:pt x="2865316" y="0"/>
                </a:cubicBezTo>
                <a:cubicBezTo>
                  <a:pt x="2966527" y="-15917"/>
                  <a:pt x="3373033" y="622"/>
                  <a:pt x="3686987" y="0"/>
                </a:cubicBezTo>
                <a:cubicBezTo>
                  <a:pt x="3717474" y="121686"/>
                  <a:pt x="3656586" y="307913"/>
                  <a:pt x="3686987" y="409566"/>
                </a:cubicBezTo>
                <a:cubicBezTo>
                  <a:pt x="3717388" y="511219"/>
                  <a:pt x="3652326" y="697421"/>
                  <a:pt x="3686987" y="837749"/>
                </a:cubicBezTo>
                <a:cubicBezTo>
                  <a:pt x="3721648" y="978077"/>
                  <a:pt x="3636732" y="1182396"/>
                  <a:pt x="3686987" y="1284548"/>
                </a:cubicBezTo>
                <a:cubicBezTo>
                  <a:pt x="3737242" y="1386700"/>
                  <a:pt x="3681295" y="1710091"/>
                  <a:pt x="3686987" y="1861664"/>
                </a:cubicBezTo>
                <a:cubicBezTo>
                  <a:pt x="3474786" y="1876587"/>
                  <a:pt x="3456356" y="1859253"/>
                  <a:pt x="3234014" y="1861664"/>
                </a:cubicBezTo>
                <a:cubicBezTo>
                  <a:pt x="3011672" y="1864075"/>
                  <a:pt x="2899754" y="1852177"/>
                  <a:pt x="2781042" y="1861664"/>
                </a:cubicBezTo>
                <a:cubicBezTo>
                  <a:pt x="2662330" y="1871151"/>
                  <a:pt x="2359930" y="1798148"/>
                  <a:pt x="2217459" y="1861664"/>
                </a:cubicBezTo>
                <a:cubicBezTo>
                  <a:pt x="2074988" y="1925180"/>
                  <a:pt x="1814277" y="1856769"/>
                  <a:pt x="1653877" y="1861664"/>
                </a:cubicBezTo>
                <a:cubicBezTo>
                  <a:pt x="1493477" y="1866559"/>
                  <a:pt x="1390264" y="1861048"/>
                  <a:pt x="1200904" y="1861664"/>
                </a:cubicBezTo>
                <a:cubicBezTo>
                  <a:pt x="1011544" y="1862280"/>
                  <a:pt x="896329" y="1839178"/>
                  <a:pt x="711062" y="1861664"/>
                </a:cubicBezTo>
                <a:cubicBezTo>
                  <a:pt x="525795" y="1884150"/>
                  <a:pt x="260213" y="1780405"/>
                  <a:pt x="0" y="1861664"/>
                </a:cubicBezTo>
                <a:cubicBezTo>
                  <a:pt x="-17140" y="1705143"/>
                  <a:pt x="54146" y="1602233"/>
                  <a:pt x="0" y="1359015"/>
                </a:cubicBezTo>
                <a:cubicBezTo>
                  <a:pt x="-54146" y="1115797"/>
                  <a:pt x="48865" y="999127"/>
                  <a:pt x="0" y="893599"/>
                </a:cubicBezTo>
                <a:cubicBezTo>
                  <a:pt x="-48865" y="788071"/>
                  <a:pt x="36330" y="605323"/>
                  <a:pt x="0" y="484033"/>
                </a:cubicBezTo>
                <a:cubicBezTo>
                  <a:pt x="-36330" y="362743"/>
                  <a:pt x="35957" y="162900"/>
                  <a:pt x="0" y="0"/>
                </a:cubicBezTo>
                <a:close/>
              </a:path>
              <a:path w="3686987" h="1861664" fill="norm" stroke="0" extrusionOk="0">
                <a:moveTo>
                  <a:pt x="0" y="0"/>
                </a:moveTo>
                <a:cubicBezTo>
                  <a:pt x="152296" y="-692"/>
                  <a:pt x="332954" y="5869"/>
                  <a:pt x="489843" y="0"/>
                </a:cubicBezTo>
                <a:cubicBezTo>
                  <a:pt x="646732" y="-5869"/>
                  <a:pt x="767879" y="20724"/>
                  <a:pt x="1016555" y="0"/>
                </a:cubicBezTo>
                <a:cubicBezTo>
                  <a:pt x="1265231" y="-20724"/>
                  <a:pt x="1287666" y="28693"/>
                  <a:pt x="1543267" y="0"/>
                </a:cubicBezTo>
                <a:cubicBezTo>
                  <a:pt x="1798868" y="-28693"/>
                  <a:pt x="1793946" y="1083"/>
                  <a:pt x="1959370" y="0"/>
                </a:cubicBezTo>
                <a:cubicBezTo>
                  <a:pt x="2124794" y="-1083"/>
                  <a:pt x="2228765" y="57811"/>
                  <a:pt x="2486083" y="0"/>
                </a:cubicBezTo>
                <a:cubicBezTo>
                  <a:pt x="2743401" y="-57811"/>
                  <a:pt x="2959520" y="69337"/>
                  <a:pt x="3086535" y="0"/>
                </a:cubicBezTo>
                <a:cubicBezTo>
                  <a:pt x="3213550" y="-69337"/>
                  <a:pt x="3551423" y="71545"/>
                  <a:pt x="3686987" y="0"/>
                </a:cubicBezTo>
                <a:cubicBezTo>
                  <a:pt x="3724680" y="199738"/>
                  <a:pt x="3683091" y="315379"/>
                  <a:pt x="3686987" y="465416"/>
                </a:cubicBezTo>
                <a:cubicBezTo>
                  <a:pt x="3690883" y="615453"/>
                  <a:pt x="3637222" y="813433"/>
                  <a:pt x="3686987" y="930832"/>
                </a:cubicBezTo>
                <a:cubicBezTo>
                  <a:pt x="3736752" y="1048231"/>
                  <a:pt x="3637575" y="1242298"/>
                  <a:pt x="3686987" y="1396248"/>
                </a:cubicBezTo>
                <a:cubicBezTo>
                  <a:pt x="3736399" y="1550198"/>
                  <a:pt x="3680098" y="1688107"/>
                  <a:pt x="3686987" y="1861664"/>
                </a:cubicBezTo>
                <a:cubicBezTo>
                  <a:pt x="3586317" y="1876876"/>
                  <a:pt x="3420479" y="1850487"/>
                  <a:pt x="3270884" y="1861664"/>
                </a:cubicBezTo>
                <a:cubicBezTo>
                  <a:pt x="3121289" y="1872841"/>
                  <a:pt x="2912245" y="1810223"/>
                  <a:pt x="2817911" y="1861664"/>
                </a:cubicBezTo>
                <a:cubicBezTo>
                  <a:pt x="2723577" y="1913105"/>
                  <a:pt x="2557315" y="1832377"/>
                  <a:pt x="2364939" y="1861664"/>
                </a:cubicBezTo>
                <a:cubicBezTo>
                  <a:pt x="2172563" y="1890951"/>
                  <a:pt x="2034207" y="1821854"/>
                  <a:pt x="1911966" y="1861664"/>
                </a:cubicBezTo>
                <a:cubicBezTo>
                  <a:pt x="1789725" y="1901474"/>
                  <a:pt x="1608832" y="1820308"/>
                  <a:pt x="1385254" y="1861664"/>
                </a:cubicBezTo>
                <a:cubicBezTo>
                  <a:pt x="1161676" y="1903020"/>
                  <a:pt x="1010616" y="1804196"/>
                  <a:pt x="858541" y="1861664"/>
                </a:cubicBezTo>
                <a:cubicBezTo>
                  <a:pt x="706466" y="1919132"/>
                  <a:pt x="351619" y="1799034"/>
                  <a:pt x="0" y="1861664"/>
                </a:cubicBezTo>
                <a:cubicBezTo>
                  <a:pt x="-11432" y="1620778"/>
                  <a:pt x="52838" y="1553047"/>
                  <a:pt x="0" y="1377631"/>
                </a:cubicBezTo>
                <a:cubicBezTo>
                  <a:pt x="-52838" y="1202215"/>
                  <a:pt x="36353" y="1085450"/>
                  <a:pt x="0" y="949449"/>
                </a:cubicBezTo>
                <a:cubicBezTo>
                  <a:pt x="-36353" y="813448"/>
                  <a:pt x="4914" y="616546"/>
                  <a:pt x="0" y="521266"/>
                </a:cubicBezTo>
                <a:cubicBezTo>
                  <a:pt x="-4914" y="425986"/>
                  <a:pt x="23622" y="25614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square" rtlCol="0">
            <a:normAutofit/>
          </a:bodyPr>
          <a:lstStyle/>
          <a:p>
            <a:pPr>
              <a:defRPr/>
            </a:pPr>
            <a:r>
              <a:rPr lang="it-IT" sz="1400" b="1">
                <a:solidFill>
                  <a:schemeClr val="bg1"/>
                </a:solidFill>
              </a:rPr>
              <a:t>Città</a:t>
            </a:r>
            <a:endParaRPr/>
          </a:p>
        </p:txBody>
      </p:sp>
      <p:sp modelId="{A04F6C91-AEBF-4847-980F-C23A5906DCBB}">
        <p:nvSpPr>
          <p:cNvPr id="1583823884" name=""/>
          <p:cNvSpPr/>
          <p:nvPr/>
        </p:nvSpPr>
        <p:spPr bwMode="auto">
          <a:xfrm flipH="0" flipV="0">
            <a:off x="3775861" y="2550458"/>
            <a:ext cx="3448931" cy="257113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accent2">
                <a:shade val="80000"/>
                <a:hueOff val="0"/>
                <a:satOff val="0"/>
                <a:lumOff val="0"/>
                <a:alphaOff val="0"/>
              </a:schemeClr>
            </a:solidFill>
            <a:prstDash val="solid"/>
            <a:miter lim="800000"/>
          </a:ln>
          <a:effectLst/>
        </p:spPr>
        <p:style>
          <a:lnRef idx="2">
            <a:srgbClr val="000000"/>
          </a:lnRef>
          <a:fillRef idx="1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spcFirstLastPara="0" vert="horz" wrap="square" lIns="45720" tIns="45720" rIns="45720" bIns="45720" numCol="1" spcCol="1268" anchor="ctr" anchorCtr="0">
            <a:noAutofit/>
          </a:bodyPr>
          <a:lstStyle/>
          <a:p>
            <a:pPr marL="0" lvl="0" indent="0" algn="l" defTabSz="53339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1200" b="1">
                <a:solidFill>
                  <a:schemeClr val="accent2">
                    <a:lumMod val="50000"/>
                  </a:schemeClr>
                </a:solidFill>
              </a:rPr>
              <a:t>    Roma</a:t>
            </a:r>
            <a:endParaRPr/>
          </a:p>
        </p:txBody>
      </p:sp>
      <p:pic>
        <p:nvPicPr>
          <p:cNvPr id="1897489893" name="Elemento grafico 8" descr="Accento circonflesso verso il basso con riempimento a tinta unita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930057" y="2555236"/>
            <a:ext cx="252335" cy="252335"/>
          </a:xfrm>
          <a:prstGeom prst="rect">
            <a:avLst/>
          </a:prstGeom>
        </p:spPr>
      </p:pic>
      <p:sp>
        <p:nvSpPr>
          <p:cNvPr id="458272019" name=""/>
          <p:cNvSpPr/>
          <p:nvPr/>
        </p:nvSpPr>
        <p:spPr bwMode="auto">
          <a:xfrm rot="0" flipH="0" flipV="0">
            <a:off x="0" y="1866"/>
            <a:ext cx="12196690" cy="6854263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385381371" name=""/>
          <p:cNvSpPr/>
          <p:nvPr/>
        </p:nvSpPr>
        <p:spPr bwMode="auto">
          <a:xfrm rot="0" flipH="0" flipV="0">
            <a:off x="4221600" y="2325219"/>
            <a:ext cx="3772884" cy="18863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077441679" name="CasellaDiTesto 24"/>
          <p:cNvSpPr txBox="1"/>
          <p:nvPr/>
        </p:nvSpPr>
        <p:spPr bwMode="auto">
          <a:xfrm>
            <a:off x="4503144" y="2732724"/>
            <a:ext cx="3127351" cy="640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1800" b="1">
                <a:solidFill>
                  <a:schemeClr val="accent2"/>
                </a:solidFill>
                <a:latin typeface="Carlito"/>
                <a:ea typeface="Carlito"/>
                <a:cs typeface="Carlito"/>
              </a:rPr>
              <a:t>Errore tecnico durante il </a:t>
            </a:r>
            <a:endParaRPr lang="it-IT" sz="1800" b="1">
              <a:solidFill>
                <a:schemeClr val="accent2"/>
              </a:solidFill>
              <a:latin typeface="Carlito"/>
              <a:ea typeface="Carlito"/>
              <a:cs typeface="Carlito"/>
            </a:endParaRPr>
          </a:p>
          <a:p>
            <a:pPr>
              <a:defRPr/>
            </a:pPr>
            <a:r>
              <a:rPr lang="it-IT" sz="1800" b="1">
                <a:solidFill>
                  <a:schemeClr val="accent2"/>
                </a:solidFill>
                <a:latin typeface="Carlito"/>
                <a:ea typeface="Carlito"/>
                <a:cs typeface="Carlito"/>
              </a:rPr>
              <a:t>caricamento. </a:t>
            </a:r>
            <a:r>
              <a:rPr lang="it-IT" sz="1800" b="1">
                <a:solidFill>
                  <a:schemeClr val="accent2"/>
                </a:solidFill>
                <a:latin typeface="Carlito"/>
                <a:ea typeface="Carlito"/>
                <a:cs typeface="Carlito"/>
              </a:rPr>
              <a:t>Riprova più tardi.</a:t>
            </a:r>
            <a:endParaRPr lang="it-IT" sz="1800" b="1">
              <a:solidFill>
                <a:schemeClr val="accent2"/>
              </a:solidFill>
              <a:latin typeface="Carlito"/>
              <a:ea typeface="Carlito"/>
              <a:cs typeface="Carlito"/>
            </a:endParaRPr>
          </a:p>
        </p:txBody>
      </p:sp>
      <p:sp>
        <p:nvSpPr>
          <p:cNvPr id="1948553091" name="CasellaDiTesto 25"/>
          <p:cNvSpPr txBox="1"/>
          <p:nvPr/>
        </p:nvSpPr>
        <p:spPr bwMode="auto">
          <a:xfrm>
            <a:off x="4503144" y="2386447"/>
            <a:ext cx="3381379" cy="5185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800" b="1">
                <a:solidFill>
                  <a:schemeClr val="accent2">
                    <a:lumMod val="50000"/>
                  </a:schemeClr>
                </a:solidFill>
                <a:latin typeface="Carlito"/>
                <a:ea typeface="Carlito"/>
                <a:cs typeface="Carlito"/>
              </a:rPr>
              <a:t>Errore di caricamento</a:t>
            </a:r>
            <a:endParaRPr>
              <a:latin typeface="Carlito"/>
              <a:cs typeface="Carlito"/>
            </a:endParaRPr>
          </a:p>
        </p:txBody>
      </p:sp>
      <p:sp>
        <p:nvSpPr>
          <p:cNvPr id="1221865992" name="Rettangolo 79"/>
          <p:cNvSpPr/>
          <p:nvPr/>
        </p:nvSpPr>
        <p:spPr bwMode="auto">
          <a:xfrm rot="0" flipH="0" flipV="0">
            <a:off x="5431443" y="3613266"/>
            <a:ext cx="1098018" cy="3661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defRPr/>
            </a:pPr>
            <a:r>
              <a:rPr lang="it-IT" b="1"/>
              <a:t>Continua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677823251" name="Connettore diritto 4"/>
          <p:cNvCxnSpPr/>
          <p:nvPr/>
        </p:nvCxnSpPr>
        <p:spPr bwMode="auto">
          <a:xfrm>
            <a:off x="0" y="939799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86750515" name="CasellaDiTesto 13"/>
          <p:cNvSpPr txBox="1"/>
          <p:nvPr/>
        </p:nvSpPr>
        <p:spPr bwMode="auto">
          <a:xfrm>
            <a:off x="534613" y="137259"/>
            <a:ext cx="3364285" cy="584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it-IT" sz="3200" spc="599">
                <a:solidFill>
                  <a:schemeClr val="accent2"/>
                </a:solidFill>
                <a:latin typeface="Aharoni"/>
                <a:cs typeface="Aharoni"/>
              </a:rPr>
              <a:t>PickyEaters</a:t>
            </a:r>
            <a:endParaRPr lang="it-IT" spc="599">
              <a:solidFill>
                <a:schemeClr val="accent2"/>
              </a:solidFill>
              <a:latin typeface="Aharoni"/>
              <a:cs typeface="Aharoni"/>
            </a:endParaRPr>
          </a:p>
        </p:txBody>
      </p:sp>
      <p:pic>
        <p:nvPicPr>
          <p:cNvPr id="1523228153" name="Elemento grafico 20" descr="Cursore con riempimento a tinta unita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1">
            <a:off x="0" y="136738"/>
            <a:ext cx="584775" cy="584775"/>
          </a:xfrm>
          <a:prstGeom prst="rect">
            <a:avLst/>
          </a:prstGeom>
        </p:spPr>
      </p:pic>
      <p:graphicFrame>
        <p:nvGraphicFramePr>
          <p:cNvPr id="1659327776" name="Tabella 21"/>
          <p:cNvGraphicFramePr>
            <a:graphicFrameLocks xmlns:a="http://schemas.openxmlformats.org/drawingml/2006/main"/>
          </p:cNvGraphicFramePr>
          <p:nvPr/>
        </p:nvGraphicFramePr>
        <p:xfrm rot="0">
          <a:off x="464046" y="2894116"/>
          <a:ext cx="6927354" cy="370839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{21E4AEA4-8DFA-4A89-87EB-49C32662AFE0}</a:tableStyleId>
              </a:tblPr>
              <a:tblGrid>
                <a:gridCol w="2464452"/>
                <a:gridCol w="3098441"/>
                <a:gridCol w="3128338"/>
                <a:gridCol w="2747067"/>
              </a:tblGrid>
              <a:tr h="370840"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400" b="0" i="0" u="none" strike="noStrike" cap="none" spc="0">
                          <a:ln>
                            <a:noFill/>
                          </a:ln>
                          <a:solidFill>
                            <a:prstClr val="white"/>
                          </a:solidFill>
                          <a:latin typeface="Carlito"/>
                          <a:ea typeface="Carlito"/>
                          <a:cs typeface="Carlito"/>
                        </a:rPr>
                        <a:t>Nome ristorante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400" b="0" i="0" u="none" strike="noStrike" cap="none" spc="0">
                          <a:ln>
                            <a:noFill/>
                          </a:ln>
                          <a:solidFill>
                            <a:prstClr val="white"/>
                          </a:solidFill>
                          <a:latin typeface="Carlito"/>
                          <a:ea typeface="Carlito"/>
                          <a:cs typeface="Carlito"/>
                        </a:rPr>
                        <a:t>Indirizzo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400" b="0" i="0" u="none" strike="noStrike" cap="none" spc="0">
                          <a:ln>
                            <a:noFill/>
                          </a:ln>
                          <a:solidFill>
                            <a:prstClr val="white"/>
                          </a:solidFill>
                          <a:latin typeface="Carlito"/>
                          <a:ea typeface="Carlito"/>
                          <a:cs typeface="Carlito"/>
                        </a:rPr>
                        <a:t>Numero di telefono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>
                    <a:lnR w="12699" algn="ctr">
                      <a:noFill/>
                    </a:lnR>
                  </a:tcPr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sz="1400" b="0" i="0" u="none" strike="noStrike" cap="none" spc="0">
                        <a:ln>
                          <a:noFill/>
                        </a:ln>
                        <a:solidFill>
                          <a:prstClr val="white"/>
                        </a:solidFill>
                        <a:latin typeface="Carlito"/>
                        <a:cs typeface="Carlito"/>
                      </a:endParaRPr>
                    </a:p>
                  </a:txBody>
                  <a:tcPr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38099" algn="ctr">
                      <a:noFill/>
                    </a:lnB>
                    <a:noFill/>
                  </a:tcPr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endParaRPr sz="1200"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>
                    <a:lnT w="38099" algn="ctr">
                      <a:noFill/>
                    </a:lnT>
                  </a:tcPr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sz="1200" b="0" i="0" u="none" strike="noStrike" cap="none" spc="0">
                        <a:ln>
                          <a:noFill/>
                        </a:ln>
                        <a:solidFill>
                          <a:prstClr val="black"/>
                        </a:solidFill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sz="1200" b="0" i="0" u="none" strike="noStrike" cap="none" spc="0">
                        <a:ln>
                          <a:noFill/>
                        </a:ln>
                        <a:solidFill>
                          <a:prstClr val="black"/>
                        </a:solidFill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sz="1200" b="0" i="0" u="none" strike="noStrike" cap="none" spc="0">
                        <a:ln>
                          <a:noFill/>
                        </a:ln>
                        <a:solidFill>
                          <a:prstClr val="black"/>
                        </a:solidFill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sz="1200" b="0" i="0" u="none" strike="noStrike" cap="none" spc="0">
                        <a:ln>
                          <a:noFill/>
                        </a:ln>
                        <a:solidFill>
                          <a:prstClr val="black"/>
                        </a:solidFill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sz="1200" b="0" i="0" u="none" strike="noStrike" cap="none" spc="0">
                        <a:ln>
                          <a:noFill/>
                        </a:ln>
                        <a:solidFill>
                          <a:prstClr val="black"/>
                        </a:solidFill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sz="1200" b="0" i="0" u="none" strike="noStrike" cap="none" spc="0">
                        <a:ln>
                          <a:noFill/>
                        </a:ln>
                        <a:solidFill>
                          <a:prstClr val="black"/>
                        </a:solidFill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sz="1200" b="0" i="0" u="none" strike="noStrike" cap="none" spc="0">
                        <a:ln>
                          <a:noFill/>
                        </a:ln>
                        <a:solidFill>
                          <a:prstClr val="black"/>
                        </a:solidFill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09210660" name="CasellaDiTesto 32"/>
          <p:cNvSpPr txBox="1"/>
          <p:nvPr/>
        </p:nvSpPr>
        <p:spPr bwMode="auto">
          <a:xfrm>
            <a:off x="8621831" y="205108"/>
            <a:ext cx="2764688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/>
              <a:t>Buongiorno, </a:t>
            </a:r>
            <a:r>
              <a:rPr lang="it-IT" b="1" i="1"/>
              <a:t>Luca Gasperini</a:t>
            </a:r>
            <a:endParaRPr/>
          </a:p>
        </p:txBody>
      </p:sp>
      <p:sp>
        <p:nvSpPr>
          <p:cNvPr id="1131799104" name="Rettangolo con angoli arrotondati 46"/>
          <p:cNvSpPr/>
          <p:nvPr/>
        </p:nvSpPr>
        <p:spPr bwMode="auto">
          <a:xfrm>
            <a:off x="11355156" y="287619"/>
            <a:ext cx="547191" cy="20431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ctr">
              <a:defRPr/>
            </a:pPr>
            <a:r>
              <a:rPr lang="it-IT" sz="1200"/>
              <a:t>Esci</a:t>
            </a:r>
            <a:endParaRPr lang="it-IT" sz="1050"/>
          </a:p>
        </p:txBody>
      </p:sp>
      <p:cxnSp>
        <p:nvCxnSpPr>
          <p:cNvPr id="1254616721" name="Connettore diritto 4"/>
          <p:cNvCxnSpPr/>
          <p:nvPr/>
        </p:nvCxnSpPr>
        <p:spPr bwMode="auto">
          <a:xfrm>
            <a:off x="0" y="939799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3187375" name="Connettore diritto 4"/>
          <p:cNvCxnSpPr/>
          <p:nvPr/>
        </p:nvCxnSpPr>
        <p:spPr bwMode="auto">
          <a:xfrm>
            <a:off x="0" y="939799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67150060" name="CasellaDiTesto 24"/>
          <p:cNvSpPr txBox="1"/>
          <p:nvPr/>
        </p:nvSpPr>
        <p:spPr bwMode="auto">
          <a:xfrm>
            <a:off x="2775938" y="1459737"/>
            <a:ext cx="5523049" cy="4575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400" b="1">
                <a:solidFill>
                  <a:schemeClr val="accent2"/>
                </a:solidFill>
                <a:latin typeface="Carlito"/>
                <a:ea typeface="Carlito"/>
                <a:cs typeface="Carlito"/>
              </a:rPr>
              <a:t>I ristoranti compatibili con le mie esigenze</a:t>
            </a:r>
            <a:endParaRPr>
              <a:latin typeface="Carlito"/>
              <a:cs typeface="Carlito"/>
            </a:endParaRPr>
          </a:p>
        </p:txBody>
      </p:sp>
      <p:sp>
        <p:nvSpPr>
          <p:cNvPr id="1353674505" name="CasellaDiTesto 25"/>
          <p:cNvSpPr txBox="1"/>
          <p:nvPr/>
        </p:nvSpPr>
        <p:spPr bwMode="auto">
          <a:xfrm>
            <a:off x="4070598" y="1113459"/>
            <a:ext cx="3028555" cy="5185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800" b="1">
                <a:solidFill>
                  <a:schemeClr val="accent2">
                    <a:lumMod val="50000"/>
                  </a:schemeClr>
                </a:solidFill>
                <a:latin typeface="Carlito"/>
                <a:ea typeface="Carlito"/>
                <a:cs typeface="Carlito"/>
              </a:rPr>
              <a:t>Trova un ristorante</a:t>
            </a:r>
            <a:endParaRPr>
              <a:latin typeface="Carlito"/>
              <a:cs typeface="Carlito"/>
            </a:endParaRPr>
          </a:p>
        </p:txBody>
      </p:sp>
      <p:cxnSp>
        <p:nvCxnSpPr>
          <p:cNvPr id="18830279" name="Connettore diritto 4"/>
          <p:cNvCxnSpPr/>
          <p:nvPr/>
        </p:nvCxnSpPr>
        <p:spPr bwMode="auto">
          <a:xfrm>
            <a:off x="0" y="2201907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1239061885" name="Gruppo 143"/>
          <p:cNvGrpSpPr/>
          <p:nvPr/>
        </p:nvGrpSpPr>
        <p:grpSpPr bwMode="auto">
          <a:xfrm>
            <a:off x="482952" y="1327178"/>
            <a:ext cx="960915" cy="305159"/>
            <a:chOff x="0" y="0"/>
            <a:chExt cx="960915" cy="305159"/>
          </a:xfrm>
        </p:grpSpPr>
        <p:sp>
          <p:nvSpPr>
            <p:cNvPr id="902121455" name="Rettangolo 123"/>
            <p:cNvSpPr/>
            <p:nvPr/>
          </p:nvSpPr>
          <p:spPr bwMode="auto">
            <a:xfrm>
              <a:off x="0" y="0"/>
              <a:ext cx="960915" cy="30515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r">
                <a:defRPr/>
              </a:pPr>
              <a:r>
                <a:rPr lang="it-IT" sz="1400">
                  <a:solidFill>
                    <a:schemeClr val="accent1"/>
                  </a:solidFill>
                </a:rPr>
                <a:t>Indietro</a:t>
              </a:r>
              <a:endParaRPr/>
            </a:p>
          </p:txBody>
        </p:sp>
        <p:pic>
          <p:nvPicPr>
            <p:cNvPr id="2105197510" name="Elemento grafico 141" descr="Accento circonflesso verso sinistra con riempimento a tinta unita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>
              <a:off x="55584" y="45539"/>
              <a:ext cx="228315" cy="228315"/>
            </a:xfrm>
            <a:prstGeom prst="rect">
              <a:avLst/>
            </a:prstGeom>
          </p:spPr>
        </p:pic>
      </p:grpSp>
      <p:sp>
        <p:nvSpPr>
          <p:cNvPr id="926492702" name="CasellaDiTesto 40"/>
          <p:cNvSpPr txBox="1"/>
          <p:nvPr/>
        </p:nvSpPr>
        <p:spPr bwMode="auto">
          <a:xfrm flipH="0" flipV="0">
            <a:off x="3688809" y="2258996"/>
            <a:ext cx="3686986" cy="587248"/>
          </a:xfrm>
          <a:custGeom>
            <a:avLst/>
            <a:gdLst>
              <a:gd name="connsiteX0" fmla="*/ 0 w 3686987"/>
              <a:gd name="connsiteY0" fmla="*/ 0 h 1861664"/>
              <a:gd name="connsiteX1" fmla="*/ 452973 w 3686987"/>
              <a:gd name="connsiteY1" fmla="*/ 0 h 1861664"/>
              <a:gd name="connsiteX2" fmla="*/ 942815 w 3686987"/>
              <a:gd name="connsiteY2" fmla="*/ 0 h 1861664"/>
              <a:gd name="connsiteX3" fmla="*/ 1469528 w 3686987"/>
              <a:gd name="connsiteY3" fmla="*/ 0 h 1861664"/>
              <a:gd name="connsiteX4" fmla="*/ 2033110 w 3686987"/>
              <a:gd name="connsiteY4" fmla="*/ 0 h 1861664"/>
              <a:gd name="connsiteX5" fmla="*/ 2449213 w 3686987"/>
              <a:gd name="connsiteY5" fmla="*/ 0 h 1861664"/>
              <a:gd name="connsiteX6" fmla="*/ 2865316 w 3686987"/>
              <a:gd name="connsiteY6" fmla="*/ 0 h 1861664"/>
              <a:gd name="connsiteX7" fmla="*/ 3686987 w 3686987"/>
              <a:gd name="connsiteY7" fmla="*/ 0 h 1861664"/>
              <a:gd name="connsiteX8" fmla="*/ 3686987 w 3686987"/>
              <a:gd name="connsiteY8" fmla="*/ 409566 h 1861664"/>
              <a:gd name="connsiteX9" fmla="*/ 3686987 w 3686987"/>
              <a:gd name="connsiteY9" fmla="*/ 837749 h 1861664"/>
              <a:gd name="connsiteX10" fmla="*/ 3686987 w 3686987"/>
              <a:gd name="connsiteY10" fmla="*/ 1284548 h 1861664"/>
              <a:gd name="connsiteX11" fmla="*/ 3686987 w 3686987"/>
              <a:gd name="connsiteY11" fmla="*/ 1861664 h 1861664"/>
              <a:gd name="connsiteX12" fmla="*/ 3234014 w 3686987"/>
              <a:gd name="connsiteY12" fmla="*/ 1861664 h 1861664"/>
              <a:gd name="connsiteX13" fmla="*/ 2781042 w 3686987"/>
              <a:gd name="connsiteY13" fmla="*/ 1861664 h 1861664"/>
              <a:gd name="connsiteX14" fmla="*/ 2217459 w 3686987"/>
              <a:gd name="connsiteY14" fmla="*/ 1861664 h 1861664"/>
              <a:gd name="connsiteX15" fmla="*/ 1653877 w 3686987"/>
              <a:gd name="connsiteY15" fmla="*/ 1861664 h 1861664"/>
              <a:gd name="connsiteX16" fmla="*/ 1200904 w 3686987"/>
              <a:gd name="connsiteY16" fmla="*/ 1861664 h 1861664"/>
              <a:gd name="connsiteX17" fmla="*/ 711062 w 3686987"/>
              <a:gd name="connsiteY17" fmla="*/ 1861664 h 1861664"/>
              <a:gd name="connsiteX18" fmla="*/ 0 w 3686987"/>
              <a:gd name="connsiteY18" fmla="*/ 1861664 h 1861664"/>
              <a:gd name="connsiteX19" fmla="*/ 0 w 3686987"/>
              <a:gd name="connsiteY19" fmla="*/ 1359015 h 1861664"/>
              <a:gd name="connsiteX20" fmla="*/ 0 w 3686987"/>
              <a:gd name="connsiteY20" fmla="*/ 893599 h 1861664"/>
              <a:gd name="connsiteX21" fmla="*/ 0 w 3686987"/>
              <a:gd name="connsiteY21" fmla="*/ 484033 h 1861664"/>
              <a:gd name="connsiteX22" fmla="*/ 0 w 3686987"/>
              <a:gd name="connsiteY22" fmla="*/ 0 h 1861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686987" h="1861664" fill="none" stroke="1" extrusionOk="0">
                <a:moveTo>
                  <a:pt x="0" y="0"/>
                </a:moveTo>
                <a:cubicBezTo>
                  <a:pt x="124882" y="-33618"/>
                  <a:pt x="301111" y="44737"/>
                  <a:pt x="452973" y="0"/>
                </a:cubicBezTo>
                <a:cubicBezTo>
                  <a:pt x="604835" y="-44737"/>
                  <a:pt x="753635" y="19017"/>
                  <a:pt x="942815" y="0"/>
                </a:cubicBezTo>
                <a:cubicBezTo>
                  <a:pt x="1131995" y="-19017"/>
                  <a:pt x="1267696" y="28337"/>
                  <a:pt x="1469528" y="0"/>
                </a:cubicBezTo>
                <a:cubicBezTo>
                  <a:pt x="1671360" y="-28337"/>
                  <a:pt x="1804302" y="1235"/>
                  <a:pt x="2033110" y="0"/>
                </a:cubicBezTo>
                <a:cubicBezTo>
                  <a:pt x="2261918" y="-1235"/>
                  <a:pt x="2288696" y="42015"/>
                  <a:pt x="2449213" y="0"/>
                </a:cubicBezTo>
                <a:cubicBezTo>
                  <a:pt x="2609730" y="-42015"/>
                  <a:pt x="2764105" y="15917"/>
                  <a:pt x="2865316" y="0"/>
                </a:cubicBezTo>
                <a:cubicBezTo>
                  <a:pt x="2966527" y="-15917"/>
                  <a:pt x="3373033" y="622"/>
                  <a:pt x="3686987" y="0"/>
                </a:cubicBezTo>
                <a:cubicBezTo>
                  <a:pt x="3717474" y="121686"/>
                  <a:pt x="3656586" y="307913"/>
                  <a:pt x="3686987" y="409566"/>
                </a:cubicBezTo>
                <a:cubicBezTo>
                  <a:pt x="3717388" y="511219"/>
                  <a:pt x="3652326" y="697421"/>
                  <a:pt x="3686987" y="837749"/>
                </a:cubicBezTo>
                <a:cubicBezTo>
                  <a:pt x="3721648" y="978077"/>
                  <a:pt x="3636732" y="1182396"/>
                  <a:pt x="3686987" y="1284548"/>
                </a:cubicBezTo>
                <a:cubicBezTo>
                  <a:pt x="3737242" y="1386700"/>
                  <a:pt x="3681295" y="1710091"/>
                  <a:pt x="3686987" y="1861664"/>
                </a:cubicBezTo>
                <a:cubicBezTo>
                  <a:pt x="3474786" y="1876587"/>
                  <a:pt x="3456356" y="1859253"/>
                  <a:pt x="3234014" y="1861664"/>
                </a:cubicBezTo>
                <a:cubicBezTo>
                  <a:pt x="3011672" y="1864075"/>
                  <a:pt x="2899754" y="1852177"/>
                  <a:pt x="2781042" y="1861664"/>
                </a:cubicBezTo>
                <a:cubicBezTo>
                  <a:pt x="2662330" y="1871151"/>
                  <a:pt x="2359930" y="1798148"/>
                  <a:pt x="2217459" y="1861664"/>
                </a:cubicBezTo>
                <a:cubicBezTo>
                  <a:pt x="2074988" y="1925180"/>
                  <a:pt x="1814277" y="1856769"/>
                  <a:pt x="1653877" y="1861664"/>
                </a:cubicBezTo>
                <a:cubicBezTo>
                  <a:pt x="1493477" y="1866559"/>
                  <a:pt x="1390264" y="1861048"/>
                  <a:pt x="1200904" y="1861664"/>
                </a:cubicBezTo>
                <a:cubicBezTo>
                  <a:pt x="1011544" y="1862280"/>
                  <a:pt x="896329" y="1839178"/>
                  <a:pt x="711062" y="1861664"/>
                </a:cubicBezTo>
                <a:cubicBezTo>
                  <a:pt x="525795" y="1884150"/>
                  <a:pt x="260213" y="1780405"/>
                  <a:pt x="0" y="1861664"/>
                </a:cubicBezTo>
                <a:cubicBezTo>
                  <a:pt x="-17140" y="1705143"/>
                  <a:pt x="54146" y="1602233"/>
                  <a:pt x="0" y="1359015"/>
                </a:cubicBezTo>
                <a:cubicBezTo>
                  <a:pt x="-54146" y="1115797"/>
                  <a:pt x="48865" y="999127"/>
                  <a:pt x="0" y="893599"/>
                </a:cubicBezTo>
                <a:cubicBezTo>
                  <a:pt x="-48865" y="788071"/>
                  <a:pt x="36330" y="605323"/>
                  <a:pt x="0" y="484033"/>
                </a:cubicBezTo>
                <a:cubicBezTo>
                  <a:pt x="-36330" y="362743"/>
                  <a:pt x="35957" y="162900"/>
                  <a:pt x="0" y="0"/>
                </a:cubicBezTo>
                <a:close/>
              </a:path>
              <a:path w="3686987" h="1861664" fill="norm" stroke="0" extrusionOk="0">
                <a:moveTo>
                  <a:pt x="0" y="0"/>
                </a:moveTo>
                <a:cubicBezTo>
                  <a:pt x="152296" y="-692"/>
                  <a:pt x="332954" y="5869"/>
                  <a:pt x="489843" y="0"/>
                </a:cubicBezTo>
                <a:cubicBezTo>
                  <a:pt x="646732" y="-5869"/>
                  <a:pt x="767879" y="20724"/>
                  <a:pt x="1016555" y="0"/>
                </a:cubicBezTo>
                <a:cubicBezTo>
                  <a:pt x="1265231" y="-20724"/>
                  <a:pt x="1287666" y="28693"/>
                  <a:pt x="1543267" y="0"/>
                </a:cubicBezTo>
                <a:cubicBezTo>
                  <a:pt x="1798868" y="-28693"/>
                  <a:pt x="1793946" y="1083"/>
                  <a:pt x="1959370" y="0"/>
                </a:cubicBezTo>
                <a:cubicBezTo>
                  <a:pt x="2124794" y="-1083"/>
                  <a:pt x="2228765" y="57811"/>
                  <a:pt x="2486083" y="0"/>
                </a:cubicBezTo>
                <a:cubicBezTo>
                  <a:pt x="2743401" y="-57811"/>
                  <a:pt x="2959520" y="69337"/>
                  <a:pt x="3086535" y="0"/>
                </a:cubicBezTo>
                <a:cubicBezTo>
                  <a:pt x="3213550" y="-69337"/>
                  <a:pt x="3551423" y="71545"/>
                  <a:pt x="3686987" y="0"/>
                </a:cubicBezTo>
                <a:cubicBezTo>
                  <a:pt x="3724680" y="199738"/>
                  <a:pt x="3683091" y="315379"/>
                  <a:pt x="3686987" y="465416"/>
                </a:cubicBezTo>
                <a:cubicBezTo>
                  <a:pt x="3690883" y="615453"/>
                  <a:pt x="3637222" y="813433"/>
                  <a:pt x="3686987" y="930832"/>
                </a:cubicBezTo>
                <a:cubicBezTo>
                  <a:pt x="3736752" y="1048231"/>
                  <a:pt x="3637575" y="1242298"/>
                  <a:pt x="3686987" y="1396248"/>
                </a:cubicBezTo>
                <a:cubicBezTo>
                  <a:pt x="3736399" y="1550198"/>
                  <a:pt x="3680098" y="1688107"/>
                  <a:pt x="3686987" y="1861664"/>
                </a:cubicBezTo>
                <a:cubicBezTo>
                  <a:pt x="3586317" y="1876876"/>
                  <a:pt x="3420479" y="1850487"/>
                  <a:pt x="3270884" y="1861664"/>
                </a:cubicBezTo>
                <a:cubicBezTo>
                  <a:pt x="3121289" y="1872841"/>
                  <a:pt x="2912245" y="1810223"/>
                  <a:pt x="2817911" y="1861664"/>
                </a:cubicBezTo>
                <a:cubicBezTo>
                  <a:pt x="2723577" y="1913105"/>
                  <a:pt x="2557315" y="1832377"/>
                  <a:pt x="2364939" y="1861664"/>
                </a:cubicBezTo>
                <a:cubicBezTo>
                  <a:pt x="2172563" y="1890951"/>
                  <a:pt x="2034207" y="1821854"/>
                  <a:pt x="1911966" y="1861664"/>
                </a:cubicBezTo>
                <a:cubicBezTo>
                  <a:pt x="1789725" y="1901474"/>
                  <a:pt x="1608832" y="1820308"/>
                  <a:pt x="1385254" y="1861664"/>
                </a:cubicBezTo>
                <a:cubicBezTo>
                  <a:pt x="1161676" y="1903020"/>
                  <a:pt x="1010616" y="1804196"/>
                  <a:pt x="858541" y="1861664"/>
                </a:cubicBezTo>
                <a:cubicBezTo>
                  <a:pt x="706466" y="1919132"/>
                  <a:pt x="351619" y="1799034"/>
                  <a:pt x="0" y="1861664"/>
                </a:cubicBezTo>
                <a:cubicBezTo>
                  <a:pt x="-11432" y="1620778"/>
                  <a:pt x="52838" y="1553047"/>
                  <a:pt x="0" y="1377631"/>
                </a:cubicBezTo>
                <a:cubicBezTo>
                  <a:pt x="-52838" y="1202215"/>
                  <a:pt x="36353" y="1085450"/>
                  <a:pt x="0" y="949449"/>
                </a:cubicBezTo>
                <a:cubicBezTo>
                  <a:pt x="-36353" y="813448"/>
                  <a:pt x="4914" y="616546"/>
                  <a:pt x="0" y="521266"/>
                </a:cubicBezTo>
                <a:cubicBezTo>
                  <a:pt x="-4914" y="425986"/>
                  <a:pt x="23622" y="25614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square" rtlCol="0">
            <a:normAutofit/>
          </a:bodyPr>
          <a:lstStyle/>
          <a:p>
            <a:pPr>
              <a:defRPr/>
            </a:pPr>
            <a:r>
              <a:rPr lang="it-IT" sz="1400" b="1">
                <a:solidFill>
                  <a:schemeClr val="bg1"/>
                </a:solidFill>
              </a:rPr>
              <a:t>Città</a:t>
            </a:r>
            <a:endParaRPr/>
          </a:p>
        </p:txBody>
      </p:sp>
      <p:sp modelId="{A04F6C91-AEBF-4847-980F-C23A5906DCBB}">
        <p:nvSpPr>
          <p:cNvPr id="1846200260" name=""/>
          <p:cNvSpPr/>
          <p:nvPr/>
        </p:nvSpPr>
        <p:spPr bwMode="auto">
          <a:xfrm flipH="0" flipV="0">
            <a:off x="3775861" y="2550458"/>
            <a:ext cx="3448931" cy="257113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accent2">
                <a:shade val="80000"/>
                <a:hueOff val="0"/>
                <a:satOff val="0"/>
                <a:lumOff val="0"/>
                <a:alphaOff val="0"/>
              </a:schemeClr>
            </a:solidFill>
            <a:prstDash val="solid"/>
            <a:miter lim="800000"/>
          </a:ln>
          <a:effectLst/>
        </p:spPr>
        <p:style>
          <a:lnRef idx="2">
            <a:srgbClr val="000000"/>
          </a:lnRef>
          <a:fillRef idx="1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spcFirstLastPara="0" vert="horz" wrap="square" lIns="45720" tIns="45720" rIns="45720" bIns="45720" numCol="1" spcCol="1268" anchor="ctr" anchorCtr="0">
            <a:noAutofit/>
          </a:bodyPr>
          <a:lstStyle/>
          <a:p>
            <a:pPr marL="0" lvl="0" indent="0" algn="l" defTabSz="53339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t-IT" sz="1200" b="1">
                <a:solidFill>
                  <a:schemeClr val="accent2">
                    <a:lumMod val="50000"/>
                  </a:schemeClr>
                </a:solidFill>
              </a:rPr>
              <a:t>    Roma</a:t>
            </a:r>
            <a:endParaRPr/>
          </a:p>
        </p:txBody>
      </p:sp>
      <p:pic>
        <p:nvPicPr>
          <p:cNvPr id="242475957" name="Elemento grafico 8" descr="Accento circonflesso verso il basso con riempimento a tinta unita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930057" y="2555236"/>
            <a:ext cx="252335" cy="252335"/>
          </a:xfrm>
          <a:prstGeom prst="rect">
            <a:avLst/>
          </a:prstGeom>
        </p:spPr>
      </p:pic>
      <p:sp>
        <p:nvSpPr>
          <p:cNvPr id="1834288458" name=""/>
          <p:cNvSpPr/>
          <p:nvPr/>
        </p:nvSpPr>
        <p:spPr bwMode="auto">
          <a:xfrm rot="0" flipH="0" flipV="0">
            <a:off x="0" y="1866"/>
            <a:ext cx="12196690" cy="6854263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53617979" name=""/>
          <p:cNvSpPr/>
          <p:nvPr/>
        </p:nvSpPr>
        <p:spPr bwMode="auto">
          <a:xfrm rot="0" flipH="0" flipV="0">
            <a:off x="4221600" y="2325219"/>
            <a:ext cx="3772884" cy="18863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816694268" name="CasellaDiTesto 24"/>
          <p:cNvSpPr txBox="1"/>
          <p:nvPr/>
        </p:nvSpPr>
        <p:spPr bwMode="auto">
          <a:xfrm>
            <a:off x="4503144" y="2732724"/>
            <a:ext cx="2584989" cy="640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1800" b="1">
                <a:solidFill>
                  <a:schemeClr val="accent2"/>
                </a:solidFill>
                <a:latin typeface="Carlito"/>
                <a:ea typeface="Carlito"/>
                <a:cs typeface="Carlito"/>
              </a:rPr>
              <a:t>Errore tecnico durante la</a:t>
            </a:r>
            <a:endParaRPr lang="it-IT" sz="1800" b="1">
              <a:solidFill>
                <a:schemeClr val="accent2"/>
              </a:solidFill>
              <a:latin typeface="Carlito"/>
              <a:ea typeface="Carlito"/>
              <a:cs typeface="Carlito"/>
            </a:endParaRPr>
          </a:p>
          <a:p>
            <a:pPr>
              <a:defRPr/>
            </a:pPr>
            <a:r>
              <a:rPr lang="it-IT" sz="1800" b="1">
                <a:solidFill>
                  <a:schemeClr val="accent2"/>
                </a:solidFill>
                <a:latin typeface="Carlito"/>
                <a:ea typeface="Carlito"/>
                <a:cs typeface="Carlito"/>
              </a:rPr>
              <a:t>ricerca. </a:t>
            </a:r>
            <a:r>
              <a:rPr lang="it-IT" sz="1800" b="1">
                <a:solidFill>
                  <a:schemeClr val="accent2"/>
                </a:solidFill>
                <a:latin typeface="Carlito"/>
                <a:ea typeface="Carlito"/>
                <a:cs typeface="Carlito"/>
              </a:rPr>
              <a:t>Riprova più tardi.</a:t>
            </a:r>
            <a:endParaRPr lang="it-IT" sz="1800" b="1">
              <a:solidFill>
                <a:schemeClr val="accent2"/>
              </a:solidFill>
              <a:latin typeface="Carlito"/>
              <a:ea typeface="Carlito"/>
              <a:cs typeface="Carlito"/>
            </a:endParaRPr>
          </a:p>
        </p:txBody>
      </p:sp>
      <p:sp>
        <p:nvSpPr>
          <p:cNvPr id="61494009" name="CasellaDiTesto 25"/>
          <p:cNvSpPr txBox="1"/>
          <p:nvPr/>
        </p:nvSpPr>
        <p:spPr bwMode="auto">
          <a:xfrm>
            <a:off x="4503144" y="2386447"/>
            <a:ext cx="2979593" cy="5185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800" b="1">
                <a:solidFill>
                  <a:schemeClr val="accent2">
                    <a:lumMod val="50000"/>
                  </a:schemeClr>
                </a:solidFill>
                <a:latin typeface="Carlito"/>
                <a:ea typeface="Carlito"/>
                <a:cs typeface="Carlito"/>
              </a:rPr>
              <a:t>Errore nella ricerca</a:t>
            </a:r>
            <a:endParaRPr>
              <a:latin typeface="Carlito"/>
              <a:cs typeface="Carlito"/>
            </a:endParaRPr>
          </a:p>
        </p:txBody>
      </p:sp>
      <p:sp>
        <p:nvSpPr>
          <p:cNvPr id="1281093583" name="Rettangolo 79"/>
          <p:cNvSpPr/>
          <p:nvPr/>
        </p:nvSpPr>
        <p:spPr bwMode="auto">
          <a:xfrm rot="0" flipH="0" flipV="0">
            <a:off x="5431443" y="3613266"/>
            <a:ext cx="1098018" cy="3661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defRPr/>
            </a:pPr>
            <a:r>
              <a:rPr lang="it-IT" b="1"/>
              <a:t>Continua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165973328" name="Connettore diritto 4"/>
          <p:cNvCxnSpPr/>
          <p:nvPr/>
        </p:nvCxnSpPr>
        <p:spPr bwMode="auto">
          <a:xfrm>
            <a:off x="0" y="939799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16408067" name="CasellaDiTesto 13"/>
          <p:cNvSpPr txBox="1"/>
          <p:nvPr/>
        </p:nvSpPr>
        <p:spPr bwMode="auto">
          <a:xfrm>
            <a:off x="534613" y="137259"/>
            <a:ext cx="3364285" cy="584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it-IT" sz="3200" spc="599">
                <a:solidFill>
                  <a:schemeClr val="accent2"/>
                </a:solidFill>
                <a:latin typeface="Aharoni"/>
                <a:cs typeface="Aharoni"/>
              </a:rPr>
              <a:t>PickyEaters</a:t>
            </a:r>
            <a:endParaRPr lang="it-IT" spc="599">
              <a:solidFill>
                <a:schemeClr val="accent2"/>
              </a:solidFill>
              <a:latin typeface="Aharoni"/>
              <a:cs typeface="Aharoni"/>
            </a:endParaRPr>
          </a:p>
        </p:txBody>
      </p:sp>
      <p:pic>
        <p:nvPicPr>
          <p:cNvPr id="902827942" name="Elemento grafico 20" descr="Cursore con riempimento a tinta unita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1">
            <a:off x="0" y="136738"/>
            <a:ext cx="584775" cy="584775"/>
          </a:xfrm>
          <a:prstGeom prst="rect">
            <a:avLst/>
          </a:prstGeom>
        </p:spPr>
      </p:pic>
      <p:graphicFrame>
        <p:nvGraphicFramePr>
          <p:cNvPr id="2141105029" name="Tabella 21"/>
          <p:cNvGraphicFramePr>
            <a:graphicFrameLocks xmlns:a="http://schemas.openxmlformats.org/drawingml/2006/main"/>
          </p:cNvGraphicFramePr>
          <p:nvPr/>
        </p:nvGraphicFramePr>
        <p:xfrm rot="0">
          <a:off x="435222" y="2399926"/>
          <a:ext cx="11578320" cy="333756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{21E4AEA4-8DFA-4A89-87EB-49C32662AFE0}</a:tableStyleId>
              </a:tblPr>
              <a:tblGrid>
                <a:gridCol w="2036736"/>
                <a:gridCol w="1023262"/>
                <a:gridCol w="4267343"/>
                <a:gridCol w="2718783"/>
                <a:gridCol w="1443748"/>
              </a:tblGrid>
              <a:tr h="359702"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400" b="0" i="0" u="none" strike="noStrike" cap="none" spc="0">
                          <a:ln>
                            <a:noFill/>
                          </a:ln>
                          <a:solidFill>
                            <a:prstClr val="white"/>
                          </a:solidFill>
                          <a:latin typeface="Calibri"/>
                          <a:ea typeface="Arial"/>
                          <a:cs typeface="Arial"/>
                        </a:rPr>
                        <a:t>Nome piatto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 sz="1400" b="0" i="0" u="none" strike="noStrike" cap="none" spc="0">
                          <a:ln>
                            <a:noFill/>
                          </a:ln>
                          <a:solidFill>
                            <a:prstClr val="white"/>
                          </a:solidFill>
                          <a:latin typeface="Calibri"/>
                          <a:ea typeface="Arial"/>
                          <a:cs typeface="Arial"/>
                        </a:rPr>
                        <a:t>Tipo</a:t>
                      </a:r>
                      <a:endParaRPr lang="it-IT" sz="1400" b="0" i="0" u="none" strike="noStrike" cap="none" spc="0">
                        <a:ln>
                          <a:noFill/>
                        </a:ln>
                        <a:solidFill>
                          <a:prstClr val="white"/>
                        </a:solidFill>
                        <a:latin typeface="Calibri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400" b="0" i="0" u="none" strike="noStrike" cap="none" spc="0">
                          <a:ln>
                            <a:noFill/>
                          </a:ln>
                          <a:solidFill>
                            <a:prstClr val="white"/>
                          </a:solidFill>
                          <a:latin typeface="Calibri"/>
                          <a:ea typeface="Arial"/>
                          <a:cs typeface="Arial"/>
                        </a:rPr>
                        <a:t>Descrizione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400" b="0" i="0" u="none" strike="noStrike" cap="none" spc="0">
                          <a:ln>
                            <a:noFill/>
                          </a:ln>
                          <a:solidFill>
                            <a:prstClr val="white"/>
                          </a:solidFill>
                          <a:latin typeface="Calibri"/>
                          <a:ea typeface="Arial"/>
                          <a:cs typeface="Arial"/>
                        </a:rPr>
                        <a:t>Ingredienti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400" b="0" i="0" u="none" strike="noStrike" cap="none" spc="0">
                          <a:ln>
                            <a:noFill/>
                          </a:ln>
                          <a:solidFill>
                            <a:prstClr val="white"/>
                          </a:solidFill>
                          <a:latin typeface="Calibri"/>
                          <a:ea typeface="Arial"/>
                          <a:cs typeface="Arial"/>
                        </a:rPr>
                        <a:t>Allergeni</a:t>
                      </a:r>
                      <a:endParaRPr lang="it-IT" sz="1400" b="0" i="0" u="none" strike="noStrike" cap="none" spc="0">
                        <a:ln>
                          <a:noFill/>
                        </a:ln>
                        <a:solidFill>
                          <a:prstClr val="white"/>
                        </a:solidFill>
                        <a:latin typeface="Calibri"/>
                        <a:ea typeface="Arial"/>
                        <a:cs typeface="Arial"/>
                      </a:endParaRPr>
                    </a:p>
                  </a:txBody>
                  <a:tcPr/>
                </a:tc>
              </a:tr>
              <a:tr h="931681"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 sz="1200" b="0" i="0" u="none" strike="noStrik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Carlito"/>
                          <a:ea typeface="Carlito"/>
                          <a:cs typeface="Carlito"/>
                        </a:rPr>
                        <a:t>Spaghetti alla carbonara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>
                          <a:latin typeface="Carlito"/>
                          <a:ea typeface="Carlito"/>
                          <a:cs typeface="Carlito"/>
                        </a:rPr>
                        <a:t>Primo piatto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 sz="1200" b="0" i="0" u="none" strike="noStrike" cap="none" spc="0">
                          <a:solidFill>
                            <a:schemeClr val="dk1"/>
                          </a:solidFill>
                          <a:latin typeface="Carlito"/>
                          <a:ea typeface="Carlito"/>
                          <a:cs typeface="Carlito"/>
                        </a:rPr>
                        <a:t>Spaghetti di grano 100% italiano trafilati al bronzo, croccante     guanciale </a:t>
                      </a:r>
                      <a:r>
                        <a:rPr lang="it-IT" sz="1200" b="0" i="0" u="none" strike="noStrike" cap="none" spc="0">
                          <a:solidFill>
                            <a:schemeClr val="dk1"/>
                          </a:solidFill>
                          <a:latin typeface="Carlito"/>
                          <a:ea typeface="Carlito"/>
                          <a:cs typeface="Carlito"/>
                        </a:rPr>
                        <a:t>amatriciano </a:t>
                      </a:r>
                      <a:r>
                        <a:rPr lang="it-IT" sz="1200" b="0" i="0" u="none" strike="noStrike" cap="none" spc="0">
                          <a:solidFill>
                            <a:schemeClr val="dk1"/>
                          </a:solidFill>
                          <a:latin typeface="Carlito"/>
                          <a:ea typeface="Carlito"/>
                          <a:cs typeface="Carlito"/>
                        </a:rPr>
                        <a:t>d’allevamento biologico, avvolgente crema di uova laziali a KM 0, pecorino romano DOP ed aromatico pepe nero appena macinato.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Spaghetti di grano duro,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Guanciale,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Uova,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Pecorino Romano DOP,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Pepe nero,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Sale</a:t>
                      </a:r>
                      <a:endParaRPr sz="1200" b="0" i="0" u="none">
                        <a:solidFill>
                          <a:srgbClr val="000000"/>
                        </a:solidFill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Glutine,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Uova,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Latte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</a:tr>
              <a:tr h="931681"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 sz="1200" b="0" i="0" u="none" strike="noStrik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Carlito"/>
                          <a:ea typeface="Carlito"/>
                          <a:cs typeface="Carlito"/>
                        </a:rPr>
                        <a:t>Risotto alla crema di scampi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 sz="1200" b="0" i="0" u="none" strike="noStrik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Carlito"/>
                          <a:ea typeface="Carlito"/>
                          <a:cs typeface="Carlito"/>
                        </a:rPr>
                        <a:t>Primo piatto</a:t>
                      </a:r>
                      <a:endParaRPr sz="1200" b="0" i="0" u="none" strike="noStrike" cap="none" spc="0">
                        <a:ln>
                          <a:noFill/>
                        </a:ln>
                        <a:solidFill>
                          <a:prstClr val="black"/>
                        </a:solidFill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Riso Carnaroli selezionato, mantecato con una vellutata crema di scampi preparata con crostacei freschi, sfumatura di vino bianco, delicato fumetto di pesce, burro e Parmigiano Reggiano, impreziosito da polpa di scampi.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Riso Carnaroli,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Scampi,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Fumetto di pesce,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Vino bianco,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Burro,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Parmigiano Reggiano,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Olio extravergine di oliva,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Prezzemolo,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Sale,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Pepe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Crostacei</a:t>
                      </a:r>
                      <a:r>
                        <a:rPr>
                          <a:latin typeface="Carlito"/>
                          <a:ea typeface="Carlito"/>
                          <a:cs typeface="Carlito"/>
                        </a:rPr>
                        <a:t>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Latte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</a:tr>
              <a:tr h="931681"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 sz="1200" b="0" i="0" u="none" strike="noStrik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Carlito"/>
                          <a:ea typeface="Carlito"/>
                          <a:cs typeface="Carlito"/>
                        </a:rPr>
                        <a:t>Sautè di cozze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>
                          <a:latin typeface="Carlito"/>
                          <a:ea typeface="Carlito"/>
                          <a:cs typeface="Carlito"/>
                        </a:rPr>
                        <a:t>Secondo piatto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Cozze fresche selezionate, saltate in padella con olio extravergine di oliva, aglio dorato, vino bianco, pomodorini freschi e prezzemolo appena tritato, servite con fragranti crostini di pane tostato.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Cozze,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Olio extravergine di oliva,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Aglio,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Vino bianco,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Pomodorini,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Prezzemolo,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Pane per crostini,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Sale,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Pepe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Molluschi</a:t>
                      </a:r>
                      <a:r>
                        <a:rPr>
                          <a:latin typeface="Carlito"/>
                          <a:ea typeface="Carlito"/>
                          <a:cs typeface="Carlito"/>
                        </a:rPr>
                        <a:t>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Glutine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</a:tr>
              <a:tr h="1047562"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 sz="1200" b="0" i="0" u="none" strike="noStrik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Carlito"/>
                          <a:ea typeface="Carlito"/>
                          <a:cs typeface="Carlito"/>
                        </a:rPr>
                        <a:t>Tiramisù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>
                          <a:latin typeface="Carlito"/>
                          <a:ea typeface="Carlito"/>
                          <a:cs typeface="Carlito"/>
                        </a:rPr>
                        <a:t>Dessert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Soffici savoiardi imbevuti di caffè espresso, alternati a una vellutata crema al mascarpone con uova fresche e rifiniti con una generosa spolverata di cacao amaro.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Savoiardi,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Mascarpone,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Uova,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Caffè espresso,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Zucchero,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Cacao amaro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Glutine</a:t>
                      </a:r>
                      <a:r>
                        <a:rPr>
                          <a:latin typeface="Carlito"/>
                          <a:ea typeface="Carlito"/>
                          <a:cs typeface="Carlito"/>
                        </a:rPr>
                        <a:t>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Uova,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Carlito"/>
                          <a:ea typeface="Carlito"/>
                          <a:cs typeface="Carlito"/>
                        </a:rPr>
                        <a:t>Latte</a:t>
                      </a: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561514" name="CasellaDiTesto 32"/>
          <p:cNvSpPr txBox="1"/>
          <p:nvPr/>
        </p:nvSpPr>
        <p:spPr bwMode="auto">
          <a:xfrm>
            <a:off x="8534795" y="205108"/>
            <a:ext cx="2764688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/>
              <a:t>Buongiorno, </a:t>
            </a:r>
            <a:r>
              <a:rPr lang="it-IT" b="1" i="1"/>
              <a:t>Luca Gasperini</a:t>
            </a:r>
            <a:endParaRPr/>
          </a:p>
        </p:txBody>
      </p:sp>
      <p:sp>
        <p:nvSpPr>
          <p:cNvPr id="1655878584" name="CasellaDiTesto 24"/>
          <p:cNvSpPr txBox="1"/>
          <p:nvPr/>
        </p:nvSpPr>
        <p:spPr bwMode="auto">
          <a:xfrm>
            <a:off x="4240082" y="1459737"/>
            <a:ext cx="2922603" cy="4575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400" b="1">
                <a:solidFill>
                  <a:schemeClr val="accent2"/>
                </a:solidFill>
                <a:latin typeface="Carlito"/>
                <a:ea typeface="Carlito"/>
                <a:cs typeface="Carlito"/>
              </a:rPr>
              <a:t>Il menù del ristorante</a:t>
            </a:r>
            <a:endParaRPr>
              <a:latin typeface="Carlito"/>
              <a:cs typeface="Carlito"/>
            </a:endParaRPr>
          </a:p>
        </p:txBody>
      </p:sp>
      <p:sp>
        <p:nvSpPr>
          <p:cNvPr id="2085142216" name="CasellaDiTesto 25"/>
          <p:cNvSpPr txBox="1"/>
          <p:nvPr/>
        </p:nvSpPr>
        <p:spPr bwMode="auto">
          <a:xfrm>
            <a:off x="4070599" y="1113459"/>
            <a:ext cx="3261569" cy="5185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800" b="1">
                <a:solidFill>
                  <a:schemeClr val="accent2">
                    <a:lumMod val="50000"/>
                  </a:schemeClr>
                </a:solidFill>
                <a:latin typeface="Carlito"/>
                <a:ea typeface="Carlito"/>
                <a:cs typeface="Carlito"/>
              </a:rPr>
              <a:t>Osteria del Gianicolo</a:t>
            </a:r>
            <a:endParaRPr>
              <a:latin typeface="Carlito"/>
              <a:cs typeface="Carlito"/>
            </a:endParaRPr>
          </a:p>
        </p:txBody>
      </p:sp>
      <p:cxnSp>
        <p:nvCxnSpPr>
          <p:cNvPr id="1840715579" name="Connettore diritto 4"/>
          <p:cNvCxnSpPr/>
          <p:nvPr/>
        </p:nvCxnSpPr>
        <p:spPr bwMode="auto">
          <a:xfrm>
            <a:off x="0" y="2201907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284066489" name="Gruppo 97"/>
          <p:cNvGrpSpPr/>
          <p:nvPr/>
        </p:nvGrpSpPr>
        <p:grpSpPr bwMode="auto">
          <a:xfrm>
            <a:off x="11357834" y="171518"/>
            <a:ext cx="547551" cy="405689"/>
            <a:chOff x="0" y="0"/>
            <a:chExt cx="547551" cy="405689"/>
          </a:xfrm>
        </p:grpSpPr>
        <p:sp>
          <p:nvSpPr>
            <p:cNvPr id="247471733" name="Rettangolo con angoli arrotondati 91"/>
            <p:cNvSpPr/>
            <p:nvPr/>
          </p:nvSpPr>
          <p:spPr bwMode="auto">
            <a:xfrm>
              <a:off x="0" y="0"/>
              <a:ext cx="547551" cy="405689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>
                <a:defRPr/>
              </a:pPr>
              <a:endParaRPr lang="it-IT"/>
            </a:p>
          </p:txBody>
        </p:sp>
        <p:grpSp>
          <p:nvGrpSpPr>
            <p:cNvPr id="186855282" name="Gruppo 92"/>
            <p:cNvGrpSpPr/>
            <p:nvPr/>
          </p:nvGrpSpPr>
          <p:grpSpPr bwMode="auto">
            <a:xfrm>
              <a:off x="58556" y="89284"/>
              <a:ext cx="436966" cy="226758"/>
              <a:chOff x="0" y="0"/>
              <a:chExt cx="436966" cy="226758"/>
            </a:xfrm>
            <a:solidFill>
              <a:schemeClr val="bg1"/>
            </a:solidFill>
          </p:grpSpPr>
          <p:sp>
            <p:nvSpPr>
              <p:cNvPr id="1166951736" name="Elemento grafico 76" descr="Accento circonflesso verso il basso con riempimento a tinta unita"/>
              <p:cNvSpPr/>
              <p:nvPr/>
            </p:nvSpPr>
            <p:spPr bwMode="auto">
              <a:xfrm>
                <a:off x="276744" y="86670"/>
                <a:ext cx="160221" cy="91240"/>
              </a:xfrm>
              <a:custGeom>
                <a:avLst/>
                <a:gdLst>
                  <a:gd name="connsiteX0" fmla="*/ 106321 w 212620"/>
                  <a:gd name="connsiteY0" fmla="*/ 122264 h 122264"/>
                  <a:gd name="connsiteX1" fmla="*/ 0 w 212620"/>
                  <a:gd name="connsiteY1" fmla="*/ 15966 h 122264"/>
                  <a:gd name="connsiteX2" fmla="*/ 15962 w 212620"/>
                  <a:gd name="connsiteY2" fmla="*/ 0 h 122264"/>
                  <a:gd name="connsiteX3" fmla="*/ 106321 w 212620"/>
                  <a:gd name="connsiteY3" fmla="*/ 90341 h 122264"/>
                  <a:gd name="connsiteX4" fmla="*/ 196659 w 212620"/>
                  <a:gd name="connsiteY4" fmla="*/ 4 h 122264"/>
                  <a:gd name="connsiteX5" fmla="*/ 212620 w 212620"/>
                  <a:gd name="connsiteY5" fmla="*/ 15966 h 122264"/>
                  <a:gd name="connsiteX6" fmla="*/ 106321 w 212620"/>
                  <a:gd name="connsiteY6" fmla="*/ 122264 h 1222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2620" h="122264" fill="norm" stroke="1" extrusionOk="0">
                    <a:moveTo>
                      <a:pt x="106321" y="122264"/>
                    </a:moveTo>
                    <a:lnTo>
                      <a:pt x="0" y="15966"/>
                    </a:lnTo>
                    <a:lnTo>
                      <a:pt x="15962" y="0"/>
                    </a:lnTo>
                    <a:lnTo>
                      <a:pt x="106321" y="90341"/>
                    </a:lnTo>
                    <a:lnTo>
                      <a:pt x="196659" y="4"/>
                    </a:lnTo>
                    <a:lnTo>
                      <a:pt x="212620" y="15966"/>
                    </a:lnTo>
                    <a:lnTo>
                      <a:pt x="106321" y="122264"/>
                    </a:lnTo>
                    <a:close/>
                  </a:path>
                </a:pathLst>
              </a:custGeom>
              <a:grpFill/>
              <a:ln w="36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it-IT"/>
              </a:p>
            </p:txBody>
          </p:sp>
          <p:grpSp>
            <p:nvGrpSpPr>
              <p:cNvPr id="1293664165" name="Elemento grafico 78" descr="Utente con riempimento a tinta unita"/>
              <p:cNvGrpSpPr/>
              <p:nvPr/>
            </p:nvGrpSpPr>
            <p:grpSpPr bwMode="auto">
              <a:xfrm>
                <a:off x="0" y="0"/>
                <a:ext cx="215509" cy="226758"/>
                <a:chOff x="0" y="0"/>
                <a:chExt cx="215509" cy="226758"/>
              </a:xfrm>
              <a:grpFill/>
            </p:grpSpPr>
            <p:sp>
              <p:nvSpPr>
                <p:cNvPr id="786943584" name="Figura a mano libera: forma 95"/>
                <p:cNvSpPr/>
                <p:nvPr/>
              </p:nvSpPr>
              <p:spPr bwMode="auto">
                <a:xfrm>
                  <a:off x="53877" y="0"/>
                  <a:ext cx="107754" cy="106710"/>
                </a:xfrm>
                <a:custGeom>
                  <a:avLst/>
                  <a:gdLst>
                    <a:gd name="connsiteX0" fmla="*/ 142994 w 142994"/>
                    <a:gd name="connsiteY0" fmla="*/ 71497 h 142994"/>
                    <a:gd name="connsiteX1" fmla="*/ 71497 w 142994"/>
                    <a:gd name="connsiteY1" fmla="*/ 142994 h 142994"/>
                    <a:gd name="connsiteX2" fmla="*/ 0 w 142994"/>
                    <a:gd name="connsiteY2" fmla="*/ 71497 h 142994"/>
                    <a:gd name="connsiteX3" fmla="*/ 71497 w 142994"/>
                    <a:gd name="connsiteY3" fmla="*/ 0 h 142994"/>
                    <a:gd name="connsiteX4" fmla="*/ 142994 w 142994"/>
                    <a:gd name="connsiteY4" fmla="*/ 71497 h 142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2994" h="142994" fill="norm" stroke="1" extrusionOk="0">
                      <a:moveTo>
                        <a:pt x="142994" y="71497"/>
                      </a:moveTo>
                      <a:cubicBezTo>
                        <a:pt x="142994" y="110984"/>
                        <a:pt x="110984" y="142994"/>
                        <a:pt x="71497" y="142994"/>
                      </a:cubicBezTo>
                      <a:cubicBezTo>
                        <a:pt x="32010" y="142994"/>
                        <a:pt x="0" y="110984"/>
                        <a:pt x="0" y="71497"/>
                      </a:cubicBezTo>
                      <a:cubicBezTo>
                        <a:pt x="0" y="32010"/>
                        <a:pt x="32010" y="0"/>
                        <a:pt x="71497" y="0"/>
                      </a:cubicBezTo>
                      <a:cubicBezTo>
                        <a:pt x="110984" y="0"/>
                        <a:pt x="142994" y="32010"/>
                        <a:pt x="142994" y="71497"/>
                      </a:cubicBezTo>
                      <a:close/>
                    </a:path>
                  </a:pathLst>
                </a:custGeom>
                <a:grpFill/>
                <a:ln w="44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it-IT"/>
                </a:p>
              </p:txBody>
            </p:sp>
            <p:sp>
              <p:nvSpPr>
                <p:cNvPr id="1627238246" name="Figura a mano libera: forma 96"/>
                <p:cNvSpPr/>
                <p:nvPr/>
              </p:nvSpPr>
              <p:spPr bwMode="auto">
                <a:xfrm>
                  <a:off x="0" y="120048"/>
                  <a:ext cx="215509" cy="106710"/>
                </a:xfrm>
                <a:custGeom>
                  <a:avLst/>
                  <a:gdLst>
                    <a:gd name="connsiteX0" fmla="*/ 285989 w 285988"/>
                    <a:gd name="connsiteY0" fmla="*/ 142994 h 142994"/>
                    <a:gd name="connsiteX1" fmla="*/ 285989 w 285988"/>
                    <a:gd name="connsiteY1" fmla="*/ 71497 h 142994"/>
                    <a:gd name="connsiteX2" fmla="*/ 271689 w 285988"/>
                    <a:gd name="connsiteY2" fmla="*/ 42898 h 142994"/>
                    <a:gd name="connsiteX3" fmla="*/ 201980 w 285988"/>
                    <a:gd name="connsiteY3" fmla="*/ 8937 h 142994"/>
                    <a:gd name="connsiteX4" fmla="*/ 142994 w 285988"/>
                    <a:gd name="connsiteY4" fmla="*/ 0 h 142994"/>
                    <a:gd name="connsiteX5" fmla="*/ 84009 w 285988"/>
                    <a:gd name="connsiteY5" fmla="*/ 8937 h 142994"/>
                    <a:gd name="connsiteX6" fmla="*/ 14299 w 285988"/>
                    <a:gd name="connsiteY6" fmla="*/ 42898 h 142994"/>
                    <a:gd name="connsiteX7" fmla="*/ 0 w 285988"/>
                    <a:gd name="connsiteY7" fmla="*/ 71497 h 142994"/>
                    <a:gd name="connsiteX8" fmla="*/ 0 w 285988"/>
                    <a:gd name="connsiteY8" fmla="*/ 142994 h 142994"/>
                    <a:gd name="connsiteX9" fmla="*/ 285989 w 285988"/>
                    <a:gd name="connsiteY9" fmla="*/ 142994 h 142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85988" h="142994" fill="norm" stroke="1" extrusionOk="0">
                      <a:moveTo>
                        <a:pt x="285989" y="142994"/>
                      </a:moveTo>
                      <a:lnTo>
                        <a:pt x="285989" y="71497"/>
                      </a:lnTo>
                      <a:cubicBezTo>
                        <a:pt x="285989" y="60773"/>
                        <a:pt x="280626" y="50048"/>
                        <a:pt x="271689" y="42898"/>
                      </a:cubicBezTo>
                      <a:cubicBezTo>
                        <a:pt x="252028" y="26811"/>
                        <a:pt x="227004" y="16087"/>
                        <a:pt x="201980" y="8937"/>
                      </a:cubicBezTo>
                      <a:cubicBezTo>
                        <a:pt x="184105" y="3575"/>
                        <a:pt x="164443" y="0"/>
                        <a:pt x="142994" y="0"/>
                      </a:cubicBezTo>
                      <a:cubicBezTo>
                        <a:pt x="123333" y="0"/>
                        <a:pt x="103671" y="3575"/>
                        <a:pt x="84009" y="8937"/>
                      </a:cubicBezTo>
                      <a:cubicBezTo>
                        <a:pt x="58985" y="16087"/>
                        <a:pt x="33961" y="28599"/>
                        <a:pt x="14299" y="42898"/>
                      </a:cubicBezTo>
                      <a:cubicBezTo>
                        <a:pt x="5362" y="50048"/>
                        <a:pt x="0" y="60773"/>
                        <a:pt x="0" y="71497"/>
                      </a:cubicBezTo>
                      <a:lnTo>
                        <a:pt x="0" y="142994"/>
                      </a:lnTo>
                      <a:lnTo>
                        <a:pt x="285989" y="142994"/>
                      </a:lnTo>
                      <a:close/>
                    </a:path>
                  </a:pathLst>
                </a:custGeom>
                <a:grpFill/>
                <a:ln w="44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it-IT"/>
                </a:p>
              </p:txBody>
            </p:sp>
          </p:grpSp>
        </p:grpSp>
      </p:grpSp>
      <p:grpSp>
        <p:nvGrpSpPr>
          <p:cNvPr id="1629709673" name="Gruppo 143"/>
          <p:cNvGrpSpPr/>
          <p:nvPr/>
        </p:nvGrpSpPr>
        <p:grpSpPr bwMode="auto">
          <a:xfrm>
            <a:off x="482953" y="1326819"/>
            <a:ext cx="960195" cy="305159"/>
            <a:chOff x="0" y="0"/>
            <a:chExt cx="960195" cy="305159"/>
          </a:xfrm>
        </p:grpSpPr>
        <p:sp>
          <p:nvSpPr>
            <p:cNvPr id="1890727654" name="Rettangolo 123"/>
            <p:cNvSpPr/>
            <p:nvPr/>
          </p:nvSpPr>
          <p:spPr bwMode="auto">
            <a:xfrm>
              <a:off x="0" y="0"/>
              <a:ext cx="960195" cy="30515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r">
                <a:defRPr/>
              </a:pPr>
              <a:r>
                <a:rPr lang="it-IT" sz="1400">
                  <a:solidFill>
                    <a:schemeClr val="accent1"/>
                  </a:solidFill>
                </a:rPr>
                <a:t>Indietro</a:t>
              </a:r>
              <a:endParaRPr/>
            </a:p>
          </p:txBody>
        </p:sp>
        <p:pic>
          <p:nvPicPr>
            <p:cNvPr id="2049663662" name="Elemento grafico 141" descr="Accento circonflesso verso sinistra con riempimento a tinta unita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>
              <a:off x="55584" y="45899"/>
              <a:ext cx="228315" cy="228315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09627334" name="Connettore diritto 4"/>
          <p:cNvCxnSpPr/>
          <p:nvPr/>
        </p:nvCxnSpPr>
        <p:spPr bwMode="auto">
          <a:xfrm>
            <a:off x="0" y="939799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93848781" name="CasellaDiTesto 13"/>
          <p:cNvSpPr txBox="1"/>
          <p:nvPr/>
        </p:nvSpPr>
        <p:spPr bwMode="auto">
          <a:xfrm>
            <a:off x="534613" y="137259"/>
            <a:ext cx="3364285" cy="584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it-IT" sz="3200" spc="599">
                <a:solidFill>
                  <a:schemeClr val="accent2"/>
                </a:solidFill>
                <a:latin typeface="Aharoni"/>
                <a:cs typeface="Aharoni"/>
              </a:rPr>
              <a:t>PickyEaters</a:t>
            </a:r>
            <a:endParaRPr lang="it-IT" spc="599">
              <a:solidFill>
                <a:schemeClr val="accent2"/>
              </a:solidFill>
              <a:latin typeface="Aharoni"/>
              <a:cs typeface="Aharoni"/>
            </a:endParaRPr>
          </a:p>
        </p:txBody>
      </p:sp>
      <p:pic>
        <p:nvPicPr>
          <p:cNvPr id="1893580388" name="Elemento grafico 20" descr="Cursore con riempimento a tinta unita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1">
            <a:off x="0" y="136738"/>
            <a:ext cx="584775" cy="584775"/>
          </a:xfrm>
          <a:prstGeom prst="rect">
            <a:avLst/>
          </a:prstGeom>
        </p:spPr>
      </p:pic>
      <p:graphicFrame>
        <p:nvGraphicFramePr>
          <p:cNvPr id="1635234228" name="Tabella 21"/>
          <p:cNvGraphicFramePr>
            <a:graphicFrameLocks xmlns:a="http://schemas.openxmlformats.org/drawingml/2006/main"/>
          </p:cNvGraphicFramePr>
          <p:nvPr/>
        </p:nvGraphicFramePr>
        <p:xfrm rot="0">
          <a:off x="435222" y="2399926"/>
          <a:ext cx="11578320" cy="333756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{21E4AEA4-8DFA-4A89-87EB-49C32662AFE0}</a:tableStyleId>
              </a:tblPr>
              <a:tblGrid>
                <a:gridCol w="2036736"/>
                <a:gridCol w="1023262"/>
                <a:gridCol w="4267343"/>
                <a:gridCol w="2718783"/>
                <a:gridCol w="1443748"/>
              </a:tblGrid>
              <a:tr h="359702"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400" b="0" i="0" u="none" strike="noStrike" cap="none" spc="0">
                          <a:ln>
                            <a:noFill/>
                          </a:ln>
                          <a:solidFill>
                            <a:prstClr val="white"/>
                          </a:solidFill>
                          <a:latin typeface="Calibri"/>
                          <a:ea typeface="Arial"/>
                          <a:cs typeface="Arial"/>
                        </a:rPr>
                        <a:t>Nome piatto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 sz="1400" b="0" i="0" u="none" strike="noStrike" cap="none" spc="0">
                          <a:ln>
                            <a:noFill/>
                          </a:ln>
                          <a:solidFill>
                            <a:prstClr val="white"/>
                          </a:solidFill>
                          <a:latin typeface="Calibri"/>
                          <a:ea typeface="Arial"/>
                          <a:cs typeface="Arial"/>
                        </a:rPr>
                        <a:t>Tipo</a:t>
                      </a:r>
                      <a:endParaRPr lang="it-IT" sz="1400" b="0" i="0" u="none" strike="noStrike" cap="none" spc="0">
                        <a:ln>
                          <a:noFill/>
                        </a:ln>
                        <a:solidFill>
                          <a:prstClr val="white"/>
                        </a:solidFill>
                        <a:latin typeface="Calibri"/>
                        <a:ea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400" b="0" i="0" u="none" strike="noStrike" cap="none" spc="0">
                          <a:ln>
                            <a:noFill/>
                          </a:ln>
                          <a:solidFill>
                            <a:prstClr val="white"/>
                          </a:solidFill>
                          <a:latin typeface="Calibri"/>
                          <a:ea typeface="Arial"/>
                          <a:cs typeface="Arial"/>
                        </a:rPr>
                        <a:t>Descrizione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400" b="0" i="0" u="none" strike="noStrike" cap="none" spc="0">
                          <a:ln>
                            <a:noFill/>
                          </a:ln>
                          <a:solidFill>
                            <a:prstClr val="white"/>
                          </a:solidFill>
                          <a:latin typeface="Calibri"/>
                          <a:ea typeface="Arial"/>
                          <a:cs typeface="Arial"/>
                        </a:rPr>
                        <a:t>Ingredienti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400" b="0" i="0" u="none" strike="noStrike" cap="none" spc="0">
                          <a:ln>
                            <a:noFill/>
                          </a:ln>
                          <a:solidFill>
                            <a:prstClr val="white"/>
                          </a:solidFill>
                          <a:latin typeface="Calibri"/>
                          <a:ea typeface="Arial"/>
                          <a:cs typeface="Arial"/>
                        </a:rPr>
                        <a:t>Allergeni</a:t>
                      </a:r>
                      <a:endParaRPr lang="it-IT" sz="1400" b="0" i="0" u="none" strike="noStrike" cap="none" spc="0">
                        <a:ln>
                          <a:noFill/>
                        </a:ln>
                        <a:solidFill>
                          <a:prstClr val="white"/>
                        </a:solidFill>
                        <a:latin typeface="Calibri"/>
                        <a:ea typeface="Arial"/>
                        <a:cs typeface="Arial"/>
                      </a:endParaRPr>
                    </a:p>
                  </a:txBody>
                  <a:tcPr/>
                </a:tc>
              </a:tr>
              <a:tr h="931681">
                <a:tc>
                  <a:txBody>
                    <a:bodyPr/>
                    <a:p>
                      <a:pPr>
                        <a:defRPr/>
                      </a:pPr>
                      <a:endParaRPr sz="1200"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 b="0" i="0" u="none">
                        <a:solidFill>
                          <a:srgbClr val="000000"/>
                        </a:solidFill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</a:tr>
              <a:tr h="931681"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 b="0" i="0" u="none" strike="noStrike" cap="none" spc="0">
                        <a:ln>
                          <a:noFill/>
                        </a:ln>
                        <a:solidFill>
                          <a:prstClr val="black"/>
                        </a:solidFill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</a:tr>
              <a:tr h="931681"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sz="1200"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</a:tr>
              <a:tr h="1047562"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>
                        <a:latin typeface="Carlito"/>
                        <a:cs typeface="Carlito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662161" name="CasellaDiTesto 32"/>
          <p:cNvSpPr txBox="1"/>
          <p:nvPr/>
        </p:nvSpPr>
        <p:spPr bwMode="auto">
          <a:xfrm>
            <a:off x="8534795" y="205108"/>
            <a:ext cx="2764688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/>
              <a:t>Buongiorno, </a:t>
            </a:r>
            <a:r>
              <a:rPr lang="it-IT" b="1" i="1"/>
              <a:t>Luca Gasperini</a:t>
            </a:r>
            <a:endParaRPr/>
          </a:p>
        </p:txBody>
      </p:sp>
      <p:sp>
        <p:nvSpPr>
          <p:cNvPr id="1267424964" name="CasellaDiTesto 24"/>
          <p:cNvSpPr txBox="1"/>
          <p:nvPr/>
        </p:nvSpPr>
        <p:spPr bwMode="auto">
          <a:xfrm>
            <a:off x="4240082" y="1459737"/>
            <a:ext cx="2922603" cy="4575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400" b="1">
                <a:solidFill>
                  <a:schemeClr val="accent2"/>
                </a:solidFill>
                <a:latin typeface="Carlito"/>
                <a:ea typeface="Carlito"/>
                <a:cs typeface="Carlito"/>
              </a:rPr>
              <a:t>Il menù del ristorante</a:t>
            </a:r>
            <a:endParaRPr>
              <a:latin typeface="Carlito"/>
              <a:cs typeface="Carlito"/>
            </a:endParaRPr>
          </a:p>
        </p:txBody>
      </p:sp>
      <p:sp>
        <p:nvSpPr>
          <p:cNvPr id="1184905207" name="CasellaDiTesto 25"/>
          <p:cNvSpPr txBox="1"/>
          <p:nvPr/>
        </p:nvSpPr>
        <p:spPr bwMode="auto">
          <a:xfrm>
            <a:off x="4070599" y="1113459"/>
            <a:ext cx="3261569" cy="5185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800" b="1">
                <a:solidFill>
                  <a:schemeClr val="accent2">
                    <a:lumMod val="50000"/>
                  </a:schemeClr>
                </a:solidFill>
                <a:latin typeface="Carlito"/>
                <a:ea typeface="Carlito"/>
                <a:cs typeface="Carlito"/>
              </a:rPr>
              <a:t>Osteria del Gianicolo</a:t>
            </a:r>
            <a:endParaRPr>
              <a:latin typeface="Carlito"/>
              <a:cs typeface="Carlito"/>
            </a:endParaRPr>
          </a:p>
        </p:txBody>
      </p:sp>
      <p:cxnSp>
        <p:nvCxnSpPr>
          <p:cNvPr id="764017626" name="Connettore diritto 4"/>
          <p:cNvCxnSpPr/>
          <p:nvPr/>
        </p:nvCxnSpPr>
        <p:spPr bwMode="auto">
          <a:xfrm>
            <a:off x="0" y="2201907"/>
            <a:ext cx="1219199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985318709" name="Gruppo 97"/>
          <p:cNvGrpSpPr/>
          <p:nvPr/>
        </p:nvGrpSpPr>
        <p:grpSpPr bwMode="auto">
          <a:xfrm>
            <a:off x="11357834" y="171518"/>
            <a:ext cx="547551" cy="405689"/>
            <a:chOff x="0" y="0"/>
            <a:chExt cx="547551" cy="405689"/>
          </a:xfrm>
        </p:grpSpPr>
        <p:sp>
          <p:nvSpPr>
            <p:cNvPr id="914603721" name="Rettangolo con angoli arrotondati 91"/>
            <p:cNvSpPr/>
            <p:nvPr/>
          </p:nvSpPr>
          <p:spPr bwMode="auto">
            <a:xfrm>
              <a:off x="0" y="0"/>
              <a:ext cx="547551" cy="405689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>
                <a:defRPr/>
              </a:pPr>
              <a:endParaRPr lang="it-IT"/>
            </a:p>
          </p:txBody>
        </p:sp>
        <p:grpSp>
          <p:nvGrpSpPr>
            <p:cNvPr id="1598487497" name="Gruppo 92"/>
            <p:cNvGrpSpPr/>
            <p:nvPr/>
          </p:nvGrpSpPr>
          <p:grpSpPr bwMode="auto">
            <a:xfrm>
              <a:off x="58556" y="89284"/>
              <a:ext cx="436966" cy="226758"/>
              <a:chOff x="0" y="0"/>
              <a:chExt cx="436966" cy="226758"/>
            </a:xfrm>
            <a:solidFill>
              <a:schemeClr val="bg1"/>
            </a:solidFill>
          </p:grpSpPr>
          <p:sp>
            <p:nvSpPr>
              <p:cNvPr id="409481247" name="Elemento grafico 76" descr="Accento circonflesso verso il basso con riempimento a tinta unita"/>
              <p:cNvSpPr/>
              <p:nvPr/>
            </p:nvSpPr>
            <p:spPr bwMode="auto">
              <a:xfrm>
                <a:off x="276744" y="86670"/>
                <a:ext cx="160221" cy="91240"/>
              </a:xfrm>
              <a:custGeom>
                <a:avLst/>
                <a:gdLst>
                  <a:gd name="connsiteX0" fmla="*/ 106321 w 212620"/>
                  <a:gd name="connsiteY0" fmla="*/ 122264 h 122264"/>
                  <a:gd name="connsiteX1" fmla="*/ 0 w 212620"/>
                  <a:gd name="connsiteY1" fmla="*/ 15966 h 122264"/>
                  <a:gd name="connsiteX2" fmla="*/ 15962 w 212620"/>
                  <a:gd name="connsiteY2" fmla="*/ 0 h 122264"/>
                  <a:gd name="connsiteX3" fmla="*/ 106321 w 212620"/>
                  <a:gd name="connsiteY3" fmla="*/ 90341 h 122264"/>
                  <a:gd name="connsiteX4" fmla="*/ 196659 w 212620"/>
                  <a:gd name="connsiteY4" fmla="*/ 4 h 122264"/>
                  <a:gd name="connsiteX5" fmla="*/ 212620 w 212620"/>
                  <a:gd name="connsiteY5" fmla="*/ 15966 h 122264"/>
                  <a:gd name="connsiteX6" fmla="*/ 106321 w 212620"/>
                  <a:gd name="connsiteY6" fmla="*/ 122264 h 1222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2620" h="122264" fill="norm" stroke="1" extrusionOk="0">
                    <a:moveTo>
                      <a:pt x="106321" y="122264"/>
                    </a:moveTo>
                    <a:lnTo>
                      <a:pt x="0" y="15966"/>
                    </a:lnTo>
                    <a:lnTo>
                      <a:pt x="15962" y="0"/>
                    </a:lnTo>
                    <a:lnTo>
                      <a:pt x="106321" y="90341"/>
                    </a:lnTo>
                    <a:lnTo>
                      <a:pt x="196659" y="4"/>
                    </a:lnTo>
                    <a:lnTo>
                      <a:pt x="212620" y="15966"/>
                    </a:lnTo>
                    <a:lnTo>
                      <a:pt x="106321" y="122264"/>
                    </a:lnTo>
                    <a:close/>
                  </a:path>
                </a:pathLst>
              </a:custGeom>
              <a:grpFill/>
              <a:ln w="36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it-IT"/>
              </a:p>
            </p:txBody>
          </p:sp>
          <p:grpSp>
            <p:nvGrpSpPr>
              <p:cNvPr id="158651607" name="Elemento grafico 78" descr="Utente con riempimento a tinta unita"/>
              <p:cNvGrpSpPr/>
              <p:nvPr/>
            </p:nvGrpSpPr>
            <p:grpSpPr bwMode="auto">
              <a:xfrm>
                <a:off x="0" y="0"/>
                <a:ext cx="215509" cy="226758"/>
                <a:chOff x="0" y="0"/>
                <a:chExt cx="215509" cy="226758"/>
              </a:xfrm>
              <a:grpFill/>
            </p:grpSpPr>
            <p:sp>
              <p:nvSpPr>
                <p:cNvPr id="1526800584" name="Figura a mano libera: forma 95"/>
                <p:cNvSpPr/>
                <p:nvPr/>
              </p:nvSpPr>
              <p:spPr bwMode="auto">
                <a:xfrm>
                  <a:off x="53877" y="0"/>
                  <a:ext cx="107754" cy="106710"/>
                </a:xfrm>
                <a:custGeom>
                  <a:avLst/>
                  <a:gdLst>
                    <a:gd name="connsiteX0" fmla="*/ 142994 w 142994"/>
                    <a:gd name="connsiteY0" fmla="*/ 71497 h 142994"/>
                    <a:gd name="connsiteX1" fmla="*/ 71497 w 142994"/>
                    <a:gd name="connsiteY1" fmla="*/ 142994 h 142994"/>
                    <a:gd name="connsiteX2" fmla="*/ 0 w 142994"/>
                    <a:gd name="connsiteY2" fmla="*/ 71497 h 142994"/>
                    <a:gd name="connsiteX3" fmla="*/ 71497 w 142994"/>
                    <a:gd name="connsiteY3" fmla="*/ 0 h 142994"/>
                    <a:gd name="connsiteX4" fmla="*/ 142994 w 142994"/>
                    <a:gd name="connsiteY4" fmla="*/ 71497 h 142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2994" h="142994" fill="norm" stroke="1" extrusionOk="0">
                      <a:moveTo>
                        <a:pt x="142994" y="71497"/>
                      </a:moveTo>
                      <a:cubicBezTo>
                        <a:pt x="142994" y="110984"/>
                        <a:pt x="110984" y="142994"/>
                        <a:pt x="71497" y="142994"/>
                      </a:cubicBezTo>
                      <a:cubicBezTo>
                        <a:pt x="32010" y="142994"/>
                        <a:pt x="0" y="110984"/>
                        <a:pt x="0" y="71497"/>
                      </a:cubicBezTo>
                      <a:cubicBezTo>
                        <a:pt x="0" y="32010"/>
                        <a:pt x="32010" y="0"/>
                        <a:pt x="71497" y="0"/>
                      </a:cubicBezTo>
                      <a:cubicBezTo>
                        <a:pt x="110984" y="0"/>
                        <a:pt x="142994" y="32010"/>
                        <a:pt x="142994" y="71497"/>
                      </a:cubicBezTo>
                      <a:close/>
                    </a:path>
                  </a:pathLst>
                </a:custGeom>
                <a:grpFill/>
                <a:ln w="44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it-IT"/>
                </a:p>
              </p:txBody>
            </p:sp>
            <p:sp>
              <p:nvSpPr>
                <p:cNvPr id="1350004508" name="Figura a mano libera: forma 96"/>
                <p:cNvSpPr/>
                <p:nvPr/>
              </p:nvSpPr>
              <p:spPr bwMode="auto">
                <a:xfrm>
                  <a:off x="0" y="120048"/>
                  <a:ext cx="215509" cy="106710"/>
                </a:xfrm>
                <a:custGeom>
                  <a:avLst/>
                  <a:gdLst>
                    <a:gd name="connsiteX0" fmla="*/ 285989 w 285988"/>
                    <a:gd name="connsiteY0" fmla="*/ 142994 h 142994"/>
                    <a:gd name="connsiteX1" fmla="*/ 285989 w 285988"/>
                    <a:gd name="connsiteY1" fmla="*/ 71497 h 142994"/>
                    <a:gd name="connsiteX2" fmla="*/ 271689 w 285988"/>
                    <a:gd name="connsiteY2" fmla="*/ 42898 h 142994"/>
                    <a:gd name="connsiteX3" fmla="*/ 201980 w 285988"/>
                    <a:gd name="connsiteY3" fmla="*/ 8937 h 142994"/>
                    <a:gd name="connsiteX4" fmla="*/ 142994 w 285988"/>
                    <a:gd name="connsiteY4" fmla="*/ 0 h 142994"/>
                    <a:gd name="connsiteX5" fmla="*/ 84009 w 285988"/>
                    <a:gd name="connsiteY5" fmla="*/ 8937 h 142994"/>
                    <a:gd name="connsiteX6" fmla="*/ 14299 w 285988"/>
                    <a:gd name="connsiteY6" fmla="*/ 42898 h 142994"/>
                    <a:gd name="connsiteX7" fmla="*/ 0 w 285988"/>
                    <a:gd name="connsiteY7" fmla="*/ 71497 h 142994"/>
                    <a:gd name="connsiteX8" fmla="*/ 0 w 285988"/>
                    <a:gd name="connsiteY8" fmla="*/ 142994 h 142994"/>
                    <a:gd name="connsiteX9" fmla="*/ 285989 w 285988"/>
                    <a:gd name="connsiteY9" fmla="*/ 142994 h 142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85988" h="142994" fill="norm" stroke="1" extrusionOk="0">
                      <a:moveTo>
                        <a:pt x="285989" y="142994"/>
                      </a:moveTo>
                      <a:lnTo>
                        <a:pt x="285989" y="71497"/>
                      </a:lnTo>
                      <a:cubicBezTo>
                        <a:pt x="285989" y="60773"/>
                        <a:pt x="280626" y="50048"/>
                        <a:pt x="271689" y="42898"/>
                      </a:cubicBezTo>
                      <a:cubicBezTo>
                        <a:pt x="252028" y="26811"/>
                        <a:pt x="227004" y="16087"/>
                        <a:pt x="201980" y="8937"/>
                      </a:cubicBezTo>
                      <a:cubicBezTo>
                        <a:pt x="184105" y="3575"/>
                        <a:pt x="164443" y="0"/>
                        <a:pt x="142994" y="0"/>
                      </a:cubicBezTo>
                      <a:cubicBezTo>
                        <a:pt x="123333" y="0"/>
                        <a:pt x="103671" y="3575"/>
                        <a:pt x="84009" y="8937"/>
                      </a:cubicBezTo>
                      <a:cubicBezTo>
                        <a:pt x="58985" y="16087"/>
                        <a:pt x="33961" y="28599"/>
                        <a:pt x="14299" y="42898"/>
                      </a:cubicBezTo>
                      <a:cubicBezTo>
                        <a:pt x="5362" y="50048"/>
                        <a:pt x="0" y="60773"/>
                        <a:pt x="0" y="71497"/>
                      </a:cubicBezTo>
                      <a:lnTo>
                        <a:pt x="0" y="142994"/>
                      </a:lnTo>
                      <a:lnTo>
                        <a:pt x="285989" y="142994"/>
                      </a:lnTo>
                      <a:close/>
                    </a:path>
                  </a:pathLst>
                </a:custGeom>
                <a:grpFill/>
                <a:ln w="446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it-IT"/>
                </a:p>
              </p:txBody>
            </p:sp>
          </p:grpSp>
        </p:grpSp>
      </p:grpSp>
      <p:grpSp>
        <p:nvGrpSpPr>
          <p:cNvPr id="1685699966" name="Gruppo 143"/>
          <p:cNvGrpSpPr/>
          <p:nvPr/>
        </p:nvGrpSpPr>
        <p:grpSpPr bwMode="auto">
          <a:xfrm>
            <a:off x="482953" y="1326819"/>
            <a:ext cx="960195" cy="305159"/>
            <a:chOff x="0" y="0"/>
            <a:chExt cx="960195" cy="305159"/>
          </a:xfrm>
        </p:grpSpPr>
        <p:sp>
          <p:nvSpPr>
            <p:cNvPr id="97174684" name="Rettangolo 123"/>
            <p:cNvSpPr/>
            <p:nvPr/>
          </p:nvSpPr>
          <p:spPr bwMode="auto">
            <a:xfrm>
              <a:off x="0" y="0"/>
              <a:ext cx="960195" cy="30515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r">
                <a:defRPr/>
              </a:pPr>
              <a:r>
                <a:rPr lang="it-IT" sz="1400">
                  <a:solidFill>
                    <a:schemeClr val="accent1"/>
                  </a:solidFill>
                </a:rPr>
                <a:t>Indietro</a:t>
              </a:r>
              <a:endParaRPr/>
            </a:p>
          </p:txBody>
        </p:sp>
        <p:pic>
          <p:nvPicPr>
            <p:cNvPr id="840142005" name="Elemento grafico 141" descr="Accento circonflesso verso sinistra con riempimento a tinta unita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>
              <a:off x="55584" y="45899"/>
              <a:ext cx="228315" cy="228315"/>
            </a:xfrm>
            <a:prstGeom prst="rect">
              <a:avLst/>
            </a:prstGeom>
          </p:spPr>
        </p:pic>
      </p:grpSp>
      <p:sp>
        <p:nvSpPr>
          <p:cNvPr id="1872398148" name=""/>
          <p:cNvSpPr/>
          <p:nvPr/>
        </p:nvSpPr>
        <p:spPr bwMode="auto">
          <a:xfrm rot="0" flipH="0" flipV="0">
            <a:off x="0" y="1865"/>
            <a:ext cx="12196690" cy="6854263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300144813" name=""/>
          <p:cNvSpPr/>
          <p:nvPr/>
        </p:nvSpPr>
        <p:spPr bwMode="auto">
          <a:xfrm rot="0" flipH="0" flipV="0">
            <a:off x="4221599" y="2325219"/>
            <a:ext cx="3772882" cy="18863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034151931" name="CasellaDiTesto 24"/>
          <p:cNvSpPr txBox="1"/>
          <p:nvPr/>
        </p:nvSpPr>
        <p:spPr bwMode="auto">
          <a:xfrm>
            <a:off x="4503144" y="2732724"/>
            <a:ext cx="3127351" cy="640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1800" b="1">
                <a:solidFill>
                  <a:schemeClr val="accent2"/>
                </a:solidFill>
                <a:latin typeface="Carlito"/>
                <a:ea typeface="Carlito"/>
                <a:cs typeface="Carlito"/>
              </a:rPr>
              <a:t>Errore tecnico durante il</a:t>
            </a:r>
            <a:endParaRPr lang="it-IT" sz="1800" b="1">
              <a:solidFill>
                <a:schemeClr val="accent2"/>
              </a:solidFill>
              <a:latin typeface="Carlito"/>
              <a:ea typeface="Carlito"/>
              <a:cs typeface="Carlito"/>
            </a:endParaRPr>
          </a:p>
          <a:p>
            <a:pPr>
              <a:defRPr/>
            </a:pPr>
            <a:r>
              <a:rPr lang="it-IT" sz="1800" b="1">
                <a:solidFill>
                  <a:schemeClr val="accent2"/>
                </a:solidFill>
                <a:latin typeface="Carlito"/>
                <a:ea typeface="Carlito"/>
                <a:cs typeface="Carlito"/>
              </a:rPr>
              <a:t>caricamento. </a:t>
            </a:r>
            <a:r>
              <a:rPr lang="it-IT" sz="1800" b="1">
                <a:solidFill>
                  <a:schemeClr val="accent2"/>
                </a:solidFill>
                <a:latin typeface="Carlito"/>
                <a:ea typeface="Carlito"/>
                <a:cs typeface="Carlito"/>
              </a:rPr>
              <a:t>Riprova più tardi.</a:t>
            </a:r>
            <a:endParaRPr lang="it-IT" sz="1800" b="1">
              <a:solidFill>
                <a:schemeClr val="accent2"/>
              </a:solidFill>
              <a:latin typeface="Carlito"/>
              <a:ea typeface="Carlito"/>
              <a:cs typeface="Carlito"/>
            </a:endParaRPr>
          </a:p>
        </p:txBody>
      </p:sp>
      <p:sp>
        <p:nvSpPr>
          <p:cNvPr id="1808773542" name="CasellaDiTesto 25"/>
          <p:cNvSpPr txBox="1"/>
          <p:nvPr/>
        </p:nvSpPr>
        <p:spPr bwMode="auto">
          <a:xfrm>
            <a:off x="4503144" y="2386447"/>
            <a:ext cx="3381379" cy="5185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it-IT" sz="2800" b="1">
                <a:solidFill>
                  <a:schemeClr val="accent2">
                    <a:lumMod val="50000"/>
                  </a:schemeClr>
                </a:solidFill>
                <a:latin typeface="Carlito"/>
                <a:ea typeface="Carlito"/>
                <a:cs typeface="Carlito"/>
              </a:rPr>
              <a:t>Errore di caricamento</a:t>
            </a:r>
            <a:endParaRPr>
              <a:latin typeface="Carlito"/>
              <a:cs typeface="Carlito"/>
            </a:endParaRPr>
          </a:p>
        </p:txBody>
      </p:sp>
      <p:sp>
        <p:nvSpPr>
          <p:cNvPr id="1819597262" name="Rettangolo 79"/>
          <p:cNvSpPr/>
          <p:nvPr/>
        </p:nvSpPr>
        <p:spPr bwMode="auto">
          <a:xfrm rot="0" flipH="0" flipV="0">
            <a:off x="5431442" y="3613445"/>
            <a:ext cx="1098378" cy="3661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defRPr/>
            </a:pPr>
            <a:r>
              <a:rPr lang="it-IT" b="1"/>
              <a:t>Continua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accent2"/>
        </a:solidFill>
        <a:ln>
          <a:noFill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>
          <a:schemeClr val="lt1"/>
        </a:fontRef>
      </a:style>
    </a:sp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accent2"/>
        </a:solidFill>
        <a:ln>
          <a:noFill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>
          <a:schemeClr val="lt1"/>
        </a:fontRef>
      </a:style>
    </a:sp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0</Words>
  <Application>ONLYOFFICE/9.4.0.129</Application>
  <PresentationFormat>On-screen Show (4:3)</PresentationFormat>
  <Paragraphs>0</Paragraphs>
  <Slides>18</Slides>
  <Notes>18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Cristiana Giustiniani</dc:creator>
  <cp:lastModifiedBy/>
  <cp:revision>15</cp:revision>
  <dcterms:created xsi:type="dcterms:W3CDTF">2023-10-27T13:42:59Z</dcterms:created>
  <dcterms:modified xsi:type="dcterms:W3CDTF">2026-08-26T16:25:28Z</dcterms:modified>
</cp:coreProperties>
</file>